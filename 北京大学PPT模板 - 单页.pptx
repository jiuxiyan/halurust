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796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lan Zeng" initials="Y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5151"/>
    <a:srgbClr val="CF2236"/>
    <a:srgbClr val="9A0000"/>
    <a:srgbClr val="B3182A"/>
    <a:srgbClr val="C63838"/>
    <a:srgbClr val="7D7D7D"/>
    <a:srgbClr val="E9BE5F"/>
    <a:srgbClr val="A31919"/>
    <a:srgbClr val="FFFFFF"/>
    <a:srgbClr val="091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8" autoAdjust="0"/>
    <p:restoredTop sz="96215" autoAdjust="0"/>
  </p:normalViewPr>
  <p:slideViewPr>
    <p:cSldViewPr snapToGrid="0">
      <p:cViewPr varScale="1">
        <p:scale>
          <a:sx n="100" d="100"/>
          <a:sy n="100" d="100"/>
        </p:scale>
        <p:origin x="48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3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tags" Target="../tags/tag1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microsoft.com/office/2007/relationships/hdphoto" Target="../media/image10.wdp"/><Relationship Id="rId6" Type="http://schemas.openxmlformats.org/officeDocument/2006/relationships/image" Target="../media/image9.png"/><Relationship Id="rId5" Type="http://schemas.openxmlformats.org/officeDocument/2006/relationships/tags" Target="../tags/tag2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图片 295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900000" flipH="1">
            <a:off x="7017853" y="-530613"/>
            <a:ext cx="5973469" cy="5208958"/>
          </a:xfrm>
          <a:custGeom>
            <a:avLst/>
            <a:gdLst>
              <a:gd name="connsiteX0" fmla="*/ 5973469 w 5973469"/>
              <a:gd name="connsiteY0" fmla="*/ 1226599 h 5208958"/>
              <a:gd name="connsiteX1" fmla="*/ 1395737 w 5973469"/>
              <a:gd name="connsiteY1" fmla="*/ 0 h 5208958"/>
              <a:gd name="connsiteX2" fmla="*/ 0 w 5973469"/>
              <a:gd name="connsiteY2" fmla="*/ 5208958 h 5208958"/>
              <a:gd name="connsiteX3" fmla="*/ 5973469 w 5973469"/>
              <a:gd name="connsiteY3" fmla="*/ 5208958 h 520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3469" h="5208958">
                <a:moveTo>
                  <a:pt x="5973469" y="1226599"/>
                </a:moveTo>
                <a:lnTo>
                  <a:pt x="1395737" y="0"/>
                </a:lnTo>
                <a:lnTo>
                  <a:pt x="0" y="5208958"/>
                </a:lnTo>
                <a:lnTo>
                  <a:pt x="5973469" y="5208958"/>
                </a:lnTo>
                <a:close/>
              </a:path>
            </a:pathLst>
          </a:custGeom>
        </p:spPr>
      </p:pic>
      <p:pic>
        <p:nvPicPr>
          <p:cNvPr id="282" name="图片 281"/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rot="913241" flipH="1">
            <a:off x="-482682" y="3778625"/>
            <a:ext cx="3346420" cy="3338723"/>
          </a:xfrm>
          <a:custGeom>
            <a:avLst/>
            <a:gdLst>
              <a:gd name="connsiteX0" fmla="*/ 3346420 w 3346420"/>
              <a:gd name="connsiteY0" fmla="*/ 0 h 3338723"/>
              <a:gd name="connsiteX1" fmla="*/ 0 w 3346420"/>
              <a:gd name="connsiteY1" fmla="*/ 0 h 3338723"/>
              <a:gd name="connsiteX2" fmla="*/ 0 w 3346420"/>
              <a:gd name="connsiteY2" fmla="*/ 2675384 h 3338723"/>
              <a:gd name="connsiteX3" fmla="*/ 2438014 w 3346420"/>
              <a:gd name="connsiteY3" fmla="*/ 3338723 h 333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420" h="3338723">
                <a:moveTo>
                  <a:pt x="3346420" y="0"/>
                </a:moveTo>
                <a:lnTo>
                  <a:pt x="0" y="0"/>
                </a:lnTo>
                <a:lnTo>
                  <a:pt x="0" y="2675384"/>
                </a:lnTo>
                <a:lnTo>
                  <a:pt x="2438014" y="3338723"/>
                </a:lnTo>
                <a:close/>
              </a:path>
            </a:pathLst>
          </a:cu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1570"/>
          <a:stretch>
            <a:fillRect/>
          </a:stretch>
        </p:blipFill>
        <p:spPr>
          <a:xfrm rot="16200000">
            <a:off x="8818312" y="681903"/>
            <a:ext cx="5109075" cy="1638300"/>
          </a:xfrm>
          <a:prstGeom prst="rect">
            <a:avLst/>
          </a:prstGeom>
        </p:spPr>
      </p:pic>
      <p:sp>
        <p:nvSpPr>
          <p:cNvPr id="29" name="ï$ḻiḍe"/>
          <p:cNvSpPr>
            <a:spLocks noEditPoints="1"/>
          </p:cNvSpPr>
          <p:nvPr userDrawn="1"/>
        </p:nvSpPr>
        <p:spPr bwMode="auto">
          <a:xfrm flipH="1">
            <a:off x="3505863" y="-1314450"/>
            <a:ext cx="9584884" cy="9681092"/>
          </a:xfrm>
          <a:custGeom>
            <a:avLst/>
            <a:gdLst>
              <a:gd name="T0" fmla="*/ 121 w 2927"/>
              <a:gd name="T1" fmla="*/ 681 h 2957"/>
              <a:gd name="T2" fmla="*/ 265 w 2927"/>
              <a:gd name="T3" fmla="*/ 207 h 2957"/>
              <a:gd name="T4" fmla="*/ 140 w 2927"/>
              <a:gd name="T5" fmla="*/ 970 h 2957"/>
              <a:gd name="T6" fmla="*/ 290 w 2927"/>
              <a:gd name="T7" fmla="*/ 380 h 2957"/>
              <a:gd name="T8" fmla="*/ 769 w 2927"/>
              <a:gd name="T9" fmla="*/ 202 h 2957"/>
              <a:gd name="T10" fmla="*/ 1134 w 2927"/>
              <a:gd name="T11" fmla="*/ 849 h 2957"/>
              <a:gd name="T12" fmla="*/ 1301 w 2927"/>
              <a:gd name="T13" fmla="*/ 1148 h 2957"/>
              <a:gd name="T14" fmla="*/ 2367 w 2927"/>
              <a:gd name="T15" fmla="*/ 2106 h 2957"/>
              <a:gd name="T16" fmla="*/ 424 w 2927"/>
              <a:gd name="T17" fmla="*/ 16 h 2957"/>
              <a:gd name="T18" fmla="*/ 2705 w 2927"/>
              <a:gd name="T19" fmla="*/ 2558 h 2957"/>
              <a:gd name="T20" fmla="*/ 2246 w 2927"/>
              <a:gd name="T21" fmla="*/ 2926 h 2957"/>
              <a:gd name="T22" fmla="*/ 657 w 2927"/>
              <a:gd name="T23" fmla="*/ 2131 h 2957"/>
              <a:gd name="T24" fmla="*/ 29 w 2927"/>
              <a:gd name="T25" fmla="*/ 724 h 2957"/>
              <a:gd name="T26" fmla="*/ 125 w 2927"/>
              <a:gd name="T27" fmla="*/ 998 h 2957"/>
              <a:gd name="T28" fmla="*/ 592 w 2927"/>
              <a:gd name="T29" fmla="*/ 1889 h 2957"/>
              <a:gd name="T30" fmla="*/ 137 w 2927"/>
              <a:gd name="T31" fmla="*/ 574 h 2957"/>
              <a:gd name="T32" fmla="*/ 183 w 2927"/>
              <a:gd name="T33" fmla="*/ 368 h 2957"/>
              <a:gd name="T34" fmla="*/ 281 w 2927"/>
              <a:gd name="T35" fmla="*/ 553 h 2957"/>
              <a:gd name="T36" fmla="*/ 324 w 2927"/>
              <a:gd name="T37" fmla="*/ 371 h 2957"/>
              <a:gd name="T38" fmla="*/ 397 w 2927"/>
              <a:gd name="T39" fmla="*/ 243 h 2957"/>
              <a:gd name="T40" fmla="*/ 511 w 2927"/>
              <a:gd name="T41" fmla="*/ 404 h 2957"/>
              <a:gd name="T42" fmla="*/ 607 w 2927"/>
              <a:gd name="T43" fmla="*/ 516 h 2957"/>
              <a:gd name="T44" fmla="*/ 729 w 2927"/>
              <a:gd name="T45" fmla="*/ 254 h 2957"/>
              <a:gd name="T46" fmla="*/ 845 w 2927"/>
              <a:gd name="T47" fmla="*/ 153 h 2957"/>
              <a:gd name="T48" fmla="*/ 872 w 2927"/>
              <a:gd name="T49" fmla="*/ 513 h 2957"/>
              <a:gd name="T50" fmla="*/ 953 w 2927"/>
              <a:gd name="T51" fmla="*/ 826 h 2957"/>
              <a:gd name="T52" fmla="*/ 945 w 2927"/>
              <a:gd name="T53" fmla="*/ 521 h 2957"/>
              <a:gd name="T54" fmla="*/ 1005 w 2927"/>
              <a:gd name="T55" fmla="*/ 523 h 2957"/>
              <a:gd name="T56" fmla="*/ 1152 w 2927"/>
              <a:gd name="T57" fmla="*/ 919 h 2957"/>
              <a:gd name="T58" fmla="*/ 1304 w 2927"/>
              <a:gd name="T59" fmla="*/ 1193 h 2957"/>
              <a:gd name="T60" fmla="*/ 1408 w 2927"/>
              <a:gd name="T61" fmla="*/ 1338 h 2957"/>
              <a:gd name="T62" fmla="*/ 1626 w 2927"/>
              <a:gd name="T63" fmla="*/ 1630 h 2957"/>
              <a:gd name="T64" fmla="*/ 1933 w 2927"/>
              <a:gd name="T65" fmla="*/ 1920 h 2957"/>
              <a:gd name="T66" fmla="*/ 2335 w 2927"/>
              <a:gd name="T67" fmla="*/ 2128 h 2957"/>
              <a:gd name="T68" fmla="*/ 2721 w 2927"/>
              <a:gd name="T69" fmla="*/ 2246 h 2957"/>
              <a:gd name="T70" fmla="*/ 967 w 2927"/>
              <a:gd name="T71" fmla="*/ 347 h 2957"/>
              <a:gd name="T72" fmla="*/ 794 w 2927"/>
              <a:gd name="T73" fmla="*/ 2143 h 2957"/>
              <a:gd name="T74" fmla="*/ 1400 w 2927"/>
              <a:gd name="T75" fmla="*/ 1419 h 2957"/>
              <a:gd name="T76" fmla="*/ 1347 w 2927"/>
              <a:gd name="T77" fmla="*/ 1317 h 2957"/>
              <a:gd name="T78" fmla="*/ 723 w 2927"/>
              <a:gd name="T79" fmla="*/ 399 h 2957"/>
              <a:gd name="T80" fmla="*/ 986 w 2927"/>
              <a:gd name="T81" fmla="*/ 960 h 2957"/>
              <a:gd name="T82" fmla="*/ 1109 w 2927"/>
              <a:gd name="T83" fmla="*/ 1274 h 2957"/>
              <a:gd name="T84" fmla="*/ 785 w 2927"/>
              <a:gd name="T85" fmla="*/ 1090 h 2957"/>
              <a:gd name="T86" fmla="*/ 711 w 2927"/>
              <a:gd name="T87" fmla="*/ 727 h 2957"/>
              <a:gd name="T88" fmla="*/ 748 w 2927"/>
              <a:gd name="T89" fmla="*/ 908 h 2957"/>
              <a:gd name="T90" fmla="*/ 763 w 2927"/>
              <a:gd name="T91" fmla="*/ 948 h 2957"/>
              <a:gd name="T92" fmla="*/ 744 w 2927"/>
              <a:gd name="T93" fmla="*/ 1010 h 2957"/>
              <a:gd name="T94" fmla="*/ 816 w 2927"/>
              <a:gd name="T95" fmla="*/ 1149 h 2957"/>
              <a:gd name="T96" fmla="*/ 810 w 2927"/>
              <a:gd name="T97" fmla="*/ 1109 h 2957"/>
              <a:gd name="T98" fmla="*/ 701 w 2927"/>
              <a:gd name="T99" fmla="*/ 572 h 2957"/>
              <a:gd name="T100" fmla="*/ 1002 w 2927"/>
              <a:gd name="T101" fmla="*/ 962 h 2957"/>
              <a:gd name="T102" fmla="*/ 195 w 2927"/>
              <a:gd name="T103" fmla="*/ 401 h 2957"/>
              <a:gd name="T104" fmla="*/ 1127 w 2927"/>
              <a:gd name="T105" fmla="*/ 873 h 2957"/>
              <a:gd name="T106" fmla="*/ 999 w 2927"/>
              <a:gd name="T107" fmla="*/ 614 h 2957"/>
              <a:gd name="T108" fmla="*/ 895 w 2927"/>
              <a:gd name="T109" fmla="*/ 761 h 2957"/>
              <a:gd name="T110" fmla="*/ 848 w 2927"/>
              <a:gd name="T111" fmla="*/ 318 h 2957"/>
              <a:gd name="T112" fmla="*/ 703 w 2927"/>
              <a:gd name="T113" fmla="*/ 299 h 2957"/>
              <a:gd name="T114" fmla="*/ 536 w 2927"/>
              <a:gd name="T115" fmla="*/ 403 h 2957"/>
              <a:gd name="T116" fmla="*/ 192 w 2927"/>
              <a:gd name="T117" fmla="*/ 1002 h 2957"/>
              <a:gd name="T118" fmla="*/ 2633 w 2927"/>
              <a:gd name="T119" fmla="*/ 2672 h 2957"/>
              <a:gd name="T120" fmla="*/ 541 w 2927"/>
              <a:gd name="T121" fmla="*/ 354 h 2957"/>
              <a:gd name="T122" fmla="*/ 938 w 2927"/>
              <a:gd name="T123" fmla="*/ 777 h 2957"/>
              <a:gd name="T124" fmla="*/ 1404 w 2927"/>
              <a:gd name="T125" fmla="*/ 1329 h 2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27" h="2957">
                <a:moveTo>
                  <a:pt x="223" y="263"/>
                </a:moveTo>
                <a:cubicBezTo>
                  <a:pt x="230" y="266"/>
                  <a:pt x="221" y="271"/>
                  <a:pt x="221" y="274"/>
                </a:cubicBezTo>
                <a:cubicBezTo>
                  <a:pt x="216" y="271"/>
                  <a:pt x="216" y="267"/>
                  <a:pt x="223" y="263"/>
                </a:cubicBezTo>
                <a:close/>
                <a:moveTo>
                  <a:pt x="242" y="282"/>
                </a:moveTo>
                <a:cubicBezTo>
                  <a:pt x="244" y="278"/>
                  <a:pt x="254" y="274"/>
                  <a:pt x="244" y="271"/>
                </a:cubicBezTo>
                <a:cubicBezTo>
                  <a:pt x="246" y="274"/>
                  <a:pt x="235" y="279"/>
                  <a:pt x="242" y="282"/>
                </a:cubicBezTo>
                <a:close/>
                <a:moveTo>
                  <a:pt x="213" y="312"/>
                </a:moveTo>
                <a:cubicBezTo>
                  <a:pt x="218" y="310"/>
                  <a:pt x="217" y="308"/>
                  <a:pt x="219" y="306"/>
                </a:cubicBezTo>
                <a:cubicBezTo>
                  <a:pt x="215" y="304"/>
                  <a:pt x="212" y="305"/>
                  <a:pt x="208" y="303"/>
                </a:cubicBezTo>
                <a:cubicBezTo>
                  <a:pt x="204" y="307"/>
                  <a:pt x="210" y="307"/>
                  <a:pt x="213" y="312"/>
                </a:cubicBezTo>
                <a:close/>
                <a:moveTo>
                  <a:pt x="46" y="453"/>
                </a:moveTo>
                <a:cubicBezTo>
                  <a:pt x="53" y="447"/>
                  <a:pt x="52" y="443"/>
                  <a:pt x="44" y="440"/>
                </a:cubicBezTo>
                <a:cubicBezTo>
                  <a:pt x="42" y="442"/>
                  <a:pt x="39" y="444"/>
                  <a:pt x="37" y="447"/>
                </a:cubicBezTo>
                <a:cubicBezTo>
                  <a:pt x="44" y="448"/>
                  <a:pt x="40" y="451"/>
                  <a:pt x="46" y="453"/>
                </a:cubicBezTo>
                <a:close/>
                <a:moveTo>
                  <a:pt x="237" y="300"/>
                </a:moveTo>
                <a:cubicBezTo>
                  <a:pt x="244" y="299"/>
                  <a:pt x="239" y="297"/>
                  <a:pt x="247" y="293"/>
                </a:cubicBezTo>
                <a:cubicBezTo>
                  <a:pt x="243" y="293"/>
                  <a:pt x="240" y="293"/>
                  <a:pt x="242" y="291"/>
                </a:cubicBezTo>
                <a:cubicBezTo>
                  <a:pt x="236" y="290"/>
                  <a:pt x="230" y="299"/>
                  <a:pt x="237" y="300"/>
                </a:cubicBezTo>
                <a:close/>
                <a:moveTo>
                  <a:pt x="51" y="462"/>
                </a:moveTo>
                <a:cubicBezTo>
                  <a:pt x="48" y="461"/>
                  <a:pt x="45" y="460"/>
                  <a:pt x="42" y="459"/>
                </a:cubicBezTo>
                <a:cubicBezTo>
                  <a:pt x="43" y="463"/>
                  <a:pt x="36" y="465"/>
                  <a:pt x="31" y="468"/>
                </a:cubicBezTo>
                <a:cubicBezTo>
                  <a:pt x="38" y="469"/>
                  <a:pt x="45" y="467"/>
                  <a:pt x="51" y="462"/>
                </a:cubicBezTo>
                <a:close/>
                <a:moveTo>
                  <a:pt x="28" y="534"/>
                </a:moveTo>
                <a:cubicBezTo>
                  <a:pt x="44" y="531"/>
                  <a:pt x="44" y="540"/>
                  <a:pt x="50" y="546"/>
                </a:cubicBezTo>
                <a:cubicBezTo>
                  <a:pt x="50" y="542"/>
                  <a:pt x="47" y="538"/>
                  <a:pt x="54" y="533"/>
                </a:cubicBezTo>
                <a:cubicBezTo>
                  <a:pt x="43" y="535"/>
                  <a:pt x="47" y="532"/>
                  <a:pt x="41" y="528"/>
                </a:cubicBezTo>
                <a:cubicBezTo>
                  <a:pt x="44" y="527"/>
                  <a:pt x="46" y="526"/>
                  <a:pt x="49" y="524"/>
                </a:cubicBezTo>
                <a:cubicBezTo>
                  <a:pt x="43" y="521"/>
                  <a:pt x="43" y="518"/>
                  <a:pt x="47" y="514"/>
                </a:cubicBezTo>
                <a:cubicBezTo>
                  <a:pt x="42" y="511"/>
                  <a:pt x="37" y="509"/>
                  <a:pt x="32" y="510"/>
                </a:cubicBezTo>
                <a:cubicBezTo>
                  <a:pt x="32" y="512"/>
                  <a:pt x="36" y="515"/>
                  <a:pt x="31" y="514"/>
                </a:cubicBezTo>
                <a:cubicBezTo>
                  <a:pt x="27" y="518"/>
                  <a:pt x="38" y="518"/>
                  <a:pt x="40" y="520"/>
                </a:cubicBezTo>
                <a:cubicBezTo>
                  <a:pt x="33" y="524"/>
                  <a:pt x="30" y="529"/>
                  <a:pt x="28" y="534"/>
                </a:cubicBezTo>
                <a:close/>
                <a:moveTo>
                  <a:pt x="255" y="401"/>
                </a:moveTo>
                <a:cubicBezTo>
                  <a:pt x="256" y="397"/>
                  <a:pt x="258" y="390"/>
                  <a:pt x="248" y="391"/>
                </a:cubicBezTo>
                <a:cubicBezTo>
                  <a:pt x="246" y="395"/>
                  <a:pt x="248" y="398"/>
                  <a:pt x="255" y="401"/>
                </a:cubicBezTo>
                <a:close/>
                <a:moveTo>
                  <a:pt x="11" y="635"/>
                </a:moveTo>
                <a:cubicBezTo>
                  <a:pt x="10" y="632"/>
                  <a:pt x="11" y="628"/>
                  <a:pt x="5" y="626"/>
                </a:cubicBezTo>
                <a:cubicBezTo>
                  <a:pt x="0" y="631"/>
                  <a:pt x="3" y="637"/>
                  <a:pt x="11" y="635"/>
                </a:cubicBezTo>
                <a:close/>
                <a:moveTo>
                  <a:pt x="247" y="427"/>
                </a:moveTo>
                <a:cubicBezTo>
                  <a:pt x="247" y="431"/>
                  <a:pt x="237" y="436"/>
                  <a:pt x="249" y="438"/>
                </a:cubicBezTo>
                <a:cubicBezTo>
                  <a:pt x="251" y="434"/>
                  <a:pt x="253" y="430"/>
                  <a:pt x="247" y="427"/>
                </a:cubicBezTo>
                <a:close/>
                <a:moveTo>
                  <a:pt x="147" y="587"/>
                </a:moveTo>
                <a:cubicBezTo>
                  <a:pt x="147" y="585"/>
                  <a:pt x="148" y="583"/>
                  <a:pt x="150" y="581"/>
                </a:cubicBezTo>
                <a:cubicBezTo>
                  <a:pt x="137" y="582"/>
                  <a:pt x="146" y="573"/>
                  <a:pt x="135" y="578"/>
                </a:cubicBezTo>
                <a:cubicBezTo>
                  <a:pt x="133" y="584"/>
                  <a:pt x="142" y="581"/>
                  <a:pt x="147" y="587"/>
                </a:cubicBezTo>
                <a:close/>
                <a:moveTo>
                  <a:pt x="295" y="449"/>
                </a:moveTo>
                <a:cubicBezTo>
                  <a:pt x="286" y="447"/>
                  <a:pt x="283" y="457"/>
                  <a:pt x="280" y="461"/>
                </a:cubicBezTo>
                <a:cubicBezTo>
                  <a:pt x="287" y="461"/>
                  <a:pt x="286" y="453"/>
                  <a:pt x="295" y="449"/>
                </a:cubicBezTo>
                <a:close/>
                <a:moveTo>
                  <a:pt x="272" y="504"/>
                </a:moveTo>
                <a:cubicBezTo>
                  <a:pt x="272" y="506"/>
                  <a:pt x="272" y="508"/>
                  <a:pt x="272" y="510"/>
                </a:cubicBezTo>
                <a:cubicBezTo>
                  <a:pt x="271" y="510"/>
                  <a:pt x="270" y="510"/>
                  <a:pt x="269" y="510"/>
                </a:cubicBezTo>
                <a:cubicBezTo>
                  <a:pt x="268" y="513"/>
                  <a:pt x="274" y="513"/>
                  <a:pt x="277" y="515"/>
                </a:cubicBezTo>
                <a:cubicBezTo>
                  <a:pt x="274" y="516"/>
                  <a:pt x="271" y="517"/>
                  <a:pt x="269" y="519"/>
                </a:cubicBezTo>
                <a:cubicBezTo>
                  <a:pt x="277" y="520"/>
                  <a:pt x="277" y="516"/>
                  <a:pt x="280" y="511"/>
                </a:cubicBezTo>
                <a:cubicBezTo>
                  <a:pt x="280" y="511"/>
                  <a:pt x="279" y="511"/>
                  <a:pt x="279" y="511"/>
                </a:cubicBezTo>
                <a:cubicBezTo>
                  <a:pt x="280" y="507"/>
                  <a:pt x="280" y="504"/>
                  <a:pt x="283" y="500"/>
                </a:cubicBezTo>
                <a:cubicBezTo>
                  <a:pt x="279" y="496"/>
                  <a:pt x="276" y="508"/>
                  <a:pt x="272" y="504"/>
                </a:cubicBezTo>
                <a:close/>
                <a:moveTo>
                  <a:pt x="72" y="704"/>
                </a:moveTo>
                <a:cubicBezTo>
                  <a:pt x="82" y="703"/>
                  <a:pt x="73" y="696"/>
                  <a:pt x="74" y="693"/>
                </a:cubicBezTo>
                <a:cubicBezTo>
                  <a:pt x="62" y="694"/>
                  <a:pt x="74" y="701"/>
                  <a:pt x="72" y="704"/>
                </a:cubicBezTo>
                <a:close/>
                <a:moveTo>
                  <a:pt x="117" y="691"/>
                </a:moveTo>
                <a:cubicBezTo>
                  <a:pt x="124" y="686"/>
                  <a:pt x="112" y="686"/>
                  <a:pt x="121" y="681"/>
                </a:cubicBezTo>
                <a:cubicBezTo>
                  <a:pt x="116" y="680"/>
                  <a:pt x="110" y="681"/>
                  <a:pt x="106" y="685"/>
                </a:cubicBezTo>
                <a:cubicBezTo>
                  <a:pt x="116" y="686"/>
                  <a:pt x="107" y="693"/>
                  <a:pt x="117" y="691"/>
                </a:cubicBezTo>
                <a:close/>
                <a:moveTo>
                  <a:pt x="19" y="794"/>
                </a:moveTo>
                <a:cubicBezTo>
                  <a:pt x="16" y="800"/>
                  <a:pt x="13" y="806"/>
                  <a:pt x="21" y="808"/>
                </a:cubicBezTo>
                <a:cubicBezTo>
                  <a:pt x="21" y="803"/>
                  <a:pt x="23" y="798"/>
                  <a:pt x="19" y="794"/>
                </a:cubicBezTo>
                <a:close/>
                <a:moveTo>
                  <a:pt x="126" y="751"/>
                </a:moveTo>
                <a:cubicBezTo>
                  <a:pt x="120" y="747"/>
                  <a:pt x="117" y="751"/>
                  <a:pt x="112" y="751"/>
                </a:cubicBezTo>
                <a:cubicBezTo>
                  <a:pt x="108" y="755"/>
                  <a:pt x="107" y="759"/>
                  <a:pt x="106" y="763"/>
                </a:cubicBezTo>
                <a:cubicBezTo>
                  <a:pt x="113" y="764"/>
                  <a:pt x="115" y="757"/>
                  <a:pt x="114" y="754"/>
                </a:cubicBezTo>
                <a:cubicBezTo>
                  <a:pt x="116" y="751"/>
                  <a:pt x="122" y="757"/>
                  <a:pt x="122" y="758"/>
                </a:cubicBezTo>
                <a:cubicBezTo>
                  <a:pt x="132" y="758"/>
                  <a:pt x="119" y="754"/>
                  <a:pt x="126" y="751"/>
                </a:cubicBezTo>
                <a:close/>
                <a:moveTo>
                  <a:pt x="562" y="373"/>
                </a:moveTo>
                <a:cubicBezTo>
                  <a:pt x="573" y="368"/>
                  <a:pt x="561" y="368"/>
                  <a:pt x="563" y="365"/>
                </a:cubicBezTo>
                <a:cubicBezTo>
                  <a:pt x="556" y="365"/>
                  <a:pt x="557" y="372"/>
                  <a:pt x="562" y="373"/>
                </a:cubicBezTo>
                <a:close/>
                <a:moveTo>
                  <a:pt x="549" y="382"/>
                </a:moveTo>
                <a:cubicBezTo>
                  <a:pt x="554" y="384"/>
                  <a:pt x="558" y="382"/>
                  <a:pt x="563" y="383"/>
                </a:cubicBezTo>
                <a:cubicBezTo>
                  <a:pt x="565" y="381"/>
                  <a:pt x="562" y="380"/>
                  <a:pt x="565" y="377"/>
                </a:cubicBezTo>
                <a:cubicBezTo>
                  <a:pt x="559" y="377"/>
                  <a:pt x="554" y="379"/>
                  <a:pt x="549" y="382"/>
                </a:cubicBezTo>
                <a:close/>
                <a:moveTo>
                  <a:pt x="122" y="768"/>
                </a:moveTo>
                <a:cubicBezTo>
                  <a:pt x="109" y="771"/>
                  <a:pt x="120" y="778"/>
                  <a:pt x="115" y="784"/>
                </a:cubicBezTo>
                <a:cubicBezTo>
                  <a:pt x="129" y="783"/>
                  <a:pt x="124" y="771"/>
                  <a:pt x="122" y="768"/>
                </a:cubicBezTo>
                <a:close/>
                <a:moveTo>
                  <a:pt x="121" y="817"/>
                </a:moveTo>
                <a:cubicBezTo>
                  <a:pt x="128" y="816"/>
                  <a:pt x="134" y="807"/>
                  <a:pt x="127" y="805"/>
                </a:cubicBezTo>
                <a:cubicBezTo>
                  <a:pt x="121" y="807"/>
                  <a:pt x="111" y="817"/>
                  <a:pt x="121" y="817"/>
                </a:cubicBezTo>
                <a:close/>
                <a:moveTo>
                  <a:pt x="614" y="400"/>
                </a:moveTo>
                <a:cubicBezTo>
                  <a:pt x="611" y="396"/>
                  <a:pt x="625" y="390"/>
                  <a:pt x="617" y="387"/>
                </a:cubicBezTo>
                <a:cubicBezTo>
                  <a:pt x="607" y="393"/>
                  <a:pt x="608" y="397"/>
                  <a:pt x="614" y="400"/>
                </a:cubicBezTo>
                <a:close/>
                <a:moveTo>
                  <a:pt x="121" y="842"/>
                </a:moveTo>
                <a:cubicBezTo>
                  <a:pt x="121" y="845"/>
                  <a:pt x="121" y="847"/>
                  <a:pt x="118" y="846"/>
                </a:cubicBezTo>
                <a:cubicBezTo>
                  <a:pt x="129" y="851"/>
                  <a:pt x="119" y="863"/>
                  <a:pt x="130" y="868"/>
                </a:cubicBezTo>
                <a:cubicBezTo>
                  <a:pt x="126" y="857"/>
                  <a:pt x="147" y="844"/>
                  <a:pt x="121" y="842"/>
                </a:cubicBezTo>
                <a:close/>
                <a:moveTo>
                  <a:pt x="136" y="874"/>
                </a:moveTo>
                <a:cubicBezTo>
                  <a:pt x="132" y="873"/>
                  <a:pt x="129" y="872"/>
                  <a:pt x="131" y="870"/>
                </a:cubicBezTo>
                <a:cubicBezTo>
                  <a:pt x="123" y="869"/>
                  <a:pt x="129" y="874"/>
                  <a:pt x="124" y="877"/>
                </a:cubicBezTo>
                <a:cubicBezTo>
                  <a:pt x="135" y="871"/>
                  <a:pt x="126" y="881"/>
                  <a:pt x="136" y="883"/>
                </a:cubicBezTo>
                <a:cubicBezTo>
                  <a:pt x="146" y="877"/>
                  <a:pt x="126" y="880"/>
                  <a:pt x="136" y="874"/>
                </a:cubicBezTo>
                <a:close/>
                <a:moveTo>
                  <a:pt x="131" y="886"/>
                </a:moveTo>
                <a:cubicBezTo>
                  <a:pt x="130" y="895"/>
                  <a:pt x="115" y="901"/>
                  <a:pt x="125" y="905"/>
                </a:cubicBezTo>
                <a:cubicBezTo>
                  <a:pt x="130" y="895"/>
                  <a:pt x="139" y="903"/>
                  <a:pt x="143" y="894"/>
                </a:cubicBezTo>
                <a:cubicBezTo>
                  <a:pt x="130" y="898"/>
                  <a:pt x="139" y="887"/>
                  <a:pt x="131" y="886"/>
                </a:cubicBezTo>
                <a:close/>
                <a:moveTo>
                  <a:pt x="599" y="492"/>
                </a:moveTo>
                <a:cubicBezTo>
                  <a:pt x="592" y="490"/>
                  <a:pt x="593" y="488"/>
                  <a:pt x="584" y="488"/>
                </a:cubicBezTo>
                <a:cubicBezTo>
                  <a:pt x="582" y="494"/>
                  <a:pt x="589" y="499"/>
                  <a:pt x="599" y="492"/>
                </a:cubicBezTo>
                <a:close/>
                <a:moveTo>
                  <a:pt x="142" y="927"/>
                </a:moveTo>
                <a:cubicBezTo>
                  <a:pt x="135" y="935"/>
                  <a:pt x="144" y="937"/>
                  <a:pt x="143" y="943"/>
                </a:cubicBezTo>
                <a:cubicBezTo>
                  <a:pt x="139" y="947"/>
                  <a:pt x="134" y="946"/>
                  <a:pt x="128" y="944"/>
                </a:cubicBezTo>
                <a:cubicBezTo>
                  <a:pt x="126" y="954"/>
                  <a:pt x="145" y="947"/>
                  <a:pt x="145" y="960"/>
                </a:cubicBezTo>
                <a:cubicBezTo>
                  <a:pt x="153" y="954"/>
                  <a:pt x="149" y="955"/>
                  <a:pt x="155" y="948"/>
                </a:cubicBezTo>
                <a:cubicBezTo>
                  <a:pt x="146" y="946"/>
                  <a:pt x="153" y="951"/>
                  <a:pt x="146" y="955"/>
                </a:cubicBezTo>
                <a:cubicBezTo>
                  <a:pt x="143" y="947"/>
                  <a:pt x="152" y="934"/>
                  <a:pt x="142" y="927"/>
                </a:cubicBezTo>
                <a:close/>
                <a:moveTo>
                  <a:pt x="1582" y="2832"/>
                </a:moveTo>
                <a:cubicBezTo>
                  <a:pt x="1586" y="2842"/>
                  <a:pt x="1605" y="2833"/>
                  <a:pt x="1610" y="2844"/>
                </a:cubicBezTo>
                <a:cubicBezTo>
                  <a:pt x="1615" y="2828"/>
                  <a:pt x="1593" y="2832"/>
                  <a:pt x="1582" y="2832"/>
                </a:cubicBezTo>
                <a:close/>
                <a:moveTo>
                  <a:pt x="1614" y="2839"/>
                </a:moveTo>
                <a:cubicBezTo>
                  <a:pt x="1614" y="2847"/>
                  <a:pt x="1618" y="2848"/>
                  <a:pt x="1626" y="2844"/>
                </a:cubicBezTo>
                <a:cubicBezTo>
                  <a:pt x="1624" y="2840"/>
                  <a:pt x="1620" y="2838"/>
                  <a:pt x="1614" y="2839"/>
                </a:cubicBezTo>
                <a:close/>
                <a:moveTo>
                  <a:pt x="251" y="249"/>
                </a:moveTo>
                <a:cubicBezTo>
                  <a:pt x="262" y="245"/>
                  <a:pt x="255" y="242"/>
                  <a:pt x="253" y="238"/>
                </a:cubicBezTo>
                <a:cubicBezTo>
                  <a:pt x="271" y="230"/>
                  <a:pt x="261" y="219"/>
                  <a:pt x="269" y="214"/>
                </a:cubicBezTo>
                <a:cubicBezTo>
                  <a:pt x="261" y="209"/>
                  <a:pt x="254" y="221"/>
                  <a:pt x="255" y="223"/>
                </a:cubicBezTo>
                <a:cubicBezTo>
                  <a:pt x="246" y="219"/>
                  <a:pt x="261" y="213"/>
                  <a:pt x="251" y="209"/>
                </a:cubicBezTo>
                <a:cubicBezTo>
                  <a:pt x="256" y="207"/>
                  <a:pt x="260" y="212"/>
                  <a:pt x="265" y="207"/>
                </a:cubicBezTo>
                <a:cubicBezTo>
                  <a:pt x="261" y="206"/>
                  <a:pt x="264" y="203"/>
                  <a:pt x="259" y="202"/>
                </a:cubicBezTo>
                <a:cubicBezTo>
                  <a:pt x="258" y="211"/>
                  <a:pt x="223" y="198"/>
                  <a:pt x="249" y="208"/>
                </a:cubicBezTo>
                <a:cubicBezTo>
                  <a:pt x="247" y="218"/>
                  <a:pt x="251" y="228"/>
                  <a:pt x="241" y="239"/>
                </a:cubicBezTo>
                <a:cubicBezTo>
                  <a:pt x="250" y="243"/>
                  <a:pt x="247" y="245"/>
                  <a:pt x="239" y="248"/>
                </a:cubicBezTo>
                <a:cubicBezTo>
                  <a:pt x="242" y="248"/>
                  <a:pt x="244" y="246"/>
                  <a:pt x="247" y="247"/>
                </a:cubicBezTo>
                <a:cubicBezTo>
                  <a:pt x="251" y="251"/>
                  <a:pt x="239" y="249"/>
                  <a:pt x="237" y="254"/>
                </a:cubicBezTo>
                <a:cubicBezTo>
                  <a:pt x="247" y="254"/>
                  <a:pt x="246" y="257"/>
                  <a:pt x="262" y="261"/>
                </a:cubicBezTo>
                <a:cubicBezTo>
                  <a:pt x="265" y="257"/>
                  <a:pt x="256" y="253"/>
                  <a:pt x="251" y="249"/>
                </a:cubicBezTo>
                <a:close/>
                <a:moveTo>
                  <a:pt x="20" y="691"/>
                </a:moveTo>
                <a:cubicBezTo>
                  <a:pt x="2" y="691"/>
                  <a:pt x="19" y="672"/>
                  <a:pt x="7" y="667"/>
                </a:cubicBezTo>
                <a:cubicBezTo>
                  <a:pt x="6" y="676"/>
                  <a:pt x="7" y="684"/>
                  <a:pt x="9" y="692"/>
                </a:cubicBezTo>
                <a:cubicBezTo>
                  <a:pt x="11" y="699"/>
                  <a:pt x="12" y="706"/>
                  <a:pt x="12" y="714"/>
                </a:cubicBezTo>
                <a:cubicBezTo>
                  <a:pt x="20" y="715"/>
                  <a:pt x="14" y="709"/>
                  <a:pt x="19" y="707"/>
                </a:cubicBezTo>
                <a:cubicBezTo>
                  <a:pt x="13" y="703"/>
                  <a:pt x="12" y="698"/>
                  <a:pt x="20" y="691"/>
                </a:cubicBezTo>
                <a:close/>
                <a:moveTo>
                  <a:pt x="22" y="760"/>
                </a:moveTo>
                <a:cubicBezTo>
                  <a:pt x="23" y="762"/>
                  <a:pt x="24" y="763"/>
                  <a:pt x="24" y="765"/>
                </a:cubicBezTo>
                <a:cubicBezTo>
                  <a:pt x="25" y="763"/>
                  <a:pt x="27" y="759"/>
                  <a:pt x="22" y="760"/>
                </a:cubicBezTo>
                <a:close/>
                <a:moveTo>
                  <a:pt x="567" y="1860"/>
                </a:moveTo>
                <a:cubicBezTo>
                  <a:pt x="567" y="1860"/>
                  <a:pt x="568" y="1860"/>
                  <a:pt x="568" y="1860"/>
                </a:cubicBezTo>
                <a:cubicBezTo>
                  <a:pt x="568" y="1859"/>
                  <a:pt x="567" y="1859"/>
                  <a:pt x="567" y="1860"/>
                </a:cubicBezTo>
                <a:close/>
                <a:moveTo>
                  <a:pt x="593" y="440"/>
                </a:moveTo>
                <a:cubicBezTo>
                  <a:pt x="592" y="440"/>
                  <a:pt x="592" y="440"/>
                  <a:pt x="591" y="440"/>
                </a:cubicBezTo>
                <a:cubicBezTo>
                  <a:pt x="592" y="440"/>
                  <a:pt x="592" y="440"/>
                  <a:pt x="593" y="440"/>
                </a:cubicBezTo>
                <a:close/>
                <a:moveTo>
                  <a:pt x="646" y="378"/>
                </a:moveTo>
                <a:cubicBezTo>
                  <a:pt x="646" y="377"/>
                  <a:pt x="646" y="377"/>
                  <a:pt x="646" y="376"/>
                </a:cubicBezTo>
                <a:cubicBezTo>
                  <a:pt x="645" y="377"/>
                  <a:pt x="645" y="378"/>
                  <a:pt x="646" y="378"/>
                </a:cubicBezTo>
                <a:close/>
                <a:moveTo>
                  <a:pt x="25" y="767"/>
                </a:moveTo>
                <a:cubicBezTo>
                  <a:pt x="25" y="767"/>
                  <a:pt x="25" y="766"/>
                  <a:pt x="24" y="765"/>
                </a:cubicBezTo>
                <a:cubicBezTo>
                  <a:pt x="24" y="767"/>
                  <a:pt x="24" y="767"/>
                  <a:pt x="25" y="767"/>
                </a:cubicBezTo>
                <a:close/>
                <a:moveTo>
                  <a:pt x="44" y="508"/>
                </a:moveTo>
                <a:cubicBezTo>
                  <a:pt x="45" y="503"/>
                  <a:pt x="48" y="498"/>
                  <a:pt x="39" y="496"/>
                </a:cubicBezTo>
                <a:cubicBezTo>
                  <a:pt x="34" y="501"/>
                  <a:pt x="44" y="503"/>
                  <a:pt x="44" y="508"/>
                </a:cubicBezTo>
                <a:close/>
                <a:moveTo>
                  <a:pt x="115" y="708"/>
                </a:moveTo>
                <a:cubicBezTo>
                  <a:pt x="113" y="711"/>
                  <a:pt x="119" y="712"/>
                  <a:pt x="122" y="713"/>
                </a:cubicBezTo>
                <a:cubicBezTo>
                  <a:pt x="119" y="714"/>
                  <a:pt x="117" y="715"/>
                  <a:pt x="115" y="717"/>
                </a:cubicBezTo>
                <a:cubicBezTo>
                  <a:pt x="123" y="718"/>
                  <a:pt x="122" y="714"/>
                  <a:pt x="125" y="709"/>
                </a:cubicBezTo>
                <a:cubicBezTo>
                  <a:pt x="121" y="707"/>
                  <a:pt x="118" y="709"/>
                  <a:pt x="115" y="708"/>
                </a:cubicBezTo>
                <a:close/>
                <a:moveTo>
                  <a:pt x="80" y="785"/>
                </a:moveTo>
                <a:cubicBezTo>
                  <a:pt x="72" y="792"/>
                  <a:pt x="85" y="786"/>
                  <a:pt x="89" y="787"/>
                </a:cubicBezTo>
                <a:cubicBezTo>
                  <a:pt x="94" y="790"/>
                  <a:pt x="83" y="790"/>
                  <a:pt x="82" y="795"/>
                </a:cubicBezTo>
                <a:cubicBezTo>
                  <a:pt x="95" y="798"/>
                  <a:pt x="94" y="805"/>
                  <a:pt x="91" y="813"/>
                </a:cubicBezTo>
                <a:cubicBezTo>
                  <a:pt x="95" y="813"/>
                  <a:pt x="99" y="812"/>
                  <a:pt x="103" y="812"/>
                </a:cubicBezTo>
                <a:cubicBezTo>
                  <a:pt x="96" y="809"/>
                  <a:pt x="91" y="798"/>
                  <a:pt x="95" y="787"/>
                </a:cubicBezTo>
                <a:cubicBezTo>
                  <a:pt x="85" y="787"/>
                  <a:pt x="86" y="783"/>
                  <a:pt x="80" y="785"/>
                </a:cubicBezTo>
                <a:close/>
                <a:moveTo>
                  <a:pt x="32" y="870"/>
                </a:moveTo>
                <a:cubicBezTo>
                  <a:pt x="25" y="876"/>
                  <a:pt x="30" y="891"/>
                  <a:pt x="37" y="897"/>
                </a:cubicBezTo>
                <a:cubicBezTo>
                  <a:pt x="35" y="888"/>
                  <a:pt x="34" y="879"/>
                  <a:pt x="32" y="870"/>
                </a:cubicBezTo>
                <a:close/>
                <a:moveTo>
                  <a:pt x="121" y="824"/>
                </a:moveTo>
                <a:cubicBezTo>
                  <a:pt x="118" y="828"/>
                  <a:pt x="124" y="829"/>
                  <a:pt x="125" y="832"/>
                </a:cubicBezTo>
                <a:cubicBezTo>
                  <a:pt x="131" y="833"/>
                  <a:pt x="121" y="827"/>
                  <a:pt x="131" y="822"/>
                </a:cubicBezTo>
                <a:cubicBezTo>
                  <a:pt x="127" y="820"/>
                  <a:pt x="125" y="825"/>
                  <a:pt x="121" y="824"/>
                </a:cubicBezTo>
                <a:close/>
                <a:moveTo>
                  <a:pt x="596" y="433"/>
                </a:moveTo>
                <a:cubicBezTo>
                  <a:pt x="602" y="434"/>
                  <a:pt x="597" y="437"/>
                  <a:pt x="605" y="438"/>
                </a:cubicBezTo>
                <a:cubicBezTo>
                  <a:pt x="607" y="433"/>
                  <a:pt x="610" y="428"/>
                  <a:pt x="599" y="426"/>
                </a:cubicBezTo>
                <a:cubicBezTo>
                  <a:pt x="595" y="431"/>
                  <a:pt x="601" y="431"/>
                  <a:pt x="590" y="435"/>
                </a:cubicBezTo>
                <a:cubicBezTo>
                  <a:pt x="592" y="436"/>
                  <a:pt x="594" y="434"/>
                  <a:pt x="596" y="433"/>
                </a:cubicBezTo>
                <a:close/>
                <a:moveTo>
                  <a:pt x="140" y="970"/>
                </a:moveTo>
                <a:cubicBezTo>
                  <a:pt x="146" y="965"/>
                  <a:pt x="145" y="975"/>
                  <a:pt x="153" y="970"/>
                </a:cubicBezTo>
                <a:cubicBezTo>
                  <a:pt x="158" y="966"/>
                  <a:pt x="145" y="967"/>
                  <a:pt x="152" y="961"/>
                </a:cubicBezTo>
                <a:cubicBezTo>
                  <a:pt x="145" y="965"/>
                  <a:pt x="139" y="960"/>
                  <a:pt x="129" y="969"/>
                </a:cubicBezTo>
                <a:cubicBezTo>
                  <a:pt x="134" y="971"/>
                  <a:pt x="138" y="974"/>
                  <a:pt x="136" y="978"/>
                </a:cubicBezTo>
                <a:cubicBezTo>
                  <a:pt x="142" y="978"/>
                  <a:pt x="138" y="972"/>
                  <a:pt x="140" y="970"/>
                </a:cubicBezTo>
                <a:close/>
                <a:moveTo>
                  <a:pt x="150" y="1008"/>
                </a:moveTo>
                <a:cubicBezTo>
                  <a:pt x="146" y="1003"/>
                  <a:pt x="145" y="998"/>
                  <a:pt x="139" y="994"/>
                </a:cubicBezTo>
                <a:cubicBezTo>
                  <a:pt x="135" y="1002"/>
                  <a:pt x="151" y="1003"/>
                  <a:pt x="140" y="1013"/>
                </a:cubicBezTo>
                <a:cubicBezTo>
                  <a:pt x="149" y="1014"/>
                  <a:pt x="144" y="1007"/>
                  <a:pt x="150" y="1008"/>
                </a:cubicBezTo>
                <a:close/>
                <a:moveTo>
                  <a:pt x="149" y="1012"/>
                </a:moveTo>
                <a:cubicBezTo>
                  <a:pt x="160" y="1013"/>
                  <a:pt x="155" y="1019"/>
                  <a:pt x="149" y="1026"/>
                </a:cubicBezTo>
                <a:cubicBezTo>
                  <a:pt x="154" y="1032"/>
                  <a:pt x="159" y="1030"/>
                  <a:pt x="167" y="1034"/>
                </a:cubicBezTo>
                <a:cubicBezTo>
                  <a:pt x="168" y="1031"/>
                  <a:pt x="167" y="1029"/>
                  <a:pt x="168" y="1025"/>
                </a:cubicBezTo>
                <a:cubicBezTo>
                  <a:pt x="164" y="1023"/>
                  <a:pt x="162" y="1028"/>
                  <a:pt x="158" y="1028"/>
                </a:cubicBezTo>
                <a:cubicBezTo>
                  <a:pt x="157" y="1027"/>
                  <a:pt x="157" y="1025"/>
                  <a:pt x="155" y="1025"/>
                </a:cubicBezTo>
                <a:cubicBezTo>
                  <a:pt x="158" y="1022"/>
                  <a:pt x="164" y="1025"/>
                  <a:pt x="166" y="1018"/>
                </a:cubicBezTo>
                <a:cubicBezTo>
                  <a:pt x="164" y="1015"/>
                  <a:pt x="162" y="1015"/>
                  <a:pt x="156" y="1016"/>
                </a:cubicBezTo>
                <a:cubicBezTo>
                  <a:pt x="159" y="1013"/>
                  <a:pt x="163" y="1013"/>
                  <a:pt x="165" y="1009"/>
                </a:cubicBezTo>
                <a:cubicBezTo>
                  <a:pt x="158" y="1004"/>
                  <a:pt x="157" y="997"/>
                  <a:pt x="160" y="988"/>
                </a:cubicBezTo>
                <a:cubicBezTo>
                  <a:pt x="145" y="995"/>
                  <a:pt x="161" y="1002"/>
                  <a:pt x="149" y="1012"/>
                </a:cubicBezTo>
                <a:close/>
                <a:moveTo>
                  <a:pt x="1525" y="2812"/>
                </a:moveTo>
                <a:cubicBezTo>
                  <a:pt x="1534" y="2804"/>
                  <a:pt x="1538" y="2815"/>
                  <a:pt x="1543" y="2819"/>
                </a:cubicBezTo>
                <a:cubicBezTo>
                  <a:pt x="1545" y="2818"/>
                  <a:pt x="1546" y="2816"/>
                  <a:pt x="1548" y="2815"/>
                </a:cubicBezTo>
                <a:cubicBezTo>
                  <a:pt x="1548" y="2813"/>
                  <a:pt x="1549" y="2812"/>
                  <a:pt x="1550" y="2812"/>
                </a:cubicBezTo>
                <a:cubicBezTo>
                  <a:pt x="1534" y="2810"/>
                  <a:pt x="1526" y="2798"/>
                  <a:pt x="1510" y="2797"/>
                </a:cubicBezTo>
                <a:cubicBezTo>
                  <a:pt x="1514" y="2803"/>
                  <a:pt x="1522" y="2804"/>
                  <a:pt x="1525" y="2812"/>
                </a:cubicBezTo>
                <a:close/>
                <a:moveTo>
                  <a:pt x="376" y="76"/>
                </a:moveTo>
                <a:cubicBezTo>
                  <a:pt x="376" y="72"/>
                  <a:pt x="385" y="68"/>
                  <a:pt x="378" y="65"/>
                </a:cubicBezTo>
                <a:cubicBezTo>
                  <a:pt x="371" y="69"/>
                  <a:pt x="371" y="73"/>
                  <a:pt x="376" y="76"/>
                </a:cubicBezTo>
                <a:close/>
                <a:moveTo>
                  <a:pt x="397" y="84"/>
                </a:moveTo>
                <a:cubicBezTo>
                  <a:pt x="399" y="80"/>
                  <a:pt x="408" y="75"/>
                  <a:pt x="398" y="73"/>
                </a:cubicBezTo>
                <a:cubicBezTo>
                  <a:pt x="401" y="76"/>
                  <a:pt x="390" y="81"/>
                  <a:pt x="397" y="84"/>
                </a:cubicBezTo>
                <a:close/>
                <a:moveTo>
                  <a:pt x="368" y="114"/>
                </a:moveTo>
                <a:cubicBezTo>
                  <a:pt x="373" y="111"/>
                  <a:pt x="371" y="110"/>
                  <a:pt x="373" y="107"/>
                </a:cubicBezTo>
                <a:cubicBezTo>
                  <a:pt x="370" y="105"/>
                  <a:pt x="367" y="107"/>
                  <a:pt x="363" y="105"/>
                </a:cubicBezTo>
                <a:cubicBezTo>
                  <a:pt x="358" y="109"/>
                  <a:pt x="365" y="109"/>
                  <a:pt x="368" y="114"/>
                </a:cubicBezTo>
                <a:close/>
                <a:moveTo>
                  <a:pt x="200" y="255"/>
                </a:moveTo>
                <a:cubicBezTo>
                  <a:pt x="208" y="249"/>
                  <a:pt x="207" y="245"/>
                  <a:pt x="199" y="242"/>
                </a:cubicBezTo>
                <a:cubicBezTo>
                  <a:pt x="196" y="244"/>
                  <a:pt x="194" y="246"/>
                  <a:pt x="191" y="248"/>
                </a:cubicBezTo>
                <a:cubicBezTo>
                  <a:pt x="199" y="250"/>
                  <a:pt x="194" y="253"/>
                  <a:pt x="200" y="255"/>
                </a:cubicBezTo>
                <a:close/>
                <a:moveTo>
                  <a:pt x="391" y="102"/>
                </a:moveTo>
                <a:cubicBezTo>
                  <a:pt x="399" y="101"/>
                  <a:pt x="394" y="99"/>
                  <a:pt x="401" y="95"/>
                </a:cubicBezTo>
                <a:cubicBezTo>
                  <a:pt x="398" y="95"/>
                  <a:pt x="395" y="95"/>
                  <a:pt x="397" y="93"/>
                </a:cubicBezTo>
                <a:cubicBezTo>
                  <a:pt x="391" y="92"/>
                  <a:pt x="385" y="100"/>
                  <a:pt x="391" y="102"/>
                </a:cubicBezTo>
                <a:close/>
                <a:moveTo>
                  <a:pt x="206" y="264"/>
                </a:moveTo>
                <a:cubicBezTo>
                  <a:pt x="203" y="263"/>
                  <a:pt x="200" y="262"/>
                  <a:pt x="197" y="260"/>
                </a:cubicBezTo>
                <a:cubicBezTo>
                  <a:pt x="198" y="265"/>
                  <a:pt x="191" y="267"/>
                  <a:pt x="186" y="270"/>
                </a:cubicBezTo>
                <a:cubicBezTo>
                  <a:pt x="193" y="271"/>
                  <a:pt x="199" y="269"/>
                  <a:pt x="206" y="264"/>
                </a:cubicBezTo>
                <a:close/>
                <a:moveTo>
                  <a:pt x="349" y="171"/>
                </a:moveTo>
                <a:cubicBezTo>
                  <a:pt x="342" y="170"/>
                  <a:pt x="340" y="179"/>
                  <a:pt x="350" y="180"/>
                </a:cubicBezTo>
                <a:cubicBezTo>
                  <a:pt x="359" y="176"/>
                  <a:pt x="342" y="175"/>
                  <a:pt x="349" y="171"/>
                </a:cubicBezTo>
                <a:close/>
                <a:moveTo>
                  <a:pt x="343" y="196"/>
                </a:moveTo>
                <a:cubicBezTo>
                  <a:pt x="349" y="197"/>
                  <a:pt x="353" y="188"/>
                  <a:pt x="345" y="187"/>
                </a:cubicBezTo>
                <a:cubicBezTo>
                  <a:pt x="342" y="189"/>
                  <a:pt x="340" y="191"/>
                  <a:pt x="337" y="193"/>
                </a:cubicBezTo>
                <a:cubicBezTo>
                  <a:pt x="340" y="193"/>
                  <a:pt x="346" y="193"/>
                  <a:pt x="343" y="196"/>
                </a:cubicBezTo>
                <a:close/>
                <a:moveTo>
                  <a:pt x="409" y="202"/>
                </a:moveTo>
                <a:cubicBezTo>
                  <a:pt x="410" y="199"/>
                  <a:pt x="412" y="191"/>
                  <a:pt x="402" y="193"/>
                </a:cubicBezTo>
                <a:cubicBezTo>
                  <a:pt x="400" y="197"/>
                  <a:pt x="403" y="200"/>
                  <a:pt x="409" y="202"/>
                </a:cubicBezTo>
                <a:close/>
                <a:moveTo>
                  <a:pt x="166" y="437"/>
                </a:moveTo>
                <a:cubicBezTo>
                  <a:pt x="165" y="434"/>
                  <a:pt x="166" y="430"/>
                  <a:pt x="160" y="428"/>
                </a:cubicBezTo>
                <a:cubicBezTo>
                  <a:pt x="155" y="433"/>
                  <a:pt x="158" y="439"/>
                  <a:pt x="166" y="437"/>
                </a:cubicBezTo>
                <a:close/>
                <a:moveTo>
                  <a:pt x="402" y="229"/>
                </a:moveTo>
                <a:cubicBezTo>
                  <a:pt x="401" y="233"/>
                  <a:pt x="392" y="238"/>
                  <a:pt x="403" y="240"/>
                </a:cubicBezTo>
                <a:cubicBezTo>
                  <a:pt x="405" y="236"/>
                  <a:pt x="408" y="232"/>
                  <a:pt x="402" y="229"/>
                </a:cubicBezTo>
                <a:close/>
                <a:moveTo>
                  <a:pt x="302" y="388"/>
                </a:moveTo>
                <a:cubicBezTo>
                  <a:pt x="302" y="387"/>
                  <a:pt x="302" y="385"/>
                  <a:pt x="305" y="383"/>
                </a:cubicBezTo>
                <a:cubicBezTo>
                  <a:pt x="291" y="384"/>
                  <a:pt x="301" y="375"/>
                  <a:pt x="290" y="380"/>
                </a:cubicBezTo>
                <a:cubicBezTo>
                  <a:pt x="287" y="386"/>
                  <a:pt x="296" y="383"/>
                  <a:pt x="302" y="388"/>
                </a:cubicBezTo>
                <a:close/>
                <a:moveTo>
                  <a:pt x="450" y="251"/>
                </a:moveTo>
                <a:cubicBezTo>
                  <a:pt x="440" y="249"/>
                  <a:pt x="438" y="259"/>
                  <a:pt x="435" y="263"/>
                </a:cubicBezTo>
                <a:cubicBezTo>
                  <a:pt x="442" y="263"/>
                  <a:pt x="441" y="255"/>
                  <a:pt x="450" y="251"/>
                </a:cubicBezTo>
                <a:close/>
                <a:moveTo>
                  <a:pt x="432" y="317"/>
                </a:moveTo>
                <a:cubicBezTo>
                  <a:pt x="435" y="312"/>
                  <a:pt x="434" y="307"/>
                  <a:pt x="438" y="302"/>
                </a:cubicBezTo>
                <a:cubicBezTo>
                  <a:pt x="434" y="298"/>
                  <a:pt x="431" y="309"/>
                  <a:pt x="427" y="306"/>
                </a:cubicBezTo>
                <a:cubicBezTo>
                  <a:pt x="428" y="310"/>
                  <a:pt x="425" y="315"/>
                  <a:pt x="432" y="317"/>
                </a:cubicBezTo>
                <a:close/>
                <a:moveTo>
                  <a:pt x="272" y="493"/>
                </a:moveTo>
                <a:cubicBezTo>
                  <a:pt x="279" y="488"/>
                  <a:pt x="266" y="488"/>
                  <a:pt x="276" y="483"/>
                </a:cubicBezTo>
                <a:cubicBezTo>
                  <a:pt x="270" y="482"/>
                  <a:pt x="265" y="483"/>
                  <a:pt x="260" y="487"/>
                </a:cubicBezTo>
                <a:cubicBezTo>
                  <a:pt x="271" y="487"/>
                  <a:pt x="262" y="495"/>
                  <a:pt x="272" y="493"/>
                </a:cubicBezTo>
                <a:close/>
                <a:moveTo>
                  <a:pt x="545" y="258"/>
                </a:moveTo>
                <a:cubicBezTo>
                  <a:pt x="542" y="257"/>
                  <a:pt x="539" y="256"/>
                  <a:pt x="536" y="255"/>
                </a:cubicBezTo>
                <a:cubicBezTo>
                  <a:pt x="529" y="259"/>
                  <a:pt x="535" y="260"/>
                  <a:pt x="529" y="263"/>
                </a:cubicBezTo>
                <a:cubicBezTo>
                  <a:pt x="535" y="266"/>
                  <a:pt x="540" y="262"/>
                  <a:pt x="545" y="258"/>
                </a:cubicBezTo>
                <a:close/>
                <a:moveTo>
                  <a:pt x="491" y="295"/>
                </a:moveTo>
                <a:cubicBezTo>
                  <a:pt x="483" y="300"/>
                  <a:pt x="485" y="303"/>
                  <a:pt x="484" y="306"/>
                </a:cubicBezTo>
                <a:cubicBezTo>
                  <a:pt x="490" y="306"/>
                  <a:pt x="500" y="296"/>
                  <a:pt x="491" y="295"/>
                </a:cubicBezTo>
                <a:close/>
                <a:moveTo>
                  <a:pt x="546" y="279"/>
                </a:moveTo>
                <a:cubicBezTo>
                  <a:pt x="541" y="275"/>
                  <a:pt x="538" y="284"/>
                  <a:pt x="533" y="280"/>
                </a:cubicBezTo>
                <a:cubicBezTo>
                  <a:pt x="531" y="281"/>
                  <a:pt x="533" y="281"/>
                  <a:pt x="534" y="282"/>
                </a:cubicBezTo>
                <a:cubicBezTo>
                  <a:pt x="525" y="293"/>
                  <a:pt x="536" y="299"/>
                  <a:pt x="530" y="310"/>
                </a:cubicBezTo>
                <a:cubicBezTo>
                  <a:pt x="537" y="314"/>
                  <a:pt x="543" y="309"/>
                  <a:pt x="550" y="310"/>
                </a:cubicBezTo>
                <a:cubicBezTo>
                  <a:pt x="555" y="304"/>
                  <a:pt x="543" y="308"/>
                  <a:pt x="543" y="304"/>
                </a:cubicBezTo>
                <a:cubicBezTo>
                  <a:pt x="548" y="298"/>
                  <a:pt x="553" y="300"/>
                  <a:pt x="552" y="296"/>
                </a:cubicBezTo>
                <a:cubicBezTo>
                  <a:pt x="541" y="298"/>
                  <a:pt x="543" y="291"/>
                  <a:pt x="537" y="289"/>
                </a:cubicBezTo>
                <a:cubicBezTo>
                  <a:pt x="544" y="285"/>
                  <a:pt x="541" y="283"/>
                  <a:pt x="546" y="279"/>
                </a:cubicBezTo>
                <a:close/>
                <a:moveTo>
                  <a:pt x="701" y="182"/>
                </a:moveTo>
                <a:cubicBezTo>
                  <a:pt x="703" y="178"/>
                  <a:pt x="709" y="173"/>
                  <a:pt x="704" y="171"/>
                </a:cubicBezTo>
                <a:cubicBezTo>
                  <a:pt x="700" y="175"/>
                  <a:pt x="691" y="180"/>
                  <a:pt x="701" y="182"/>
                </a:cubicBezTo>
                <a:close/>
                <a:moveTo>
                  <a:pt x="717" y="175"/>
                </a:moveTo>
                <a:cubicBezTo>
                  <a:pt x="728" y="170"/>
                  <a:pt x="715" y="170"/>
                  <a:pt x="718" y="167"/>
                </a:cubicBezTo>
                <a:cubicBezTo>
                  <a:pt x="711" y="167"/>
                  <a:pt x="711" y="174"/>
                  <a:pt x="717" y="175"/>
                </a:cubicBezTo>
                <a:close/>
                <a:moveTo>
                  <a:pt x="704" y="184"/>
                </a:moveTo>
                <a:cubicBezTo>
                  <a:pt x="709" y="186"/>
                  <a:pt x="713" y="184"/>
                  <a:pt x="718" y="185"/>
                </a:cubicBezTo>
                <a:cubicBezTo>
                  <a:pt x="720" y="183"/>
                  <a:pt x="717" y="181"/>
                  <a:pt x="719" y="179"/>
                </a:cubicBezTo>
                <a:cubicBezTo>
                  <a:pt x="714" y="179"/>
                  <a:pt x="709" y="181"/>
                  <a:pt x="704" y="184"/>
                </a:cubicBezTo>
                <a:close/>
                <a:moveTo>
                  <a:pt x="276" y="569"/>
                </a:moveTo>
                <a:cubicBezTo>
                  <a:pt x="276" y="569"/>
                  <a:pt x="276" y="569"/>
                  <a:pt x="276" y="569"/>
                </a:cubicBezTo>
                <a:cubicBezTo>
                  <a:pt x="276" y="568"/>
                  <a:pt x="276" y="566"/>
                  <a:pt x="277" y="565"/>
                </a:cubicBezTo>
                <a:cubicBezTo>
                  <a:pt x="273" y="564"/>
                  <a:pt x="269" y="565"/>
                  <a:pt x="266" y="568"/>
                </a:cubicBezTo>
                <a:cubicBezTo>
                  <a:pt x="270" y="567"/>
                  <a:pt x="272" y="569"/>
                  <a:pt x="273" y="571"/>
                </a:cubicBezTo>
                <a:cubicBezTo>
                  <a:pt x="267" y="575"/>
                  <a:pt x="274" y="581"/>
                  <a:pt x="270" y="586"/>
                </a:cubicBezTo>
                <a:cubicBezTo>
                  <a:pt x="284" y="585"/>
                  <a:pt x="279" y="573"/>
                  <a:pt x="276" y="569"/>
                </a:cubicBezTo>
                <a:close/>
                <a:moveTo>
                  <a:pt x="845" y="135"/>
                </a:moveTo>
                <a:cubicBezTo>
                  <a:pt x="841" y="132"/>
                  <a:pt x="842" y="127"/>
                  <a:pt x="830" y="125"/>
                </a:cubicBezTo>
                <a:cubicBezTo>
                  <a:pt x="828" y="128"/>
                  <a:pt x="834" y="132"/>
                  <a:pt x="845" y="135"/>
                </a:cubicBezTo>
                <a:close/>
                <a:moveTo>
                  <a:pt x="665" y="266"/>
                </a:moveTo>
                <a:cubicBezTo>
                  <a:pt x="654" y="265"/>
                  <a:pt x="658" y="261"/>
                  <a:pt x="654" y="259"/>
                </a:cubicBezTo>
                <a:cubicBezTo>
                  <a:pt x="646" y="264"/>
                  <a:pt x="655" y="274"/>
                  <a:pt x="665" y="266"/>
                </a:cubicBezTo>
                <a:close/>
                <a:moveTo>
                  <a:pt x="542" y="379"/>
                </a:moveTo>
                <a:cubicBezTo>
                  <a:pt x="542" y="379"/>
                  <a:pt x="542" y="378"/>
                  <a:pt x="542" y="378"/>
                </a:cubicBezTo>
                <a:cubicBezTo>
                  <a:pt x="543" y="379"/>
                  <a:pt x="544" y="379"/>
                  <a:pt x="546" y="380"/>
                </a:cubicBezTo>
                <a:cubicBezTo>
                  <a:pt x="547" y="379"/>
                  <a:pt x="548" y="378"/>
                  <a:pt x="548" y="377"/>
                </a:cubicBezTo>
                <a:cubicBezTo>
                  <a:pt x="549" y="377"/>
                  <a:pt x="549" y="377"/>
                  <a:pt x="549" y="377"/>
                </a:cubicBezTo>
                <a:cubicBezTo>
                  <a:pt x="551" y="375"/>
                  <a:pt x="552" y="374"/>
                  <a:pt x="551" y="373"/>
                </a:cubicBezTo>
                <a:cubicBezTo>
                  <a:pt x="552" y="371"/>
                  <a:pt x="552" y="370"/>
                  <a:pt x="549" y="369"/>
                </a:cubicBezTo>
                <a:cubicBezTo>
                  <a:pt x="549" y="369"/>
                  <a:pt x="548" y="370"/>
                  <a:pt x="547" y="371"/>
                </a:cubicBezTo>
                <a:cubicBezTo>
                  <a:pt x="543" y="369"/>
                  <a:pt x="536" y="367"/>
                  <a:pt x="539" y="363"/>
                </a:cubicBezTo>
                <a:cubicBezTo>
                  <a:pt x="528" y="367"/>
                  <a:pt x="530" y="377"/>
                  <a:pt x="542" y="379"/>
                </a:cubicBezTo>
                <a:close/>
                <a:moveTo>
                  <a:pt x="769" y="202"/>
                </a:moveTo>
                <a:cubicBezTo>
                  <a:pt x="766" y="198"/>
                  <a:pt x="779" y="191"/>
                  <a:pt x="771" y="189"/>
                </a:cubicBezTo>
                <a:cubicBezTo>
                  <a:pt x="762" y="195"/>
                  <a:pt x="763" y="199"/>
                  <a:pt x="769" y="202"/>
                </a:cubicBezTo>
                <a:close/>
                <a:moveTo>
                  <a:pt x="660" y="313"/>
                </a:moveTo>
                <a:cubicBezTo>
                  <a:pt x="660" y="312"/>
                  <a:pt x="661" y="310"/>
                  <a:pt x="663" y="308"/>
                </a:cubicBezTo>
                <a:cubicBezTo>
                  <a:pt x="660" y="309"/>
                  <a:pt x="656" y="308"/>
                  <a:pt x="653" y="307"/>
                </a:cubicBezTo>
                <a:cubicBezTo>
                  <a:pt x="644" y="312"/>
                  <a:pt x="657" y="311"/>
                  <a:pt x="660" y="313"/>
                </a:cubicBezTo>
                <a:close/>
                <a:moveTo>
                  <a:pt x="753" y="294"/>
                </a:moveTo>
                <a:cubicBezTo>
                  <a:pt x="747" y="292"/>
                  <a:pt x="748" y="290"/>
                  <a:pt x="738" y="290"/>
                </a:cubicBezTo>
                <a:cubicBezTo>
                  <a:pt x="737" y="296"/>
                  <a:pt x="744" y="301"/>
                  <a:pt x="753" y="294"/>
                </a:cubicBezTo>
                <a:close/>
                <a:moveTo>
                  <a:pt x="874" y="387"/>
                </a:moveTo>
                <a:cubicBezTo>
                  <a:pt x="876" y="385"/>
                  <a:pt x="871" y="385"/>
                  <a:pt x="868" y="384"/>
                </a:cubicBezTo>
                <a:cubicBezTo>
                  <a:pt x="863" y="388"/>
                  <a:pt x="866" y="390"/>
                  <a:pt x="863" y="393"/>
                </a:cubicBezTo>
                <a:cubicBezTo>
                  <a:pt x="868" y="395"/>
                  <a:pt x="870" y="385"/>
                  <a:pt x="874" y="387"/>
                </a:cubicBezTo>
                <a:close/>
                <a:moveTo>
                  <a:pt x="973" y="313"/>
                </a:moveTo>
                <a:cubicBezTo>
                  <a:pt x="971" y="310"/>
                  <a:pt x="972" y="303"/>
                  <a:pt x="963" y="304"/>
                </a:cubicBezTo>
                <a:cubicBezTo>
                  <a:pt x="959" y="310"/>
                  <a:pt x="964" y="312"/>
                  <a:pt x="973" y="313"/>
                </a:cubicBezTo>
                <a:close/>
                <a:moveTo>
                  <a:pt x="930" y="403"/>
                </a:moveTo>
                <a:cubicBezTo>
                  <a:pt x="916" y="405"/>
                  <a:pt x="925" y="396"/>
                  <a:pt x="915" y="395"/>
                </a:cubicBezTo>
                <a:cubicBezTo>
                  <a:pt x="910" y="401"/>
                  <a:pt x="919" y="403"/>
                  <a:pt x="909" y="410"/>
                </a:cubicBezTo>
                <a:cubicBezTo>
                  <a:pt x="914" y="410"/>
                  <a:pt x="918" y="407"/>
                  <a:pt x="922" y="405"/>
                </a:cubicBezTo>
                <a:cubicBezTo>
                  <a:pt x="926" y="406"/>
                  <a:pt x="920" y="413"/>
                  <a:pt x="929" y="410"/>
                </a:cubicBezTo>
                <a:cubicBezTo>
                  <a:pt x="932" y="407"/>
                  <a:pt x="922" y="407"/>
                  <a:pt x="930" y="403"/>
                </a:cubicBezTo>
                <a:close/>
                <a:moveTo>
                  <a:pt x="940" y="461"/>
                </a:moveTo>
                <a:cubicBezTo>
                  <a:pt x="937" y="457"/>
                  <a:pt x="930" y="455"/>
                  <a:pt x="936" y="448"/>
                </a:cubicBezTo>
                <a:cubicBezTo>
                  <a:pt x="927" y="451"/>
                  <a:pt x="927" y="465"/>
                  <a:pt x="940" y="461"/>
                </a:cubicBezTo>
                <a:close/>
                <a:moveTo>
                  <a:pt x="1008" y="425"/>
                </a:moveTo>
                <a:cubicBezTo>
                  <a:pt x="1006" y="423"/>
                  <a:pt x="1008" y="418"/>
                  <a:pt x="1002" y="417"/>
                </a:cubicBezTo>
                <a:cubicBezTo>
                  <a:pt x="997" y="422"/>
                  <a:pt x="999" y="425"/>
                  <a:pt x="1008" y="425"/>
                </a:cubicBezTo>
                <a:close/>
                <a:moveTo>
                  <a:pt x="918" y="507"/>
                </a:moveTo>
                <a:cubicBezTo>
                  <a:pt x="918" y="510"/>
                  <a:pt x="913" y="516"/>
                  <a:pt x="921" y="516"/>
                </a:cubicBezTo>
                <a:cubicBezTo>
                  <a:pt x="922" y="512"/>
                  <a:pt x="924" y="508"/>
                  <a:pt x="918" y="507"/>
                </a:cubicBezTo>
                <a:close/>
                <a:moveTo>
                  <a:pt x="913" y="555"/>
                </a:moveTo>
                <a:cubicBezTo>
                  <a:pt x="916" y="555"/>
                  <a:pt x="919" y="551"/>
                  <a:pt x="921" y="548"/>
                </a:cubicBezTo>
                <a:cubicBezTo>
                  <a:pt x="918" y="548"/>
                  <a:pt x="916" y="548"/>
                  <a:pt x="913" y="547"/>
                </a:cubicBezTo>
                <a:cubicBezTo>
                  <a:pt x="910" y="551"/>
                  <a:pt x="915" y="551"/>
                  <a:pt x="913" y="555"/>
                </a:cubicBezTo>
                <a:close/>
                <a:moveTo>
                  <a:pt x="923" y="560"/>
                </a:moveTo>
                <a:cubicBezTo>
                  <a:pt x="916" y="565"/>
                  <a:pt x="924" y="565"/>
                  <a:pt x="921" y="569"/>
                </a:cubicBezTo>
                <a:cubicBezTo>
                  <a:pt x="926" y="569"/>
                  <a:pt x="932" y="558"/>
                  <a:pt x="923" y="560"/>
                </a:cubicBezTo>
                <a:close/>
                <a:moveTo>
                  <a:pt x="914" y="623"/>
                </a:moveTo>
                <a:cubicBezTo>
                  <a:pt x="913" y="628"/>
                  <a:pt x="927" y="622"/>
                  <a:pt x="930" y="619"/>
                </a:cubicBezTo>
                <a:cubicBezTo>
                  <a:pt x="928" y="614"/>
                  <a:pt x="920" y="622"/>
                  <a:pt x="914" y="623"/>
                </a:cubicBezTo>
                <a:close/>
                <a:moveTo>
                  <a:pt x="934" y="606"/>
                </a:moveTo>
                <a:cubicBezTo>
                  <a:pt x="933" y="613"/>
                  <a:pt x="930" y="622"/>
                  <a:pt x="945" y="619"/>
                </a:cubicBezTo>
                <a:cubicBezTo>
                  <a:pt x="939" y="615"/>
                  <a:pt x="950" y="606"/>
                  <a:pt x="934" y="606"/>
                </a:cubicBezTo>
                <a:close/>
                <a:moveTo>
                  <a:pt x="918" y="629"/>
                </a:moveTo>
                <a:cubicBezTo>
                  <a:pt x="921" y="632"/>
                  <a:pt x="919" y="636"/>
                  <a:pt x="925" y="637"/>
                </a:cubicBezTo>
                <a:cubicBezTo>
                  <a:pt x="926" y="633"/>
                  <a:pt x="923" y="631"/>
                  <a:pt x="926" y="626"/>
                </a:cubicBezTo>
                <a:cubicBezTo>
                  <a:pt x="923" y="626"/>
                  <a:pt x="921" y="629"/>
                  <a:pt x="918" y="629"/>
                </a:cubicBezTo>
                <a:close/>
                <a:moveTo>
                  <a:pt x="892" y="659"/>
                </a:moveTo>
                <a:cubicBezTo>
                  <a:pt x="898" y="666"/>
                  <a:pt x="893" y="671"/>
                  <a:pt x="910" y="657"/>
                </a:cubicBezTo>
                <a:cubicBezTo>
                  <a:pt x="903" y="655"/>
                  <a:pt x="898" y="658"/>
                  <a:pt x="892" y="659"/>
                </a:cubicBezTo>
                <a:close/>
                <a:moveTo>
                  <a:pt x="931" y="710"/>
                </a:moveTo>
                <a:cubicBezTo>
                  <a:pt x="927" y="717"/>
                  <a:pt x="946" y="706"/>
                  <a:pt x="942" y="711"/>
                </a:cubicBezTo>
                <a:cubicBezTo>
                  <a:pt x="954" y="706"/>
                  <a:pt x="934" y="707"/>
                  <a:pt x="931" y="710"/>
                </a:cubicBezTo>
                <a:close/>
                <a:moveTo>
                  <a:pt x="947" y="719"/>
                </a:moveTo>
                <a:cubicBezTo>
                  <a:pt x="948" y="715"/>
                  <a:pt x="945" y="713"/>
                  <a:pt x="938" y="712"/>
                </a:cubicBezTo>
                <a:cubicBezTo>
                  <a:pt x="936" y="716"/>
                  <a:pt x="938" y="719"/>
                  <a:pt x="947" y="719"/>
                </a:cubicBezTo>
                <a:close/>
                <a:moveTo>
                  <a:pt x="916" y="799"/>
                </a:moveTo>
                <a:cubicBezTo>
                  <a:pt x="921" y="799"/>
                  <a:pt x="924" y="794"/>
                  <a:pt x="930" y="796"/>
                </a:cubicBezTo>
                <a:cubicBezTo>
                  <a:pt x="930" y="791"/>
                  <a:pt x="914" y="792"/>
                  <a:pt x="916" y="799"/>
                </a:cubicBezTo>
                <a:close/>
                <a:moveTo>
                  <a:pt x="1146" y="852"/>
                </a:moveTo>
                <a:cubicBezTo>
                  <a:pt x="1145" y="850"/>
                  <a:pt x="1139" y="850"/>
                  <a:pt x="1134" y="849"/>
                </a:cubicBezTo>
                <a:cubicBezTo>
                  <a:pt x="1125" y="859"/>
                  <a:pt x="1139" y="856"/>
                  <a:pt x="1146" y="852"/>
                </a:cubicBezTo>
                <a:close/>
                <a:moveTo>
                  <a:pt x="1171" y="944"/>
                </a:moveTo>
                <a:cubicBezTo>
                  <a:pt x="1166" y="952"/>
                  <a:pt x="1182" y="942"/>
                  <a:pt x="1177" y="951"/>
                </a:cubicBezTo>
                <a:cubicBezTo>
                  <a:pt x="1171" y="957"/>
                  <a:pt x="1170" y="951"/>
                  <a:pt x="1166" y="952"/>
                </a:cubicBezTo>
                <a:cubicBezTo>
                  <a:pt x="1163" y="958"/>
                  <a:pt x="1170" y="958"/>
                  <a:pt x="1178" y="955"/>
                </a:cubicBezTo>
                <a:cubicBezTo>
                  <a:pt x="1178" y="952"/>
                  <a:pt x="1179" y="950"/>
                  <a:pt x="1184" y="947"/>
                </a:cubicBezTo>
                <a:cubicBezTo>
                  <a:pt x="1194" y="946"/>
                  <a:pt x="1183" y="958"/>
                  <a:pt x="1195" y="956"/>
                </a:cubicBezTo>
                <a:cubicBezTo>
                  <a:pt x="1194" y="954"/>
                  <a:pt x="1191" y="953"/>
                  <a:pt x="1197" y="947"/>
                </a:cubicBezTo>
                <a:cubicBezTo>
                  <a:pt x="1185" y="947"/>
                  <a:pt x="1187" y="940"/>
                  <a:pt x="1191" y="934"/>
                </a:cubicBezTo>
                <a:cubicBezTo>
                  <a:pt x="1184" y="938"/>
                  <a:pt x="1180" y="945"/>
                  <a:pt x="1171" y="944"/>
                </a:cubicBezTo>
                <a:close/>
                <a:moveTo>
                  <a:pt x="1186" y="984"/>
                </a:moveTo>
                <a:cubicBezTo>
                  <a:pt x="1194" y="984"/>
                  <a:pt x="1191" y="986"/>
                  <a:pt x="1199" y="983"/>
                </a:cubicBezTo>
                <a:cubicBezTo>
                  <a:pt x="1204" y="977"/>
                  <a:pt x="1186" y="981"/>
                  <a:pt x="1200" y="976"/>
                </a:cubicBezTo>
                <a:cubicBezTo>
                  <a:pt x="1203" y="971"/>
                  <a:pt x="1193" y="976"/>
                  <a:pt x="1191" y="977"/>
                </a:cubicBezTo>
                <a:cubicBezTo>
                  <a:pt x="1190" y="979"/>
                  <a:pt x="1188" y="982"/>
                  <a:pt x="1186" y="984"/>
                </a:cubicBezTo>
                <a:close/>
                <a:moveTo>
                  <a:pt x="1189" y="995"/>
                </a:moveTo>
                <a:cubicBezTo>
                  <a:pt x="1194" y="992"/>
                  <a:pt x="1200" y="993"/>
                  <a:pt x="1206" y="992"/>
                </a:cubicBezTo>
                <a:cubicBezTo>
                  <a:pt x="1207" y="990"/>
                  <a:pt x="1209" y="988"/>
                  <a:pt x="1210" y="986"/>
                </a:cubicBezTo>
                <a:cubicBezTo>
                  <a:pt x="1207" y="987"/>
                  <a:pt x="1206" y="986"/>
                  <a:pt x="1207" y="985"/>
                </a:cubicBezTo>
                <a:cubicBezTo>
                  <a:pt x="1200" y="989"/>
                  <a:pt x="1203" y="989"/>
                  <a:pt x="1197" y="987"/>
                </a:cubicBezTo>
                <a:cubicBezTo>
                  <a:pt x="1195" y="991"/>
                  <a:pt x="1191" y="992"/>
                  <a:pt x="1189" y="995"/>
                </a:cubicBezTo>
                <a:close/>
                <a:moveTo>
                  <a:pt x="1201" y="1019"/>
                </a:moveTo>
                <a:cubicBezTo>
                  <a:pt x="1203" y="1012"/>
                  <a:pt x="1193" y="1014"/>
                  <a:pt x="1201" y="1004"/>
                </a:cubicBezTo>
                <a:cubicBezTo>
                  <a:pt x="1192" y="1007"/>
                  <a:pt x="1197" y="1008"/>
                  <a:pt x="1190" y="1014"/>
                </a:cubicBezTo>
                <a:cubicBezTo>
                  <a:pt x="1198" y="1013"/>
                  <a:pt x="1194" y="1019"/>
                  <a:pt x="1201" y="1019"/>
                </a:cubicBezTo>
                <a:close/>
                <a:moveTo>
                  <a:pt x="1202" y="1024"/>
                </a:moveTo>
                <a:cubicBezTo>
                  <a:pt x="1203" y="1025"/>
                  <a:pt x="1204" y="1026"/>
                  <a:pt x="1208" y="1026"/>
                </a:cubicBezTo>
                <a:cubicBezTo>
                  <a:pt x="1210" y="1024"/>
                  <a:pt x="1213" y="1021"/>
                  <a:pt x="1215" y="1018"/>
                </a:cubicBezTo>
                <a:cubicBezTo>
                  <a:pt x="1209" y="1018"/>
                  <a:pt x="1205" y="1019"/>
                  <a:pt x="1202" y="1024"/>
                </a:cubicBezTo>
                <a:close/>
                <a:moveTo>
                  <a:pt x="1218" y="1023"/>
                </a:moveTo>
                <a:cubicBezTo>
                  <a:pt x="1215" y="1023"/>
                  <a:pt x="1213" y="1024"/>
                  <a:pt x="1211" y="1024"/>
                </a:cubicBezTo>
                <a:cubicBezTo>
                  <a:pt x="1209" y="1027"/>
                  <a:pt x="1206" y="1028"/>
                  <a:pt x="1204" y="1032"/>
                </a:cubicBezTo>
                <a:cubicBezTo>
                  <a:pt x="1207" y="1032"/>
                  <a:pt x="1212" y="1028"/>
                  <a:pt x="1210" y="1031"/>
                </a:cubicBezTo>
                <a:cubicBezTo>
                  <a:pt x="1214" y="1030"/>
                  <a:pt x="1215" y="1026"/>
                  <a:pt x="1218" y="1023"/>
                </a:cubicBezTo>
                <a:close/>
                <a:moveTo>
                  <a:pt x="1225" y="1034"/>
                </a:moveTo>
                <a:cubicBezTo>
                  <a:pt x="1227" y="1029"/>
                  <a:pt x="1231" y="1022"/>
                  <a:pt x="1228" y="1021"/>
                </a:cubicBezTo>
                <a:cubicBezTo>
                  <a:pt x="1224" y="1022"/>
                  <a:pt x="1217" y="1036"/>
                  <a:pt x="1225" y="1034"/>
                </a:cubicBezTo>
                <a:close/>
                <a:moveTo>
                  <a:pt x="1250" y="1084"/>
                </a:moveTo>
                <a:cubicBezTo>
                  <a:pt x="1256" y="1078"/>
                  <a:pt x="1247" y="1081"/>
                  <a:pt x="1252" y="1074"/>
                </a:cubicBezTo>
                <a:cubicBezTo>
                  <a:pt x="1246" y="1076"/>
                  <a:pt x="1241" y="1077"/>
                  <a:pt x="1238" y="1083"/>
                </a:cubicBezTo>
                <a:cubicBezTo>
                  <a:pt x="1246" y="1081"/>
                  <a:pt x="1245" y="1085"/>
                  <a:pt x="1250" y="1084"/>
                </a:cubicBezTo>
                <a:close/>
                <a:moveTo>
                  <a:pt x="1263" y="1115"/>
                </a:moveTo>
                <a:cubicBezTo>
                  <a:pt x="1267" y="1107"/>
                  <a:pt x="1267" y="1107"/>
                  <a:pt x="1267" y="1107"/>
                </a:cubicBezTo>
                <a:cubicBezTo>
                  <a:pt x="1265" y="1107"/>
                  <a:pt x="1262" y="1107"/>
                  <a:pt x="1259" y="1108"/>
                </a:cubicBezTo>
                <a:cubicBezTo>
                  <a:pt x="1256" y="1113"/>
                  <a:pt x="1257" y="1115"/>
                  <a:pt x="1263" y="1115"/>
                </a:cubicBezTo>
                <a:close/>
                <a:moveTo>
                  <a:pt x="1269" y="1138"/>
                </a:moveTo>
                <a:cubicBezTo>
                  <a:pt x="1275" y="1139"/>
                  <a:pt x="1274" y="1128"/>
                  <a:pt x="1280" y="1128"/>
                </a:cubicBezTo>
                <a:cubicBezTo>
                  <a:pt x="1280" y="1124"/>
                  <a:pt x="1276" y="1128"/>
                  <a:pt x="1273" y="1129"/>
                </a:cubicBezTo>
                <a:cubicBezTo>
                  <a:pt x="1270" y="1128"/>
                  <a:pt x="1275" y="1122"/>
                  <a:pt x="1267" y="1125"/>
                </a:cubicBezTo>
                <a:cubicBezTo>
                  <a:pt x="1267" y="1130"/>
                  <a:pt x="1269" y="1134"/>
                  <a:pt x="1269" y="1138"/>
                </a:cubicBezTo>
                <a:close/>
                <a:moveTo>
                  <a:pt x="1297" y="1129"/>
                </a:moveTo>
                <a:cubicBezTo>
                  <a:pt x="1303" y="1125"/>
                  <a:pt x="1303" y="1122"/>
                  <a:pt x="1302" y="1118"/>
                </a:cubicBezTo>
                <a:cubicBezTo>
                  <a:pt x="1298" y="1118"/>
                  <a:pt x="1297" y="1124"/>
                  <a:pt x="1292" y="1124"/>
                </a:cubicBezTo>
                <a:cubicBezTo>
                  <a:pt x="1290" y="1128"/>
                  <a:pt x="1299" y="1125"/>
                  <a:pt x="1297" y="1129"/>
                </a:cubicBezTo>
                <a:close/>
                <a:moveTo>
                  <a:pt x="1288" y="1178"/>
                </a:moveTo>
                <a:cubicBezTo>
                  <a:pt x="1300" y="1174"/>
                  <a:pt x="1295" y="1163"/>
                  <a:pt x="1303" y="1155"/>
                </a:cubicBezTo>
                <a:cubicBezTo>
                  <a:pt x="1293" y="1161"/>
                  <a:pt x="1293" y="1163"/>
                  <a:pt x="1286" y="1159"/>
                </a:cubicBezTo>
                <a:cubicBezTo>
                  <a:pt x="1291" y="1150"/>
                  <a:pt x="1297" y="1147"/>
                  <a:pt x="1293" y="1143"/>
                </a:cubicBezTo>
                <a:cubicBezTo>
                  <a:pt x="1283" y="1149"/>
                  <a:pt x="1283" y="1152"/>
                  <a:pt x="1278" y="1162"/>
                </a:cubicBezTo>
                <a:cubicBezTo>
                  <a:pt x="1291" y="1161"/>
                  <a:pt x="1285" y="1172"/>
                  <a:pt x="1288" y="1178"/>
                </a:cubicBezTo>
                <a:close/>
                <a:moveTo>
                  <a:pt x="1306" y="1160"/>
                </a:moveTo>
                <a:cubicBezTo>
                  <a:pt x="1310" y="1157"/>
                  <a:pt x="1312" y="1144"/>
                  <a:pt x="1301" y="1148"/>
                </a:cubicBezTo>
                <a:cubicBezTo>
                  <a:pt x="1301" y="1153"/>
                  <a:pt x="1307" y="1154"/>
                  <a:pt x="1306" y="1160"/>
                </a:cubicBezTo>
                <a:close/>
                <a:moveTo>
                  <a:pt x="1333" y="1158"/>
                </a:moveTo>
                <a:cubicBezTo>
                  <a:pt x="1333" y="1156"/>
                  <a:pt x="1331" y="1155"/>
                  <a:pt x="1327" y="1156"/>
                </a:cubicBezTo>
                <a:cubicBezTo>
                  <a:pt x="1323" y="1163"/>
                  <a:pt x="1328" y="1160"/>
                  <a:pt x="1320" y="1160"/>
                </a:cubicBezTo>
                <a:cubicBezTo>
                  <a:pt x="1318" y="1164"/>
                  <a:pt x="1320" y="1164"/>
                  <a:pt x="1318" y="1168"/>
                </a:cubicBezTo>
                <a:cubicBezTo>
                  <a:pt x="1324" y="1167"/>
                  <a:pt x="1326" y="1159"/>
                  <a:pt x="1333" y="1158"/>
                </a:cubicBezTo>
                <a:close/>
                <a:moveTo>
                  <a:pt x="1346" y="1183"/>
                </a:moveTo>
                <a:cubicBezTo>
                  <a:pt x="1339" y="1187"/>
                  <a:pt x="1343" y="1183"/>
                  <a:pt x="1337" y="1184"/>
                </a:cubicBezTo>
                <a:cubicBezTo>
                  <a:pt x="1334" y="1189"/>
                  <a:pt x="1335" y="1190"/>
                  <a:pt x="1335" y="1192"/>
                </a:cubicBezTo>
                <a:cubicBezTo>
                  <a:pt x="1338" y="1189"/>
                  <a:pt x="1343" y="1188"/>
                  <a:pt x="1346" y="1183"/>
                </a:cubicBezTo>
                <a:close/>
                <a:moveTo>
                  <a:pt x="1523" y="1511"/>
                </a:moveTo>
                <a:cubicBezTo>
                  <a:pt x="1523" y="1506"/>
                  <a:pt x="1524" y="1498"/>
                  <a:pt x="1522" y="1494"/>
                </a:cubicBezTo>
                <a:cubicBezTo>
                  <a:pt x="1517" y="1496"/>
                  <a:pt x="1513" y="1500"/>
                  <a:pt x="1509" y="1503"/>
                </a:cubicBezTo>
                <a:cubicBezTo>
                  <a:pt x="1507" y="1512"/>
                  <a:pt x="1514" y="1512"/>
                  <a:pt x="1523" y="1511"/>
                </a:cubicBezTo>
                <a:close/>
                <a:moveTo>
                  <a:pt x="1604" y="1563"/>
                </a:moveTo>
                <a:cubicBezTo>
                  <a:pt x="1609" y="1560"/>
                  <a:pt x="1608" y="1551"/>
                  <a:pt x="1601" y="1556"/>
                </a:cubicBezTo>
                <a:cubicBezTo>
                  <a:pt x="1596" y="1563"/>
                  <a:pt x="1605" y="1559"/>
                  <a:pt x="1604" y="1563"/>
                </a:cubicBezTo>
                <a:close/>
                <a:moveTo>
                  <a:pt x="1672" y="1652"/>
                </a:moveTo>
                <a:cubicBezTo>
                  <a:pt x="1672" y="1647"/>
                  <a:pt x="1667" y="1646"/>
                  <a:pt x="1664" y="1643"/>
                </a:cubicBezTo>
                <a:cubicBezTo>
                  <a:pt x="1659" y="1648"/>
                  <a:pt x="1664" y="1655"/>
                  <a:pt x="1672" y="1652"/>
                </a:cubicBezTo>
                <a:close/>
                <a:moveTo>
                  <a:pt x="1718" y="1684"/>
                </a:moveTo>
                <a:cubicBezTo>
                  <a:pt x="1715" y="1680"/>
                  <a:pt x="1707" y="1675"/>
                  <a:pt x="1697" y="1682"/>
                </a:cubicBezTo>
                <a:cubicBezTo>
                  <a:pt x="1704" y="1682"/>
                  <a:pt x="1711" y="1688"/>
                  <a:pt x="1718" y="1684"/>
                </a:cubicBezTo>
                <a:close/>
                <a:moveTo>
                  <a:pt x="1788" y="1753"/>
                </a:moveTo>
                <a:cubicBezTo>
                  <a:pt x="1793" y="1748"/>
                  <a:pt x="1790" y="1738"/>
                  <a:pt x="1781" y="1743"/>
                </a:cubicBezTo>
                <a:cubicBezTo>
                  <a:pt x="1781" y="1749"/>
                  <a:pt x="1787" y="1748"/>
                  <a:pt x="1788" y="1753"/>
                </a:cubicBezTo>
                <a:close/>
                <a:moveTo>
                  <a:pt x="1854" y="1831"/>
                </a:moveTo>
                <a:cubicBezTo>
                  <a:pt x="1854" y="1828"/>
                  <a:pt x="1851" y="1828"/>
                  <a:pt x="1847" y="1830"/>
                </a:cubicBezTo>
                <a:cubicBezTo>
                  <a:pt x="1846" y="1834"/>
                  <a:pt x="1843" y="1835"/>
                  <a:pt x="1843" y="1839"/>
                </a:cubicBezTo>
                <a:cubicBezTo>
                  <a:pt x="1846" y="1836"/>
                  <a:pt x="1851" y="1834"/>
                  <a:pt x="1854" y="1831"/>
                </a:cubicBezTo>
                <a:close/>
                <a:moveTo>
                  <a:pt x="2023" y="1930"/>
                </a:moveTo>
                <a:cubicBezTo>
                  <a:pt x="2028" y="1934"/>
                  <a:pt x="2029" y="1936"/>
                  <a:pt x="2038" y="1938"/>
                </a:cubicBezTo>
                <a:cubicBezTo>
                  <a:pt x="2036" y="1929"/>
                  <a:pt x="2031" y="1924"/>
                  <a:pt x="2022" y="1924"/>
                </a:cubicBezTo>
                <a:cubicBezTo>
                  <a:pt x="2022" y="1930"/>
                  <a:pt x="2019" y="1933"/>
                  <a:pt x="2018" y="1939"/>
                </a:cubicBezTo>
                <a:cubicBezTo>
                  <a:pt x="2020" y="1936"/>
                  <a:pt x="2022" y="1934"/>
                  <a:pt x="2023" y="1930"/>
                </a:cubicBezTo>
                <a:close/>
                <a:moveTo>
                  <a:pt x="2026" y="1984"/>
                </a:moveTo>
                <a:cubicBezTo>
                  <a:pt x="2029" y="1979"/>
                  <a:pt x="2037" y="1977"/>
                  <a:pt x="2038" y="1970"/>
                </a:cubicBezTo>
                <a:cubicBezTo>
                  <a:pt x="2034" y="1967"/>
                  <a:pt x="2027" y="1976"/>
                  <a:pt x="2026" y="1984"/>
                </a:cubicBezTo>
                <a:close/>
                <a:moveTo>
                  <a:pt x="2049" y="1950"/>
                </a:moveTo>
                <a:cubicBezTo>
                  <a:pt x="2049" y="1945"/>
                  <a:pt x="2040" y="1953"/>
                  <a:pt x="2042" y="1947"/>
                </a:cubicBezTo>
                <a:cubicBezTo>
                  <a:pt x="2039" y="1949"/>
                  <a:pt x="2039" y="1953"/>
                  <a:pt x="2038" y="1957"/>
                </a:cubicBezTo>
                <a:cubicBezTo>
                  <a:pt x="2043" y="1955"/>
                  <a:pt x="2046" y="1953"/>
                  <a:pt x="2049" y="1950"/>
                </a:cubicBezTo>
                <a:close/>
                <a:moveTo>
                  <a:pt x="2279" y="2060"/>
                </a:moveTo>
                <a:cubicBezTo>
                  <a:pt x="2278" y="2058"/>
                  <a:pt x="2275" y="2058"/>
                  <a:pt x="2272" y="2060"/>
                </a:cubicBezTo>
                <a:cubicBezTo>
                  <a:pt x="2271" y="2062"/>
                  <a:pt x="2269" y="2063"/>
                  <a:pt x="2267" y="2064"/>
                </a:cubicBezTo>
                <a:cubicBezTo>
                  <a:pt x="2269" y="2069"/>
                  <a:pt x="2275" y="2063"/>
                  <a:pt x="2279" y="2060"/>
                </a:cubicBezTo>
                <a:close/>
                <a:moveTo>
                  <a:pt x="2306" y="2045"/>
                </a:moveTo>
                <a:cubicBezTo>
                  <a:pt x="2303" y="2042"/>
                  <a:pt x="2299" y="2045"/>
                  <a:pt x="2295" y="2052"/>
                </a:cubicBezTo>
                <a:cubicBezTo>
                  <a:pt x="2295" y="2056"/>
                  <a:pt x="2305" y="2048"/>
                  <a:pt x="2306" y="2045"/>
                </a:cubicBezTo>
                <a:close/>
                <a:moveTo>
                  <a:pt x="2327" y="2087"/>
                </a:moveTo>
                <a:cubicBezTo>
                  <a:pt x="2331" y="2077"/>
                  <a:pt x="2334" y="2082"/>
                  <a:pt x="2341" y="2079"/>
                </a:cubicBezTo>
                <a:cubicBezTo>
                  <a:pt x="2330" y="2072"/>
                  <a:pt x="2316" y="2078"/>
                  <a:pt x="2303" y="2074"/>
                </a:cubicBezTo>
                <a:cubicBezTo>
                  <a:pt x="2307" y="2083"/>
                  <a:pt x="2318" y="2083"/>
                  <a:pt x="2327" y="2087"/>
                </a:cubicBezTo>
                <a:close/>
                <a:moveTo>
                  <a:pt x="2333" y="2086"/>
                </a:moveTo>
                <a:cubicBezTo>
                  <a:pt x="2333" y="2093"/>
                  <a:pt x="2341" y="2087"/>
                  <a:pt x="2345" y="2088"/>
                </a:cubicBezTo>
                <a:cubicBezTo>
                  <a:pt x="2344" y="2082"/>
                  <a:pt x="2341" y="2080"/>
                  <a:pt x="2333" y="2086"/>
                </a:cubicBezTo>
                <a:close/>
                <a:moveTo>
                  <a:pt x="2349" y="2090"/>
                </a:moveTo>
                <a:cubicBezTo>
                  <a:pt x="2352" y="2093"/>
                  <a:pt x="2353" y="2099"/>
                  <a:pt x="2359" y="2098"/>
                </a:cubicBezTo>
                <a:cubicBezTo>
                  <a:pt x="2362" y="2091"/>
                  <a:pt x="2358" y="2084"/>
                  <a:pt x="2349" y="2090"/>
                </a:cubicBezTo>
                <a:close/>
                <a:moveTo>
                  <a:pt x="2350" y="2109"/>
                </a:moveTo>
                <a:cubicBezTo>
                  <a:pt x="2354" y="2113"/>
                  <a:pt x="2354" y="2117"/>
                  <a:pt x="2354" y="2122"/>
                </a:cubicBezTo>
                <a:cubicBezTo>
                  <a:pt x="2361" y="2117"/>
                  <a:pt x="2363" y="2118"/>
                  <a:pt x="2367" y="2106"/>
                </a:cubicBezTo>
                <a:cubicBezTo>
                  <a:pt x="2359" y="2118"/>
                  <a:pt x="2358" y="2105"/>
                  <a:pt x="2350" y="2109"/>
                </a:cubicBezTo>
                <a:close/>
                <a:moveTo>
                  <a:pt x="2423" y="2022"/>
                </a:moveTo>
                <a:cubicBezTo>
                  <a:pt x="2425" y="2017"/>
                  <a:pt x="2423" y="2016"/>
                  <a:pt x="2423" y="2014"/>
                </a:cubicBezTo>
                <a:cubicBezTo>
                  <a:pt x="2419" y="2015"/>
                  <a:pt x="2417" y="2020"/>
                  <a:pt x="2417" y="2017"/>
                </a:cubicBezTo>
                <a:cubicBezTo>
                  <a:pt x="2411" y="2024"/>
                  <a:pt x="2419" y="2024"/>
                  <a:pt x="2423" y="2022"/>
                </a:cubicBezTo>
                <a:close/>
                <a:moveTo>
                  <a:pt x="2437" y="2117"/>
                </a:moveTo>
                <a:cubicBezTo>
                  <a:pt x="2437" y="2115"/>
                  <a:pt x="2438" y="2113"/>
                  <a:pt x="2440" y="2112"/>
                </a:cubicBezTo>
                <a:cubicBezTo>
                  <a:pt x="2433" y="2113"/>
                  <a:pt x="2429" y="2110"/>
                  <a:pt x="2421" y="2113"/>
                </a:cubicBezTo>
                <a:cubicBezTo>
                  <a:pt x="2422" y="2102"/>
                  <a:pt x="2427" y="2109"/>
                  <a:pt x="2432" y="2101"/>
                </a:cubicBezTo>
                <a:cubicBezTo>
                  <a:pt x="2433" y="2094"/>
                  <a:pt x="2421" y="2109"/>
                  <a:pt x="2422" y="2102"/>
                </a:cubicBezTo>
                <a:cubicBezTo>
                  <a:pt x="2420" y="2103"/>
                  <a:pt x="2419" y="2117"/>
                  <a:pt x="2416" y="2110"/>
                </a:cubicBezTo>
                <a:cubicBezTo>
                  <a:pt x="2414" y="2110"/>
                  <a:pt x="2414" y="2112"/>
                  <a:pt x="2414" y="2113"/>
                </a:cubicBezTo>
                <a:cubicBezTo>
                  <a:pt x="2414" y="2115"/>
                  <a:pt x="2414" y="2116"/>
                  <a:pt x="2413" y="2118"/>
                </a:cubicBezTo>
                <a:cubicBezTo>
                  <a:pt x="2421" y="2111"/>
                  <a:pt x="2426" y="2125"/>
                  <a:pt x="2437" y="2117"/>
                </a:cubicBezTo>
                <a:close/>
                <a:moveTo>
                  <a:pt x="2455" y="2028"/>
                </a:moveTo>
                <a:cubicBezTo>
                  <a:pt x="2450" y="2024"/>
                  <a:pt x="2442" y="2024"/>
                  <a:pt x="2434" y="2025"/>
                </a:cubicBezTo>
                <a:cubicBezTo>
                  <a:pt x="2439" y="2029"/>
                  <a:pt x="2445" y="2032"/>
                  <a:pt x="2455" y="2028"/>
                </a:cubicBezTo>
                <a:close/>
                <a:moveTo>
                  <a:pt x="2443" y="2134"/>
                </a:moveTo>
                <a:cubicBezTo>
                  <a:pt x="2446" y="2126"/>
                  <a:pt x="2449" y="2122"/>
                  <a:pt x="2455" y="2123"/>
                </a:cubicBezTo>
                <a:cubicBezTo>
                  <a:pt x="2454" y="2116"/>
                  <a:pt x="2448" y="2118"/>
                  <a:pt x="2443" y="2119"/>
                </a:cubicBezTo>
                <a:cubicBezTo>
                  <a:pt x="2446" y="2120"/>
                  <a:pt x="2439" y="2132"/>
                  <a:pt x="2443" y="2134"/>
                </a:cubicBezTo>
                <a:close/>
                <a:moveTo>
                  <a:pt x="2472" y="2112"/>
                </a:moveTo>
                <a:cubicBezTo>
                  <a:pt x="2468" y="2106"/>
                  <a:pt x="2464" y="2111"/>
                  <a:pt x="2456" y="2111"/>
                </a:cubicBezTo>
                <a:cubicBezTo>
                  <a:pt x="2458" y="2118"/>
                  <a:pt x="2466" y="2114"/>
                  <a:pt x="2472" y="2112"/>
                </a:cubicBezTo>
                <a:close/>
                <a:moveTo>
                  <a:pt x="2496" y="2137"/>
                </a:moveTo>
                <a:cubicBezTo>
                  <a:pt x="2499" y="2134"/>
                  <a:pt x="2497" y="2129"/>
                  <a:pt x="2500" y="2127"/>
                </a:cubicBezTo>
                <a:cubicBezTo>
                  <a:pt x="2495" y="2123"/>
                  <a:pt x="2478" y="2136"/>
                  <a:pt x="2479" y="2122"/>
                </a:cubicBezTo>
                <a:cubicBezTo>
                  <a:pt x="2467" y="2141"/>
                  <a:pt x="2494" y="2126"/>
                  <a:pt x="2496" y="2137"/>
                </a:cubicBezTo>
                <a:close/>
                <a:moveTo>
                  <a:pt x="2507" y="2114"/>
                </a:moveTo>
                <a:cubicBezTo>
                  <a:pt x="2504" y="2104"/>
                  <a:pt x="2490" y="2113"/>
                  <a:pt x="2481" y="2114"/>
                </a:cubicBezTo>
                <a:cubicBezTo>
                  <a:pt x="2484" y="2123"/>
                  <a:pt x="2497" y="2116"/>
                  <a:pt x="2507" y="2114"/>
                </a:cubicBezTo>
                <a:close/>
                <a:moveTo>
                  <a:pt x="2522" y="2098"/>
                </a:moveTo>
                <a:cubicBezTo>
                  <a:pt x="2522" y="2091"/>
                  <a:pt x="2513" y="2101"/>
                  <a:pt x="2512" y="2096"/>
                </a:cubicBezTo>
                <a:cubicBezTo>
                  <a:pt x="2506" y="2105"/>
                  <a:pt x="2518" y="2099"/>
                  <a:pt x="2522" y="2098"/>
                </a:cubicBezTo>
                <a:close/>
                <a:moveTo>
                  <a:pt x="2527" y="2113"/>
                </a:moveTo>
                <a:cubicBezTo>
                  <a:pt x="2517" y="2118"/>
                  <a:pt x="2519" y="2103"/>
                  <a:pt x="2509" y="2109"/>
                </a:cubicBezTo>
                <a:cubicBezTo>
                  <a:pt x="2512" y="2114"/>
                  <a:pt x="2514" y="2123"/>
                  <a:pt x="2527" y="2113"/>
                </a:cubicBezTo>
                <a:close/>
                <a:moveTo>
                  <a:pt x="2527" y="2138"/>
                </a:moveTo>
                <a:cubicBezTo>
                  <a:pt x="2526" y="2126"/>
                  <a:pt x="2537" y="2123"/>
                  <a:pt x="2538" y="2129"/>
                </a:cubicBezTo>
                <a:cubicBezTo>
                  <a:pt x="2537" y="2137"/>
                  <a:pt x="2531" y="2136"/>
                  <a:pt x="2527" y="2138"/>
                </a:cubicBezTo>
                <a:cubicBezTo>
                  <a:pt x="2524" y="2148"/>
                  <a:pt x="2533" y="2137"/>
                  <a:pt x="2531" y="2146"/>
                </a:cubicBezTo>
                <a:cubicBezTo>
                  <a:pt x="2542" y="2132"/>
                  <a:pt x="2564" y="2122"/>
                  <a:pt x="2573" y="2118"/>
                </a:cubicBezTo>
                <a:cubicBezTo>
                  <a:pt x="2580" y="2106"/>
                  <a:pt x="2556" y="2120"/>
                  <a:pt x="2551" y="2128"/>
                </a:cubicBezTo>
                <a:cubicBezTo>
                  <a:pt x="2556" y="2117"/>
                  <a:pt x="2546" y="2121"/>
                  <a:pt x="2554" y="2112"/>
                </a:cubicBezTo>
                <a:cubicBezTo>
                  <a:pt x="2541" y="2119"/>
                  <a:pt x="2528" y="2129"/>
                  <a:pt x="2508" y="2140"/>
                </a:cubicBezTo>
                <a:cubicBezTo>
                  <a:pt x="2509" y="2148"/>
                  <a:pt x="2517" y="2144"/>
                  <a:pt x="2527" y="2138"/>
                </a:cubicBezTo>
                <a:close/>
                <a:moveTo>
                  <a:pt x="2573" y="2128"/>
                </a:moveTo>
                <a:cubicBezTo>
                  <a:pt x="2568" y="2131"/>
                  <a:pt x="2563" y="2143"/>
                  <a:pt x="2561" y="2135"/>
                </a:cubicBezTo>
                <a:cubicBezTo>
                  <a:pt x="2559" y="2137"/>
                  <a:pt x="2559" y="2142"/>
                  <a:pt x="2559" y="2145"/>
                </a:cubicBezTo>
                <a:cubicBezTo>
                  <a:pt x="2562" y="2145"/>
                  <a:pt x="2568" y="2140"/>
                  <a:pt x="2570" y="2143"/>
                </a:cubicBezTo>
                <a:cubicBezTo>
                  <a:pt x="2572" y="2140"/>
                  <a:pt x="2572" y="2136"/>
                  <a:pt x="2576" y="2135"/>
                </a:cubicBezTo>
                <a:cubicBezTo>
                  <a:pt x="2575" y="2132"/>
                  <a:pt x="2573" y="2131"/>
                  <a:pt x="2573" y="2128"/>
                </a:cubicBezTo>
                <a:close/>
                <a:moveTo>
                  <a:pt x="2564" y="2156"/>
                </a:moveTo>
                <a:cubicBezTo>
                  <a:pt x="2567" y="2157"/>
                  <a:pt x="2575" y="2156"/>
                  <a:pt x="2575" y="2146"/>
                </a:cubicBezTo>
                <a:cubicBezTo>
                  <a:pt x="2569" y="2148"/>
                  <a:pt x="2568" y="2153"/>
                  <a:pt x="2564" y="2156"/>
                </a:cubicBezTo>
                <a:close/>
                <a:moveTo>
                  <a:pt x="2582" y="2149"/>
                </a:moveTo>
                <a:cubicBezTo>
                  <a:pt x="2587" y="2143"/>
                  <a:pt x="2586" y="2142"/>
                  <a:pt x="2592" y="2141"/>
                </a:cubicBezTo>
                <a:cubicBezTo>
                  <a:pt x="2592" y="2133"/>
                  <a:pt x="2584" y="2141"/>
                  <a:pt x="2581" y="2138"/>
                </a:cubicBezTo>
                <a:cubicBezTo>
                  <a:pt x="2575" y="2146"/>
                  <a:pt x="2585" y="2142"/>
                  <a:pt x="2582" y="2149"/>
                </a:cubicBezTo>
                <a:close/>
                <a:moveTo>
                  <a:pt x="406" y="51"/>
                </a:moveTo>
                <a:cubicBezTo>
                  <a:pt x="417" y="47"/>
                  <a:pt x="409" y="44"/>
                  <a:pt x="408" y="40"/>
                </a:cubicBezTo>
                <a:cubicBezTo>
                  <a:pt x="426" y="31"/>
                  <a:pt x="416" y="21"/>
                  <a:pt x="424" y="16"/>
                </a:cubicBezTo>
                <a:cubicBezTo>
                  <a:pt x="415" y="11"/>
                  <a:pt x="409" y="23"/>
                  <a:pt x="410" y="25"/>
                </a:cubicBezTo>
                <a:cubicBezTo>
                  <a:pt x="400" y="21"/>
                  <a:pt x="416" y="15"/>
                  <a:pt x="406" y="11"/>
                </a:cubicBezTo>
                <a:cubicBezTo>
                  <a:pt x="411" y="9"/>
                  <a:pt x="415" y="14"/>
                  <a:pt x="420" y="9"/>
                </a:cubicBezTo>
                <a:cubicBezTo>
                  <a:pt x="416" y="7"/>
                  <a:pt x="418" y="5"/>
                  <a:pt x="414" y="3"/>
                </a:cubicBezTo>
                <a:cubicBezTo>
                  <a:pt x="413" y="13"/>
                  <a:pt x="378" y="0"/>
                  <a:pt x="404" y="10"/>
                </a:cubicBezTo>
                <a:cubicBezTo>
                  <a:pt x="402" y="20"/>
                  <a:pt x="406" y="30"/>
                  <a:pt x="395" y="41"/>
                </a:cubicBezTo>
                <a:cubicBezTo>
                  <a:pt x="404" y="45"/>
                  <a:pt x="401" y="47"/>
                  <a:pt x="394" y="50"/>
                </a:cubicBezTo>
                <a:cubicBezTo>
                  <a:pt x="396" y="50"/>
                  <a:pt x="399" y="48"/>
                  <a:pt x="402" y="49"/>
                </a:cubicBezTo>
                <a:cubicBezTo>
                  <a:pt x="406" y="53"/>
                  <a:pt x="394" y="51"/>
                  <a:pt x="392" y="56"/>
                </a:cubicBezTo>
                <a:cubicBezTo>
                  <a:pt x="401" y="56"/>
                  <a:pt x="400" y="58"/>
                  <a:pt x="416" y="63"/>
                </a:cubicBezTo>
                <a:cubicBezTo>
                  <a:pt x="420" y="58"/>
                  <a:pt x="410" y="55"/>
                  <a:pt x="406" y="51"/>
                </a:cubicBezTo>
                <a:close/>
                <a:moveTo>
                  <a:pt x="346" y="135"/>
                </a:moveTo>
                <a:cubicBezTo>
                  <a:pt x="329" y="135"/>
                  <a:pt x="340" y="126"/>
                  <a:pt x="333" y="121"/>
                </a:cubicBezTo>
                <a:cubicBezTo>
                  <a:pt x="329" y="129"/>
                  <a:pt x="331" y="135"/>
                  <a:pt x="335" y="141"/>
                </a:cubicBezTo>
                <a:cubicBezTo>
                  <a:pt x="338" y="136"/>
                  <a:pt x="343" y="138"/>
                  <a:pt x="346" y="135"/>
                </a:cubicBezTo>
                <a:close/>
                <a:moveTo>
                  <a:pt x="885" y="502"/>
                </a:moveTo>
                <a:cubicBezTo>
                  <a:pt x="885" y="502"/>
                  <a:pt x="885" y="502"/>
                  <a:pt x="884" y="502"/>
                </a:cubicBezTo>
                <a:cubicBezTo>
                  <a:pt x="884" y="502"/>
                  <a:pt x="885" y="502"/>
                  <a:pt x="885" y="502"/>
                </a:cubicBezTo>
                <a:close/>
                <a:moveTo>
                  <a:pt x="748" y="242"/>
                </a:moveTo>
                <a:cubicBezTo>
                  <a:pt x="747" y="242"/>
                  <a:pt x="746" y="242"/>
                  <a:pt x="745" y="241"/>
                </a:cubicBezTo>
                <a:cubicBezTo>
                  <a:pt x="746" y="242"/>
                  <a:pt x="747" y="242"/>
                  <a:pt x="748" y="242"/>
                </a:cubicBezTo>
                <a:close/>
                <a:moveTo>
                  <a:pt x="800" y="180"/>
                </a:moveTo>
                <a:cubicBezTo>
                  <a:pt x="801" y="179"/>
                  <a:pt x="801" y="179"/>
                  <a:pt x="801" y="178"/>
                </a:cubicBezTo>
                <a:cubicBezTo>
                  <a:pt x="800" y="179"/>
                  <a:pt x="800" y="179"/>
                  <a:pt x="800" y="180"/>
                </a:cubicBezTo>
                <a:close/>
                <a:moveTo>
                  <a:pt x="2926" y="2438"/>
                </a:moveTo>
                <a:cubicBezTo>
                  <a:pt x="2914" y="2462"/>
                  <a:pt x="2890" y="2474"/>
                  <a:pt x="2868" y="2479"/>
                </a:cubicBezTo>
                <a:cubicBezTo>
                  <a:pt x="2871" y="2470"/>
                  <a:pt x="2874" y="2474"/>
                  <a:pt x="2877" y="2468"/>
                </a:cubicBezTo>
                <a:cubicBezTo>
                  <a:pt x="2874" y="2460"/>
                  <a:pt x="2864" y="2475"/>
                  <a:pt x="2858" y="2467"/>
                </a:cubicBezTo>
                <a:cubicBezTo>
                  <a:pt x="2841" y="2498"/>
                  <a:pt x="2820" y="2469"/>
                  <a:pt x="2804" y="2481"/>
                </a:cubicBezTo>
                <a:cubicBezTo>
                  <a:pt x="2798" y="2462"/>
                  <a:pt x="2775" y="2468"/>
                  <a:pt x="2765" y="2472"/>
                </a:cubicBezTo>
                <a:cubicBezTo>
                  <a:pt x="2767" y="2475"/>
                  <a:pt x="2779" y="2469"/>
                  <a:pt x="2772" y="2481"/>
                </a:cubicBezTo>
                <a:cubicBezTo>
                  <a:pt x="2762" y="2482"/>
                  <a:pt x="2758" y="2473"/>
                  <a:pt x="2746" y="2482"/>
                </a:cubicBezTo>
                <a:cubicBezTo>
                  <a:pt x="2741" y="2475"/>
                  <a:pt x="2727" y="2469"/>
                  <a:pt x="2720" y="2480"/>
                </a:cubicBezTo>
                <a:cubicBezTo>
                  <a:pt x="2715" y="2477"/>
                  <a:pt x="2723" y="2477"/>
                  <a:pt x="2722" y="2470"/>
                </a:cubicBezTo>
                <a:cubicBezTo>
                  <a:pt x="2715" y="2469"/>
                  <a:pt x="2702" y="2482"/>
                  <a:pt x="2701" y="2472"/>
                </a:cubicBezTo>
                <a:cubicBezTo>
                  <a:pt x="2705" y="2467"/>
                  <a:pt x="2708" y="2479"/>
                  <a:pt x="2710" y="2470"/>
                </a:cubicBezTo>
                <a:cubicBezTo>
                  <a:pt x="2706" y="2466"/>
                  <a:pt x="2699" y="2457"/>
                  <a:pt x="2695" y="2473"/>
                </a:cubicBezTo>
                <a:cubicBezTo>
                  <a:pt x="2686" y="2461"/>
                  <a:pt x="2671" y="2460"/>
                  <a:pt x="2657" y="2457"/>
                </a:cubicBezTo>
                <a:cubicBezTo>
                  <a:pt x="2648" y="2471"/>
                  <a:pt x="2629" y="2479"/>
                  <a:pt x="2620" y="2477"/>
                </a:cubicBezTo>
                <a:cubicBezTo>
                  <a:pt x="2617" y="2485"/>
                  <a:pt x="2614" y="2492"/>
                  <a:pt x="2612" y="2501"/>
                </a:cubicBezTo>
                <a:cubicBezTo>
                  <a:pt x="2614" y="2501"/>
                  <a:pt x="2617" y="2501"/>
                  <a:pt x="2621" y="2497"/>
                </a:cubicBezTo>
                <a:cubicBezTo>
                  <a:pt x="2622" y="2491"/>
                  <a:pt x="2624" y="2486"/>
                  <a:pt x="2629" y="2483"/>
                </a:cubicBezTo>
                <a:cubicBezTo>
                  <a:pt x="2635" y="2488"/>
                  <a:pt x="2640" y="2494"/>
                  <a:pt x="2650" y="2491"/>
                </a:cubicBezTo>
                <a:cubicBezTo>
                  <a:pt x="2650" y="2495"/>
                  <a:pt x="2648" y="2497"/>
                  <a:pt x="2648" y="2502"/>
                </a:cubicBezTo>
                <a:cubicBezTo>
                  <a:pt x="2655" y="2493"/>
                  <a:pt x="2653" y="2502"/>
                  <a:pt x="2659" y="2499"/>
                </a:cubicBezTo>
                <a:cubicBezTo>
                  <a:pt x="2660" y="2497"/>
                  <a:pt x="2659" y="2494"/>
                  <a:pt x="2661" y="2493"/>
                </a:cubicBezTo>
                <a:cubicBezTo>
                  <a:pt x="2661" y="2497"/>
                  <a:pt x="2662" y="2500"/>
                  <a:pt x="2663" y="2501"/>
                </a:cubicBezTo>
                <a:cubicBezTo>
                  <a:pt x="2657" y="2505"/>
                  <a:pt x="2645" y="2507"/>
                  <a:pt x="2641" y="2516"/>
                </a:cubicBezTo>
                <a:cubicBezTo>
                  <a:pt x="2645" y="2515"/>
                  <a:pt x="2647" y="2516"/>
                  <a:pt x="2650" y="2517"/>
                </a:cubicBezTo>
                <a:cubicBezTo>
                  <a:pt x="2651" y="2517"/>
                  <a:pt x="2653" y="2516"/>
                  <a:pt x="2655" y="2516"/>
                </a:cubicBezTo>
                <a:cubicBezTo>
                  <a:pt x="2656" y="2512"/>
                  <a:pt x="2658" y="2509"/>
                  <a:pt x="2659" y="2505"/>
                </a:cubicBezTo>
                <a:cubicBezTo>
                  <a:pt x="2660" y="2511"/>
                  <a:pt x="2664" y="2511"/>
                  <a:pt x="2666" y="2503"/>
                </a:cubicBezTo>
                <a:cubicBezTo>
                  <a:pt x="2666" y="2509"/>
                  <a:pt x="2672" y="2504"/>
                  <a:pt x="2672" y="2511"/>
                </a:cubicBezTo>
                <a:cubicBezTo>
                  <a:pt x="2670" y="2513"/>
                  <a:pt x="2668" y="2514"/>
                  <a:pt x="2666" y="2516"/>
                </a:cubicBezTo>
                <a:cubicBezTo>
                  <a:pt x="2666" y="2516"/>
                  <a:pt x="2667" y="2517"/>
                  <a:pt x="2667" y="2518"/>
                </a:cubicBezTo>
                <a:cubicBezTo>
                  <a:pt x="2668" y="2522"/>
                  <a:pt x="2663" y="2524"/>
                  <a:pt x="2661" y="2528"/>
                </a:cubicBezTo>
                <a:cubicBezTo>
                  <a:pt x="2672" y="2529"/>
                  <a:pt x="2680" y="2531"/>
                  <a:pt x="2697" y="2523"/>
                </a:cubicBezTo>
                <a:cubicBezTo>
                  <a:pt x="2696" y="2531"/>
                  <a:pt x="2700" y="2528"/>
                  <a:pt x="2699" y="2534"/>
                </a:cubicBezTo>
                <a:cubicBezTo>
                  <a:pt x="2689" y="2543"/>
                  <a:pt x="2679" y="2541"/>
                  <a:pt x="2668" y="2552"/>
                </a:cubicBezTo>
                <a:cubicBezTo>
                  <a:pt x="2669" y="2556"/>
                  <a:pt x="2673" y="2554"/>
                  <a:pt x="2676" y="2556"/>
                </a:cubicBezTo>
                <a:cubicBezTo>
                  <a:pt x="2680" y="2553"/>
                  <a:pt x="2685" y="2551"/>
                  <a:pt x="2690" y="2549"/>
                </a:cubicBezTo>
                <a:cubicBezTo>
                  <a:pt x="2698" y="2546"/>
                  <a:pt x="2704" y="2547"/>
                  <a:pt x="2705" y="2558"/>
                </a:cubicBezTo>
                <a:cubicBezTo>
                  <a:pt x="2718" y="2556"/>
                  <a:pt x="2737" y="2551"/>
                  <a:pt x="2737" y="2567"/>
                </a:cubicBezTo>
                <a:cubicBezTo>
                  <a:pt x="2739" y="2562"/>
                  <a:pt x="2742" y="2562"/>
                  <a:pt x="2744" y="2564"/>
                </a:cubicBezTo>
                <a:cubicBezTo>
                  <a:pt x="2739" y="2567"/>
                  <a:pt x="2736" y="2571"/>
                  <a:pt x="2737" y="2576"/>
                </a:cubicBezTo>
                <a:cubicBezTo>
                  <a:pt x="2740" y="2576"/>
                  <a:pt x="2742" y="2580"/>
                  <a:pt x="2741" y="2588"/>
                </a:cubicBezTo>
                <a:cubicBezTo>
                  <a:pt x="2745" y="2585"/>
                  <a:pt x="2747" y="2588"/>
                  <a:pt x="2748" y="2580"/>
                </a:cubicBezTo>
                <a:cubicBezTo>
                  <a:pt x="2746" y="2581"/>
                  <a:pt x="2743" y="2584"/>
                  <a:pt x="2743" y="2582"/>
                </a:cubicBezTo>
                <a:cubicBezTo>
                  <a:pt x="2749" y="2571"/>
                  <a:pt x="2754" y="2578"/>
                  <a:pt x="2763" y="2570"/>
                </a:cubicBezTo>
                <a:cubicBezTo>
                  <a:pt x="2754" y="2594"/>
                  <a:pt x="2768" y="2598"/>
                  <a:pt x="2773" y="2611"/>
                </a:cubicBezTo>
                <a:cubicBezTo>
                  <a:pt x="2767" y="2619"/>
                  <a:pt x="2771" y="2628"/>
                  <a:pt x="2772" y="2636"/>
                </a:cubicBezTo>
                <a:cubicBezTo>
                  <a:pt x="2759" y="2661"/>
                  <a:pt x="2735" y="2672"/>
                  <a:pt x="2713" y="2677"/>
                </a:cubicBezTo>
                <a:cubicBezTo>
                  <a:pt x="2717" y="2669"/>
                  <a:pt x="2720" y="2673"/>
                  <a:pt x="2722" y="2666"/>
                </a:cubicBezTo>
                <a:cubicBezTo>
                  <a:pt x="2719" y="2658"/>
                  <a:pt x="2709" y="2673"/>
                  <a:pt x="2704" y="2665"/>
                </a:cubicBezTo>
                <a:cubicBezTo>
                  <a:pt x="2688" y="2694"/>
                  <a:pt x="2669" y="2672"/>
                  <a:pt x="2653" y="2677"/>
                </a:cubicBezTo>
                <a:cubicBezTo>
                  <a:pt x="2655" y="2679"/>
                  <a:pt x="2658" y="2677"/>
                  <a:pt x="2661" y="2681"/>
                </a:cubicBezTo>
                <a:cubicBezTo>
                  <a:pt x="2655" y="2686"/>
                  <a:pt x="2655" y="2680"/>
                  <a:pt x="2649" y="2684"/>
                </a:cubicBezTo>
                <a:cubicBezTo>
                  <a:pt x="2649" y="2690"/>
                  <a:pt x="2646" y="2696"/>
                  <a:pt x="2650" y="2698"/>
                </a:cubicBezTo>
                <a:cubicBezTo>
                  <a:pt x="2630" y="2712"/>
                  <a:pt x="2611" y="2717"/>
                  <a:pt x="2590" y="2725"/>
                </a:cubicBezTo>
                <a:cubicBezTo>
                  <a:pt x="2577" y="2729"/>
                  <a:pt x="2547" y="2741"/>
                  <a:pt x="2537" y="2734"/>
                </a:cubicBezTo>
                <a:cubicBezTo>
                  <a:pt x="2530" y="2738"/>
                  <a:pt x="2523" y="2740"/>
                  <a:pt x="2517" y="2742"/>
                </a:cubicBezTo>
                <a:cubicBezTo>
                  <a:pt x="2515" y="2744"/>
                  <a:pt x="2513" y="2746"/>
                  <a:pt x="2513" y="2749"/>
                </a:cubicBezTo>
                <a:cubicBezTo>
                  <a:pt x="2514" y="2757"/>
                  <a:pt x="2525" y="2748"/>
                  <a:pt x="2523" y="2762"/>
                </a:cubicBezTo>
                <a:cubicBezTo>
                  <a:pt x="2525" y="2760"/>
                  <a:pt x="2525" y="2757"/>
                  <a:pt x="2528" y="2756"/>
                </a:cubicBezTo>
                <a:cubicBezTo>
                  <a:pt x="2529" y="2768"/>
                  <a:pt x="2534" y="2772"/>
                  <a:pt x="2542" y="2771"/>
                </a:cubicBezTo>
                <a:cubicBezTo>
                  <a:pt x="2541" y="2787"/>
                  <a:pt x="2549" y="2783"/>
                  <a:pt x="2550" y="2795"/>
                </a:cubicBezTo>
                <a:cubicBezTo>
                  <a:pt x="2516" y="2803"/>
                  <a:pt x="2496" y="2783"/>
                  <a:pt x="2460" y="2796"/>
                </a:cubicBezTo>
                <a:cubicBezTo>
                  <a:pt x="2455" y="2785"/>
                  <a:pt x="2443" y="2789"/>
                  <a:pt x="2431" y="2795"/>
                </a:cubicBezTo>
                <a:cubicBezTo>
                  <a:pt x="2429" y="2782"/>
                  <a:pt x="2414" y="2780"/>
                  <a:pt x="2402" y="2796"/>
                </a:cubicBezTo>
                <a:cubicBezTo>
                  <a:pt x="2410" y="2794"/>
                  <a:pt x="2424" y="2783"/>
                  <a:pt x="2427" y="2792"/>
                </a:cubicBezTo>
                <a:cubicBezTo>
                  <a:pt x="2413" y="2796"/>
                  <a:pt x="2395" y="2806"/>
                  <a:pt x="2388" y="2795"/>
                </a:cubicBezTo>
                <a:cubicBezTo>
                  <a:pt x="2386" y="2804"/>
                  <a:pt x="2376" y="2804"/>
                  <a:pt x="2373" y="2802"/>
                </a:cubicBezTo>
                <a:cubicBezTo>
                  <a:pt x="2379" y="2797"/>
                  <a:pt x="2389" y="2795"/>
                  <a:pt x="2392" y="2788"/>
                </a:cubicBezTo>
                <a:cubicBezTo>
                  <a:pt x="2382" y="2787"/>
                  <a:pt x="2371" y="2805"/>
                  <a:pt x="2359" y="2806"/>
                </a:cubicBezTo>
                <a:cubicBezTo>
                  <a:pt x="2359" y="2801"/>
                  <a:pt x="2361" y="2799"/>
                  <a:pt x="2361" y="2795"/>
                </a:cubicBezTo>
                <a:cubicBezTo>
                  <a:pt x="2356" y="2795"/>
                  <a:pt x="2343" y="2799"/>
                  <a:pt x="2351" y="2789"/>
                </a:cubicBezTo>
                <a:cubicBezTo>
                  <a:pt x="2349" y="2790"/>
                  <a:pt x="2349" y="2788"/>
                  <a:pt x="2348" y="2789"/>
                </a:cubicBezTo>
                <a:cubicBezTo>
                  <a:pt x="2344" y="2795"/>
                  <a:pt x="2337" y="2798"/>
                  <a:pt x="2334" y="2804"/>
                </a:cubicBezTo>
                <a:cubicBezTo>
                  <a:pt x="2334" y="2807"/>
                  <a:pt x="2336" y="2807"/>
                  <a:pt x="2338" y="2807"/>
                </a:cubicBezTo>
                <a:cubicBezTo>
                  <a:pt x="2342" y="2805"/>
                  <a:pt x="2342" y="2800"/>
                  <a:pt x="2348" y="2798"/>
                </a:cubicBezTo>
                <a:cubicBezTo>
                  <a:pt x="2344" y="2810"/>
                  <a:pt x="2356" y="2794"/>
                  <a:pt x="2355" y="2801"/>
                </a:cubicBezTo>
                <a:cubicBezTo>
                  <a:pt x="2346" y="2810"/>
                  <a:pt x="2349" y="2803"/>
                  <a:pt x="2340" y="2808"/>
                </a:cubicBezTo>
                <a:cubicBezTo>
                  <a:pt x="2336" y="2814"/>
                  <a:pt x="2338" y="2822"/>
                  <a:pt x="2342" y="2821"/>
                </a:cubicBezTo>
                <a:cubicBezTo>
                  <a:pt x="2336" y="2825"/>
                  <a:pt x="2328" y="2829"/>
                  <a:pt x="2328" y="2837"/>
                </a:cubicBezTo>
                <a:cubicBezTo>
                  <a:pt x="2340" y="2828"/>
                  <a:pt x="2365" y="2807"/>
                  <a:pt x="2361" y="2826"/>
                </a:cubicBezTo>
                <a:cubicBezTo>
                  <a:pt x="2365" y="2826"/>
                  <a:pt x="2370" y="2824"/>
                  <a:pt x="2373" y="2826"/>
                </a:cubicBezTo>
                <a:cubicBezTo>
                  <a:pt x="2374" y="2823"/>
                  <a:pt x="2375" y="2819"/>
                  <a:pt x="2377" y="2816"/>
                </a:cubicBezTo>
                <a:cubicBezTo>
                  <a:pt x="2377" y="2822"/>
                  <a:pt x="2379" y="2825"/>
                  <a:pt x="2383" y="2825"/>
                </a:cubicBezTo>
                <a:cubicBezTo>
                  <a:pt x="2403" y="2820"/>
                  <a:pt x="2421" y="2821"/>
                  <a:pt x="2438" y="2824"/>
                </a:cubicBezTo>
                <a:cubicBezTo>
                  <a:pt x="2455" y="2827"/>
                  <a:pt x="2470" y="2832"/>
                  <a:pt x="2484" y="2836"/>
                </a:cubicBezTo>
                <a:cubicBezTo>
                  <a:pt x="2468" y="2847"/>
                  <a:pt x="2465" y="2846"/>
                  <a:pt x="2455" y="2852"/>
                </a:cubicBezTo>
                <a:cubicBezTo>
                  <a:pt x="2461" y="2855"/>
                  <a:pt x="2469" y="2857"/>
                  <a:pt x="2476" y="2857"/>
                </a:cubicBezTo>
                <a:cubicBezTo>
                  <a:pt x="2478" y="2861"/>
                  <a:pt x="2474" y="2873"/>
                  <a:pt x="2479" y="2870"/>
                </a:cubicBezTo>
                <a:cubicBezTo>
                  <a:pt x="2487" y="2858"/>
                  <a:pt x="2487" y="2880"/>
                  <a:pt x="2498" y="2870"/>
                </a:cubicBezTo>
                <a:cubicBezTo>
                  <a:pt x="2497" y="2879"/>
                  <a:pt x="2503" y="2873"/>
                  <a:pt x="2506" y="2879"/>
                </a:cubicBezTo>
                <a:cubicBezTo>
                  <a:pt x="2501" y="2884"/>
                  <a:pt x="2500" y="2878"/>
                  <a:pt x="2495" y="2882"/>
                </a:cubicBezTo>
                <a:cubicBezTo>
                  <a:pt x="2494" y="2888"/>
                  <a:pt x="2491" y="2894"/>
                  <a:pt x="2495" y="2896"/>
                </a:cubicBezTo>
                <a:cubicBezTo>
                  <a:pt x="2475" y="2911"/>
                  <a:pt x="2457" y="2915"/>
                  <a:pt x="2435" y="2923"/>
                </a:cubicBezTo>
                <a:cubicBezTo>
                  <a:pt x="2422" y="2927"/>
                  <a:pt x="2392" y="2939"/>
                  <a:pt x="2382" y="2932"/>
                </a:cubicBezTo>
                <a:cubicBezTo>
                  <a:pt x="2359" y="2946"/>
                  <a:pt x="2335" y="2941"/>
                  <a:pt x="2317" y="2937"/>
                </a:cubicBezTo>
                <a:cubicBezTo>
                  <a:pt x="2297" y="2947"/>
                  <a:pt x="2281" y="2943"/>
                  <a:pt x="2264" y="2940"/>
                </a:cubicBezTo>
                <a:cubicBezTo>
                  <a:pt x="2266" y="2938"/>
                  <a:pt x="2267" y="2936"/>
                  <a:pt x="2268" y="2933"/>
                </a:cubicBezTo>
                <a:cubicBezTo>
                  <a:pt x="2260" y="2937"/>
                  <a:pt x="2250" y="2928"/>
                  <a:pt x="2246" y="2941"/>
                </a:cubicBezTo>
                <a:cubicBezTo>
                  <a:pt x="2246" y="2936"/>
                  <a:pt x="2246" y="2931"/>
                  <a:pt x="2246" y="2926"/>
                </a:cubicBezTo>
                <a:cubicBezTo>
                  <a:pt x="2224" y="2927"/>
                  <a:pt x="2199" y="2932"/>
                  <a:pt x="2172" y="2952"/>
                </a:cubicBezTo>
                <a:cubicBezTo>
                  <a:pt x="2167" y="2945"/>
                  <a:pt x="2159" y="2945"/>
                  <a:pt x="2150" y="2957"/>
                </a:cubicBezTo>
                <a:cubicBezTo>
                  <a:pt x="2146" y="2943"/>
                  <a:pt x="2139" y="2934"/>
                  <a:pt x="2130" y="2928"/>
                </a:cubicBezTo>
                <a:cubicBezTo>
                  <a:pt x="2121" y="2922"/>
                  <a:pt x="2110" y="2920"/>
                  <a:pt x="2100" y="2922"/>
                </a:cubicBezTo>
                <a:cubicBezTo>
                  <a:pt x="2100" y="2926"/>
                  <a:pt x="2107" y="2920"/>
                  <a:pt x="2106" y="2926"/>
                </a:cubicBezTo>
                <a:cubicBezTo>
                  <a:pt x="2099" y="2934"/>
                  <a:pt x="2097" y="2931"/>
                  <a:pt x="2090" y="2939"/>
                </a:cubicBezTo>
                <a:cubicBezTo>
                  <a:pt x="2086" y="2938"/>
                  <a:pt x="2086" y="2932"/>
                  <a:pt x="2078" y="2939"/>
                </a:cubicBezTo>
                <a:cubicBezTo>
                  <a:pt x="2078" y="2930"/>
                  <a:pt x="2077" y="2925"/>
                  <a:pt x="2072" y="2925"/>
                </a:cubicBezTo>
                <a:cubicBezTo>
                  <a:pt x="2070" y="2932"/>
                  <a:pt x="2064" y="2936"/>
                  <a:pt x="2058" y="2940"/>
                </a:cubicBezTo>
                <a:cubicBezTo>
                  <a:pt x="2046" y="2911"/>
                  <a:pt x="2023" y="2900"/>
                  <a:pt x="1990" y="2906"/>
                </a:cubicBezTo>
                <a:cubicBezTo>
                  <a:pt x="1992" y="2890"/>
                  <a:pt x="1974" y="2907"/>
                  <a:pt x="1969" y="2902"/>
                </a:cubicBezTo>
                <a:cubicBezTo>
                  <a:pt x="1959" y="2923"/>
                  <a:pt x="1943" y="2900"/>
                  <a:pt x="1936" y="2926"/>
                </a:cubicBezTo>
                <a:cubicBezTo>
                  <a:pt x="1931" y="2906"/>
                  <a:pt x="1913" y="2901"/>
                  <a:pt x="1894" y="2900"/>
                </a:cubicBezTo>
                <a:cubicBezTo>
                  <a:pt x="1875" y="2898"/>
                  <a:pt x="1856" y="2898"/>
                  <a:pt x="1848" y="2889"/>
                </a:cubicBezTo>
                <a:cubicBezTo>
                  <a:pt x="1835" y="2896"/>
                  <a:pt x="1815" y="2895"/>
                  <a:pt x="1807" y="2887"/>
                </a:cubicBezTo>
                <a:cubicBezTo>
                  <a:pt x="1794" y="2890"/>
                  <a:pt x="1783" y="2890"/>
                  <a:pt x="1773" y="2887"/>
                </a:cubicBezTo>
                <a:cubicBezTo>
                  <a:pt x="1764" y="2884"/>
                  <a:pt x="1756" y="2879"/>
                  <a:pt x="1748" y="2873"/>
                </a:cubicBezTo>
                <a:cubicBezTo>
                  <a:pt x="1727" y="2877"/>
                  <a:pt x="1720" y="2872"/>
                  <a:pt x="1701" y="2876"/>
                </a:cubicBezTo>
                <a:cubicBezTo>
                  <a:pt x="1700" y="2872"/>
                  <a:pt x="1708" y="2863"/>
                  <a:pt x="1702" y="2863"/>
                </a:cubicBezTo>
                <a:cubicBezTo>
                  <a:pt x="1691" y="2878"/>
                  <a:pt x="1678" y="2870"/>
                  <a:pt x="1670" y="2868"/>
                </a:cubicBezTo>
                <a:cubicBezTo>
                  <a:pt x="1673" y="2866"/>
                  <a:pt x="1678" y="2865"/>
                  <a:pt x="1679" y="2862"/>
                </a:cubicBezTo>
                <a:cubicBezTo>
                  <a:pt x="1658" y="2870"/>
                  <a:pt x="1635" y="2862"/>
                  <a:pt x="1628" y="2845"/>
                </a:cubicBezTo>
                <a:cubicBezTo>
                  <a:pt x="1633" y="2845"/>
                  <a:pt x="1661" y="2839"/>
                  <a:pt x="1648" y="2856"/>
                </a:cubicBezTo>
                <a:cubicBezTo>
                  <a:pt x="1656" y="2857"/>
                  <a:pt x="1669" y="2851"/>
                  <a:pt x="1678" y="2850"/>
                </a:cubicBezTo>
                <a:cubicBezTo>
                  <a:pt x="1678" y="2846"/>
                  <a:pt x="1676" y="2846"/>
                  <a:pt x="1676" y="2842"/>
                </a:cubicBezTo>
                <a:cubicBezTo>
                  <a:pt x="1684" y="2838"/>
                  <a:pt x="1688" y="2851"/>
                  <a:pt x="1695" y="2841"/>
                </a:cubicBezTo>
                <a:cubicBezTo>
                  <a:pt x="1686" y="2839"/>
                  <a:pt x="1677" y="2829"/>
                  <a:pt x="1664" y="2842"/>
                </a:cubicBezTo>
                <a:cubicBezTo>
                  <a:pt x="1661" y="2813"/>
                  <a:pt x="1618" y="2834"/>
                  <a:pt x="1609" y="2809"/>
                </a:cubicBezTo>
                <a:cubicBezTo>
                  <a:pt x="1600" y="2814"/>
                  <a:pt x="1598" y="2805"/>
                  <a:pt x="1594" y="2815"/>
                </a:cubicBezTo>
                <a:cubicBezTo>
                  <a:pt x="1597" y="2807"/>
                  <a:pt x="1591" y="2811"/>
                  <a:pt x="1590" y="2807"/>
                </a:cubicBezTo>
                <a:cubicBezTo>
                  <a:pt x="1593" y="2806"/>
                  <a:pt x="1596" y="2805"/>
                  <a:pt x="1597" y="2802"/>
                </a:cubicBezTo>
                <a:cubicBezTo>
                  <a:pt x="1583" y="2807"/>
                  <a:pt x="1581" y="2794"/>
                  <a:pt x="1568" y="2797"/>
                </a:cubicBezTo>
                <a:cubicBezTo>
                  <a:pt x="1569" y="2800"/>
                  <a:pt x="1577" y="2804"/>
                  <a:pt x="1567" y="2807"/>
                </a:cubicBezTo>
                <a:cubicBezTo>
                  <a:pt x="1568" y="2792"/>
                  <a:pt x="1559" y="2804"/>
                  <a:pt x="1558" y="2799"/>
                </a:cubicBezTo>
                <a:cubicBezTo>
                  <a:pt x="1566" y="2797"/>
                  <a:pt x="1557" y="2794"/>
                  <a:pt x="1561" y="2786"/>
                </a:cubicBezTo>
                <a:cubicBezTo>
                  <a:pt x="1549" y="2787"/>
                  <a:pt x="1546" y="2781"/>
                  <a:pt x="1534" y="2785"/>
                </a:cubicBezTo>
                <a:cubicBezTo>
                  <a:pt x="1537" y="2791"/>
                  <a:pt x="1525" y="2800"/>
                  <a:pt x="1531" y="2793"/>
                </a:cubicBezTo>
                <a:cubicBezTo>
                  <a:pt x="1532" y="2789"/>
                  <a:pt x="1532" y="2785"/>
                  <a:pt x="1532" y="2781"/>
                </a:cubicBezTo>
                <a:cubicBezTo>
                  <a:pt x="1516" y="2778"/>
                  <a:pt x="1501" y="2773"/>
                  <a:pt x="1483" y="2772"/>
                </a:cubicBezTo>
                <a:cubicBezTo>
                  <a:pt x="1490" y="2769"/>
                  <a:pt x="1493" y="2778"/>
                  <a:pt x="1496" y="2767"/>
                </a:cubicBezTo>
                <a:cubicBezTo>
                  <a:pt x="1490" y="2762"/>
                  <a:pt x="1480" y="2762"/>
                  <a:pt x="1473" y="2764"/>
                </a:cubicBezTo>
                <a:cubicBezTo>
                  <a:pt x="1476" y="2763"/>
                  <a:pt x="1479" y="2762"/>
                  <a:pt x="1478" y="2758"/>
                </a:cubicBezTo>
                <a:cubicBezTo>
                  <a:pt x="1470" y="2763"/>
                  <a:pt x="1471" y="2755"/>
                  <a:pt x="1466" y="2755"/>
                </a:cubicBezTo>
                <a:cubicBezTo>
                  <a:pt x="1465" y="2757"/>
                  <a:pt x="1466" y="2760"/>
                  <a:pt x="1463" y="2761"/>
                </a:cubicBezTo>
                <a:cubicBezTo>
                  <a:pt x="1463" y="2749"/>
                  <a:pt x="1453" y="2762"/>
                  <a:pt x="1451" y="2758"/>
                </a:cubicBezTo>
                <a:cubicBezTo>
                  <a:pt x="1454" y="2756"/>
                  <a:pt x="1456" y="2754"/>
                  <a:pt x="1456" y="2749"/>
                </a:cubicBezTo>
                <a:cubicBezTo>
                  <a:pt x="1444" y="2740"/>
                  <a:pt x="1434" y="2728"/>
                  <a:pt x="1417" y="2731"/>
                </a:cubicBezTo>
                <a:cubicBezTo>
                  <a:pt x="1416" y="2726"/>
                  <a:pt x="1419" y="2716"/>
                  <a:pt x="1407" y="2726"/>
                </a:cubicBezTo>
                <a:cubicBezTo>
                  <a:pt x="1407" y="2721"/>
                  <a:pt x="1410" y="2719"/>
                  <a:pt x="1410" y="2715"/>
                </a:cubicBezTo>
                <a:cubicBezTo>
                  <a:pt x="1402" y="2720"/>
                  <a:pt x="1389" y="2715"/>
                  <a:pt x="1389" y="2702"/>
                </a:cubicBezTo>
                <a:cubicBezTo>
                  <a:pt x="1386" y="2703"/>
                  <a:pt x="1383" y="2704"/>
                  <a:pt x="1380" y="2705"/>
                </a:cubicBezTo>
                <a:cubicBezTo>
                  <a:pt x="1368" y="2683"/>
                  <a:pt x="1349" y="2670"/>
                  <a:pt x="1329" y="2658"/>
                </a:cubicBezTo>
                <a:cubicBezTo>
                  <a:pt x="1308" y="2646"/>
                  <a:pt x="1288" y="2634"/>
                  <a:pt x="1273" y="2616"/>
                </a:cubicBezTo>
                <a:cubicBezTo>
                  <a:pt x="1260" y="2616"/>
                  <a:pt x="1255" y="2607"/>
                  <a:pt x="1248" y="2601"/>
                </a:cubicBezTo>
                <a:cubicBezTo>
                  <a:pt x="1245" y="2602"/>
                  <a:pt x="1242" y="2603"/>
                  <a:pt x="1239" y="2603"/>
                </a:cubicBezTo>
                <a:cubicBezTo>
                  <a:pt x="1238" y="2593"/>
                  <a:pt x="1226" y="2589"/>
                  <a:pt x="1220" y="2591"/>
                </a:cubicBezTo>
                <a:cubicBezTo>
                  <a:pt x="1227" y="2581"/>
                  <a:pt x="1215" y="2588"/>
                  <a:pt x="1210" y="2587"/>
                </a:cubicBezTo>
                <a:cubicBezTo>
                  <a:pt x="1196" y="2560"/>
                  <a:pt x="1162" y="2557"/>
                  <a:pt x="1145" y="2535"/>
                </a:cubicBezTo>
                <a:cubicBezTo>
                  <a:pt x="1142" y="2535"/>
                  <a:pt x="1140" y="2536"/>
                  <a:pt x="1138" y="2536"/>
                </a:cubicBezTo>
                <a:cubicBezTo>
                  <a:pt x="1056" y="2474"/>
                  <a:pt x="973" y="2414"/>
                  <a:pt x="893" y="2349"/>
                </a:cubicBezTo>
                <a:cubicBezTo>
                  <a:pt x="812" y="2285"/>
                  <a:pt x="735" y="2215"/>
                  <a:pt x="667" y="2134"/>
                </a:cubicBezTo>
                <a:cubicBezTo>
                  <a:pt x="663" y="2138"/>
                  <a:pt x="657" y="2135"/>
                  <a:pt x="657" y="2131"/>
                </a:cubicBezTo>
                <a:cubicBezTo>
                  <a:pt x="662" y="2130"/>
                  <a:pt x="662" y="2134"/>
                  <a:pt x="664" y="2130"/>
                </a:cubicBezTo>
                <a:cubicBezTo>
                  <a:pt x="664" y="2119"/>
                  <a:pt x="656" y="2130"/>
                  <a:pt x="652" y="2127"/>
                </a:cubicBezTo>
                <a:cubicBezTo>
                  <a:pt x="653" y="2124"/>
                  <a:pt x="654" y="2121"/>
                  <a:pt x="655" y="2118"/>
                </a:cubicBezTo>
                <a:cubicBezTo>
                  <a:pt x="631" y="2100"/>
                  <a:pt x="619" y="2083"/>
                  <a:pt x="596" y="2065"/>
                </a:cubicBezTo>
                <a:cubicBezTo>
                  <a:pt x="599" y="2064"/>
                  <a:pt x="603" y="2060"/>
                  <a:pt x="600" y="2060"/>
                </a:cubicBezTo>
                <a:cubicBezTo>
                  <a:pt x="597" y="2060"/>
                  <a:pt x="594" y="2060"/>
                  <a:pt x="591" y="2061"/>
                </a:cubicBezTo>
                <a:cubicBezTo>
                  <a:pt x="577" y="2038"/>
                  <a:pt x="558" y="2018"/>
                  <a:pt x="540" y="1998"/>
                </a:cubicBezTo>
                <a:cubicBezTo>
                  <a:pt x="522" y="1978"/>
                  <a:pt x="504" y="1957"/>
                  <a:pt x="490" y="1934"/>
                </a:cubicBezTo>
                <a:cubicBezTo>
                  <a:pt x="472" y="1917"/>
                  <a:pt x="454" y="1900"/>
                  <a:pt x="447" y="1875"/>
                </a:cubicBezTo>
                <a:cubicBezTo>
                  <a:pt x="434" y="1873"/>
                  <a:pt x="442" y="1858"/>
                  <a:pt x="427" y="1857"/>
                </a:cubicBezTo>
                <a:cubicBezTo>
                  <a:pt x="429" y="1837"/>
                  <a:pt x="405" y="1836"/>
                  <a:pt x="407" y="1817"/>
                </a:cubicBezTo>
                <a:cubicBezTo>
                  <a:pt x="392" y="1807"/>
                  <a:pt x="384" y="1792"/>
                  <a:pt x="375" y="1777"/>
                </a:cubicBezTo>
                <a:cubicBezTo>
                  <a:pt x="367" y="1762"/>
                  <a:pt x="359" y="1748"/>
                  <a:pt x="344" y="1737"/>
                </a:cubicBezTo>
                <a:cubicBezTo>
                  <a:pt x="346" y="1734"/>
                  <a:pt x="347" y="1731"/>
                  <a:pt x="349" y="1728"/>
                </a:cubicBezTo>
                <a:cubicBezTo>
                  <a:pt x="337" y="1720"/>
                  <a:pt x="331" y="1707"/>
                  <a:pt x="325" y="1694"/>
                </a:cubicBezTo>
                <a:cubicBezTo>
                  <a:pt x="322" y="1688"/>
                  <a:pt x="319" y="1681"/>
                  <a:pt x="315" y="1676"/>
                </a:cubicBezTo>
                <a:cubicBezTo>
                  <a:pt x="311" y="1671"/>
                  <a:pt x="307" y="1666"/>
                  <a:pt x="301" y="1663"/>
                </a:cubicBezTo>
                <a:cubicBezTo>
                  <a:pt x="309" y="1648"/>
                  <a:pt x="286" y="1648"/>
                  <a:pt x="296" y="1636"/>
                </a:cubicBezTo>
                <a:cubicBezTo>
                  <a:pt x="293" y="1636"/>
                  <a:pt x="290" y="1635"/>
                  <a:pt x="287" y="1635"/>
                </a:cubicBezTo>
                <a:cubicBezTo>
                  <a:pt x="292" y="1623"/>
                  <a:pt x="281" y="1619"/>
                  <a:pt x="276" y="1610"/>
                </a:cubicBezTo>
                <a:cubicBezTo>
                  <a:pt x="266" y="1592"/>
                  <a:pt x="262" y="1558"/>
                  <a:pt x="247" y="1558"/>
                </a:cubicBezTo>
                <a:cubicBezTo>
                  <a:pt x="239" y="1536"/>
                  <a:pt x="228" y="1515"/>
                  <a:pt x="217" y="1495"/>
                </a:cubicBezTo>
                <a:cubicBezTo>
                  <a:pt x="207" y="1474"/>
                  <a:pt x="197" y="1453"/>
                  <a:pt x="191" y="1430"/>
                </a:cubicBezTo>
                <a:cubicBezTo>
                  <a:pt x="189" y="1430"/>
                  <a:pt x="187" y="1431"/>
                  <a:pt x="185" y="1432"/>
                </a:cubicBezTo>
                <a:cubicBezTo>
                  <a:pt x="179" y="1405"/>
                  <a:pt x="176" y="1377"/>
                  <a:pt x="155" y="1357"/>
                </a:cubicBezTo>
                <a:cubicBezTo>
                  <a:pt x="158" y="1353"/>
                  <a:pt x="160" y="1349"/>
                  <a:pt x="163" y="1345"/>
                </a:cubicBezTo>
                <a:cubicBezTo>
                  <a:pt x="150" y="1338"/>
                  <a:pt x="151" y="1327"/>
                  <a:pt x="152" y="1318"/>
                </a:cubicBezTo>
                <a:cubicBezTo>
                  <a:pt x="149" y="1318"/>
                  <a:pt x="147" y="1321"/>
                  <a:pt x="145" y="1322"/>
                </a:cubicBezTo>
                <a:cubicBezTo>
                  <a:pt x="141" y="1317"/>
                  <a:pt x="152" y="1305"/>
                  <a:pt x="145" y="1301"/>
                </a:cubicBezTo>
                <a:cubicBezTo>
                  <a:pt x="128" y="1282"/>
                  <a:pt x="124" y="1257"/>
                  <a:pt x="121" y="1231"/>
                </a:cubicBezTo>
                <a:cubicBezTo>
                  <a:pt x="121" y="1231"/>
                  <a:pt x="121" y="1230"/>
                  <a:pt x="121" y="1229"/>
                </a:cubicBezTo>
                <a:cubicBezTo>
                  <a:pt x="121" y="1230"/>
                  <a:pt x="121" y="1230"/>
                  <a:pt x="121" y="1231"/>
                </a:cubicBezTo>
                <a:cubicBezTo>
                  <a:pt x="121" y="1233"/>
                  <a:pt x="116" y="1233"/>
                  <a:pt x="112" y="1234"/>
                </a:cubicBezTo>
                <a:cubicBezTo>
                  <a:pt x="113" y="1200"/>
                  <a:pt x="98" y="1174"/>
                  <a:pt x="88" y="1145"/>
                </a:cubicBezTo>
                <a:cubicBezTo>
                  <a:pt x="91" y="1140"/>
                  <a:pt x="96" y="1141"/>
                  <a:pt x="98" y="1135"/>
                </a:cubicBezTo>
                <a:cubicBezTo>
                  <a:pt x="84" y="1135"/>
                  <a:pt x="92" y="1126"/>
                  <a:pt x="79" y="1125"/>
                </a:cubicBezTo>
                <a:cubicBezTo>
                  <a:pt x="90" y="1111"/>
                  <a:pt x="76" y="1108"/>
                  <a:pt x="84" y="1096"/>
                </a:cubicBezTo>
                <a:cubicBezTo>
                  <a:pt x="69" y="1089"/>
                  <a:pt x="74" y="1063"/>
                  <a:pt x="66" y="1048"/>
                </a:cubicBezTo>
                <a:cubicBezTo>
                  <a:pt x="84" y="1040"/>
                  <a:pt x="56" y="1025"/>
                  <a:pt x="65" y="1011"/>
                </a:cubicBezTo>
                <a:cubicBezTo>
                  <a:pt x="60" y="1008"/>
                  <a:pt x="58" y="1014"/>
                  <a:pt x="53" y="1013"/>
                </a:cubicBezTo>
                <a:cubicBezTo>
                  <a:pt x="54" y="1008"/>
                  <a:pt x="63" y="1000"/>
                  <a:pt x="49" y="998"/>
                </a:cubicBezTo>
                <a:cubicBezTo>
                  <a:pt x="56" y="980"/>
                  <a:pt x="50" y="968"/>
                  <a:pt x="45" y="955"/>
                </a:cubicBezTo>
                <a:cubicBezTo>
                  <a:pt x="49" y="947"/>
                  <a:pt x="58" y="957"/>
                  <a:pt x="62" y="948"/>
                </a:cubicBezTo>
                <a:cubicBezTo>
                  <a:pt x="47" y="938"/>
                  <a:pt x="39" y="929"/>
                  <a:pt x="35" y="913"/>
                </a:cubicBezTo>
                <a:cubicBezTo>
                  <a:pt x="43" y="910"/>
                  <a:pt x="40" y="917"/>
                  <a:pt x="47" y="919"/>
                </a:cubicBezTo>
                <a:cubicBezTo>
                  <a:pt x="50" y="912"/>
                  <a:pt x="56" y="917"/>
                  <a:pt x="59" y="910"/>
                </a:cubicBezTo>
                <a:cubicBezTo>
                  <a:pt x="50" y="906"/>
                  <a:pt x="41" y="899"/>
                  <a:pt x="48" y="891"/>
                </a:cubicBezTo>
                <a:cubicBezTo>
                  <a:pt x="49" y="893"/>
                  <a:pt x="49" y="902"/>
                  <a:pt x="56" y="898"/>
                </a:cubicBezTo>
                <a:cubicBezTo>
                  <a:pt x="54" y="890"/>
                  <a:pt x="54" y="881"/>
                  <a:pt x="44" y="876"/>
                </a:cubicBezTo>
                <a:cubicBezTo>
                  <a:pt x="47" y="871"/>
                  <a:pt x="52" y="873"/>
                  <a:pt x="54" y="867"/>
                </a:cubicBezTo>
                <a:cubicBezTo>
                  <a:pt x="48" y="862"/>
                  <a:pt x="53" y="855"/>
                  <a:pt x="39" y="856"/>
                </a:cubicBezTo>
                <a:cubicBezTo>
                  <a:pt x="49" y="841"/>
                  <a:pt x="35" y="835"/>
                  <a:pt x="33" y="824"/>
                </a:cubicBezTo>
                <a:cubicBezTo>
                  <a:pt x="27" y="821"/>
                  <a:pt x="26" y="835"/>
                  <a:pt x="19" y="829"/>
                </a:cubicBezTo>
                <a:cubicBezTo>
                  <a:pt x="22" y="820"/>
                  <a:pt x="37" y="824"/>
                  <a:pt x="33" y="817"/>
                </a:cubicBezTo>
                <a:cubicBezTo>
                  <a:pt x="27" y="819"/>
                  <a:pt x="13" y="819"/>
                  <a:pt x="21" y="811"/>
                </a:cubicBezTo>
                <a:cubicBezTo>
                  <a:pt x="25" y="812"/>
                  <a:pt x="29" y="814"/>
                  <a:pt x="32" y="812"/>
                </a:cubicBezTo>
                <a:cubicBezTo>
                  <a:pt x="33" y="802"/>
                  <a:pt x="32" y="793"/>
                  <a:pt x="30" y="785"/>
                </a:cubicBezTo>
                <a:cubicBezTo>
                  <a:pt x="29" y="779"/>
                  <a:pt x="27" y="773"/>
                  <a:pt x="25" y="767"/>
                </a:cubicBezTo>
                <a:cubicBezTo>
                  <a:pt x="25" y="767"/>
                  <a:pt x="26" y="767"/>
                  <a:pt x="27" y="766"/>
                </a:cubicBezTo>
                <a:cubicBezTo>
                  <a:pt x="29" y="755"/>
                  <a:pt x="32" y="731"/>
                  <a:pt x="18" y="732"/>
                </a:cubicBezTo>
                <a:cubicBezTo>
                  <a:pt x="22" y="729"/>
                  <a:pt x="18" y="728"/>
                  <a:pt x="19" y="726"/>
                </a:cubicBezTo>
                <a:cubicBezTo>
                  <a:pt x="22" y="727"/>
                  <a:pt x="26" y="728"/>
                  <a:pt x="29" y="724"/>
                </a:cubicBezTo>
                <a:cubicBezTo>
                  <a:pt x="18" y="724"/>
                  <a:pt x="30" y="717"/>
                  <a:pt x="19" y="716"/>
                </a:cubicBezTo>
                <a:cubicBezTo>
                  <a:pt x="17" y="719"/>
                  <a:pt x="18" y="722"/>
                  <a:pt x="16" y="725"/>
                </a:cubicBezTo>
                <a:cubicBezTo>
                  <a:pt x="4" y="720"/>
                  <a:pt x="32" y="712"/>
                  <a:pt x="19" y="707"/>
                </a:cubicBezTo>
                <a:cubicBezTo>
                  <a:pt x="27" y="701"/>
                  <a:pt x="18" y="699"/>
                  <a:pt x="22" y="694"/>
                </a:cubicBezTo>
                <a:cubicBezTo>
                  <a:pt x="30" y="693"/>
                  <a:pt x="26" y="701"/>
                  <a:pt x="31" y="697"/>
                </a:cubicBezTo>
                <a:cubicBezTo>
                  <a:pt x="32" y="685"/>
                  <a:pt x="31" y="674"/>
                  <a:pt x="21" y="665"/>
                </a:cubicBezTo>
                <a:cubicBezTo>
                  <a:pt x="24" y="665"/>
                  <a:pt x="28" y="665"/>
                  <a:pt x="31" y="664"/>
                </a:cubicBezTo>
                <a:cubicBezTo>
                  <a:pt x="27" y="662"/>
                  <a:pt x="31" y="658"/>
                  <a:pt x="27" y="656"/>
                </a:cubicBezTo>
                <a:cubicBezTo>
                  <a:pt x="24" y="655"/>
                  <a:pt x="21" y="657"/>
                  <a:pt x="17" y="657"/>
                </a:cubicBezTo>
                <a:cubicBezTo>
                  <a:pt x="22" y="651"/>
                  <a:pt x="22" y="646"/>
                  <a:pt x="21" y="641"/>
                </a:cubicBezTo>
                <a:cubicBezTo>
                  <a:pt x="19" y="644"/>
                  <a:pt x="8" y="645"/>
                  <a:pt x="12" y="641"/>
                </a:cubicBezTo>
                <a:cubicBezTo>
                  <a:pt x="30" y="640"/>
                  <a:pt x="12" y="630"/>
                  <a:pt x="20" y="624"/>
                </a:cubicBezTo>
                <a:cubicBezTo>
                  <a:pt x="24" y="622"/>
                  <a:pt x="30" y="628"/>
                  <a:pt x="34" y="625"/>
                </a:cubicBezTo>
                <a:cubicBezTo>
                  <a:pt x="22" y="622"/>
                  <a:pt x="29" y="615"/>
                  <a:pt x="25" y="610"/>
                </a:cubicBezTo>
                <a:cubicBezTo>
                  <a:pt x="17" y="617"/>
                  <a:pt x="14" y="605"/>
                  <a:pt x="16" y="601"/>
                </a:cubicBezTo>
                <a:cubicBezTo>
                  <a:pt x="20" y="605"/>
                  <a:pt x="27" y="607"/>
                  <a:pt x="34" y="601"/>
                </a:cubicBezTo>
                <a:cubicBezTo>
                  <a:pt x="32" y="599"/>
                  <a:pt x="21" y="599"/>
                  <a:pt x="25" y="595"/>
                </a:cubicBezTo>
                <a:cubicBezTo>
                  <a:pt x="45" y="595"/>
                  <a:pt x="37" y="572"/>
                  <a:pt x="36" y="564"/>
                </a:cubicBezTo>
                <a:cubicBezTo>
                  <a:pt x="34" y="566"/>
                  <a:pt x="31" y="568"/>
                  <a:pt x="28" y="566"/>
                </a:cubicBezTo>
                <a:cubicBezTo>
                  <a:pt x="38" y="558"/>
                  <a:pt x="28" y="563"/>
                  <a:pt x="27" y="558"/>
                </a:cubicBezTo>
                <a:cubicBezTo>
                  <a:pt x="36" y="550"/>
                  <a:pt x="36" y="550"/>
                  <a:pt x="36" y="550"/>
                </a:cubicBezTo>
                <a:cubicBezTo>
                  <a:pt x="42" y="555"/>
                  <a:pt x="47" y="549"/>
                  <a:pt x="52" y="549"/>
                </a:cubicBezTo>
                <a:cubicBezTo>
                  <a:pt x="49" y="559"/>
                  <a:pt x="46" y="560"/>
                  <a:pt x="55" y="567"/>
                </a:cubicBezTo>
                <a:cubicBezTo>
                  <a:pt x="42" y="576"/>
                  <a:pt x="54" y="573"/>
                  <a:pt x="42" y="585"/>
                </a:cubicBezTo>
                <a:cubicBezTo>
                  <a:pt x="48" y="581"/>
                  <a:pt x="55" y="587"/>
                  <a:pt x="53" y="592"/>
                </a:cubicBezTo>
                <a:cubicBezTo>
                  <a:pt x="50" y="591"/>
                  <a:pt x="46" y="588"/>
                  <a:pt x="43" y="590"/>
                </a:cubicBezTo>
                <a:cubicBezTo>
                  <a:pt x="47" y="592"/>
                  <a:pt x="32" y="595"/>
                  <a:pt x="40" y="599"/>
                </a:cubicBezTo>
                <a:cubicBezTo>
                  <a:pt x="47" y="599"/>
                  <a:pt x="54" y="595"/>
                  <a:pt x="62" y="598"/>
                </a:cubicBezTo>
                <a:cubicBezTo>
                  <a:pt x="56" y="604"/>
                  <a:pt x="47" y="594"/>
                  <a:pt x="41" y="604"/>
                </a:cubicBezTo>
                <a:cubicBezTo>
                  <a:pt x="56" y="607"/>
                  <a:pt x="31" y="620"/>
                  <a:pt x="48" y="623"/>
                </a:cubicBezTo>
                <a:cubicBezTo>
                  <a:pt x="54" y="619"/>
                  <a:pt x="59" y="613"/>
                  <a:pt x="65" y="615"/>
                </a:cubicBezTo>
                <a:cubicBezTo>
                  <a:pt x="56" y="622"/>
                  <a:pt x="58" y="623"/>
                  <a:pt x="47" y="625"/>
                </a:cubicBezTo>
                <a:cubicBezTo>
                  <a:pt x="65" y="634"/>
                  <a:pt x="56" y="649"/>
                  <a:pt x="57" y="662"/>
                </a:cubicBezTo>
                <a:cubicBezTo>
                  <a:pt x="59" y="660"/>
                  <a:pt x="61" y="660"/>
                  <a:pt x="64" y="661"/>
                </a:cubicBezTo>
                <a:cubicBezTo>
                  <a:pt x="67" y="658"/>
                  <a:pt x="60" y="657"/>
                  <a:pt x="66" y="653"/>
                </a:cubicBezTo>
                <a:cubicBezTo>
                  <a:pt x="77" y="658"/>
                  <a:pt x="57" y="664"/>
                  <a:pt x="59" y="669"/>
                </a:cubicBezTo>
                <a:cubicBezTo>
                  <a:pt x="66" y="668"/>
                  <a:pt x="71" y="667"/>
                  <a:pt x="70" y="673"/>
                </a:cubicBezTo>
                <a:cubicBezTo>
                  <a:pt x="60" y="667"/>
                  <a:pt x="64" y="677"/>
                  <a:pt x="55" y="682"/>
                </a:cubicBezTo>
                <a:cubicBezTo>
                  <a:pt x="66" y="688"/>
                  <a:pt x="58" y="718"/>
                  <a:pt x="79" y="718"/>
                </a:cubicBezTo>
                <a:cubicBezTo>
                  <a:pt x="76" y="724"/>
                  <a:pt x="72" y="721"/>
                  <a:pt x="68" y="723"/>
                </a:cubicBezTo>
                <a:cubicBezTo>
                  <a:pt x="71" y="732"/>
                  <a:pt x="66" y="742"/>
                  <a:pt x="76" y="749"/>
                </a:cubicBezTo>
                <a:cubicBezTo>
                  <a:pt x="71" y="747"/>
                  <a:pt x="67" y="747"/>
                  <a:pt x="63" y="750"/>
                </a:cubicBezTo>
                <a:cubicBezTo>
                  <a:pt x="66" y="752"/>
                  <a:pt x="64" y="756"/>
                  <a:pt x="73" y="757"/>
                </a:cubicBezTo>
                <a:cubicBezTo>
                  <a:pt x="76" y="755"/>
                  <a:pt x="79" y="751"/>
                  <a:pt x="82" y="751"/>
                </a:cubicBezTo>
                <a:cubicBezTo>
                  <a:pt x="79" y="755"/>
                  <a:pt x="87" y="757"/>
                  <a:pt x="81" y="762"/>
                </a:cubicBezTo>
                <a:cubicBezTo>
                  <a:pt x="74" y="759"/>
                  <a:pt x="69" y="760"/>
                  <a:pt x="65" y="766"/>
                </a:cubicBezTo>
                <a:cubicBezTo>
                  <a:pt x="83" y="772"/>
                  <a:pt x="56" y="794"/>
                  <a:pt x="80" y="794"/>
                </a:cubicBezTo>
                <a:cubicBezTo>
                  <a:pt x="80" y="797"/>
                  <a:pt x="78" y="799"/>
                  <a:pt x="73" y="801"/>
                </a:cubicBezTo>
                <a:cubicBezTo>
                  <a:pt x="83" y="800"/>
                  <a:pt x="76" y="811"/>
                  <a:pt x="83" y="806"/>
                </a:cubicBezTo>
                <a:cubicBezTo>
                  <a:pt x="84" y="804"/>
                  <a:pt x="83" y="801"/>
                  <a:pt x="88" y="801"/>
                </a:cubicBezTo>
                <a:cubicBezTo>
                  <a:pt x="89" y="809"/>
                  <a:pt x="81" y="819"/>
                  <a:pt x="82" y="827"/>
                </a:cubicBezTo>
                <a:cubicBezTo>
                  <a:pt x="84" y="824"/>
                  <a:pt x="87" y="826"/>
                  <a:pt x="89" y="824"/>
                </a:cubicBezTo>
                <a:cubicBezTo>
                  <a:pt x="93" y="821"/>
                  <a:pt x="90" y="820"/>
                  <a:pt x="94" y="816"/>
                </a:cubicBezTo>
                <a:cubicBezTo>
                  <a:pt x="109" y="830"/>
                  <a:pt x="88" y="854"/>
                  <a:pt x="110" y="865"/>
                </a:cubicBezTo>
                <a:cubicBezTo>
                  <a:pt x="105" y="873"/>
                  <a:pt x="107" y="862"/>
                  <a:pt x="102" y="867"/>
                </a:cubicBezTo>
                <a:cubicBezTo>
                  <a:pt x="98" y="879"/>
                  <a:pt x="107" y="888"/>
                  <a:pt x="105" y="900"/>
                </a:cubicBezTo>
                <a:cubicBezTo>
                  <a:pt x="115" y="902"/>
                  <a:pt x="113" y="910"/>
                  <a:pt x="111" y="917"/>
                </a:cubicBezTo>
                <a:cubicBezTo>
                  <a:pt x="109" y="925"/>
                  <a:pt x="108" y="932"/>
                  <a:pt x="120" y="931"/>
                </a:cubicBezTo>
                <a:cubicBezTo>
                  <a:pt x="107" y="939"/>
                  <a:pt x="128" y="942"/>
                  <a:pt x="114" y="954"/>
                </a:cubicBezTo>
                <a:cubicBezTo>
                  <a:pt x="127" y="956"/>
                  <a:pt x="122" y="963"/>
                  <a:pt x="125" y="968"/>
                </a:cubicBezTo>
                <a:cubicBezTo>
                  <a:pt x="110" y="974"/>
                  <a:pt x="120" y="991"/>
                  <a:pt x="136" y="991"/>
                </a:cubicBezTo>
                <a:cubicBezTo>
                  <a:pt x="134" y="998"/>
                  <a:pt x="129" y="995"/>
                  <a:pt x="125" y="998"/>
                </a:cubicBezTo>
                <a:cubicBezTo>
                  <a:pt x="132" y="999"/>
                  <a:pt x="120" y="1008"/>
                  <a:pt x="127" y="1010"/>
                </a:cubicBezTo>
                <a:cubicBezTo>
                  <a:pt x="131" y="1006"/>
                  <a:pt x="142" y="1006"/>
                  <a:pt x="138" y="1012"/>
                </a:cubicBezTo>
                <a:cubicBezTo>
                  <a:pt x="134" y="1012"/>
                  <a:pt x="128" y="1007"/>
                  <a:pt x="125" y="1011"/>
                </a:cubicBezTo>
                <a:cubicBezTo>
                  <a:pt x="120" y="1019"/>
                  <a:pt x="138" y="1019"/>
                  <a:pt x="140" y="1024"/>
                </a:cubicBezTo>
                <a:cubicBezTo>
                  <a:pt x="132" y="1026"/>
                  <a:pt x="132" y="1028"/>
                  <a:pt x="130" y="1033"/>
                </a:cubicBezTo>
                <a:cubicBezTo>
                  <a:pt x="142" y="1035"/>
                  <a:pt x="140" y="1043"/>
                  <a:pt x="153" y="1045"/>
                </a:cubicBezTo>
                <a:cubicBezTo>
                  <a:pt x="153" y="1041"/>
                  <a:pt x="154" y="1039"/>
                  <a:pt x="160" y="1039"/>
                </a:cubicBezTo>
                <a:cubicBezTo>
                  <a:pt x="159" y="1041"/>
                  <a:pt x="157" y="1043"/>
                  <a:pt x="159" y="1044"/>
                </a:cubicBezTo>
                <a:cubicBezTo>
                  <a:pt x="163" y="1043"/>
                  <a:pt x="165" y="1036"/>
                  <a:pt x="170" y="1037"/>
                </a:cubicBezTo>
                <a:cubicBezTo>
                  <a:pt x="164" y="1052"/>
                  <a:pt x="179" y="1045"/>
                  <a:pt x="169" y="1062"/>
                </a:cubicBezTo>
                <a:cubicBezTo>
                  <a:pt x="164" y="1061"/>
                  <a:pt x="168" y="1046"/>
                  <a:pt x="158" y="1059"/>
                </a:cubicBezTo>
                <a:cubicBezTo>
                  <a:pt x="149" y="1059"/>
                  <a:pt x="157" y="1046"/>
                  <a:pt x="148" y="1050"/>
                </a:cubicBezTo>
                <a:cubicBezTo>
                  <a:pt x="148" y="1055"/>
                  <a:pt x="155" y="1057"/>
                  <a:pt x="145" y="1066"/>
                </a:cubicBezTo>
                <a:cubicBezTo>
                  <a:pt x="156" y="1066"/>
                  <a:pt x="147" y="1074"/>
                  <a:pt x="156" y="1075"/>
                </a:cubicBezTo>
                <a:cubicBezTo>
                  <a:pt x="162" y="1070"/>
                  <a:pt x="155" y="1070"/>
                  <a:pt x="158" y="1066"/>
                </a:cubicBezTo>
                <a:cubicBezTo>
                  <a:pt x="163" y="1069"/>
                  <a:pt x="165" y="1063"/>
                  <a:pt x="169" y="1062"/>
                </a:cubicBezTo>
                <a:cubicBezTo>
                  <a:pt x="177" y="1063"/>
                  <a:pt x="178" y="1066"/>
                  <a:pt x="175" y="1072"/>
                </a:cubicBezTo>
                <a:cubicBezTo>
                  <a:pt x="171" y="1071"/>
                  <a:pt x="167" y="1069"/>
                  <a:pt x="164" y="1072"/>
                </a:cubicBezTo>
                <a:cubicBezTo>
                  <a:pt x="167" y="1072"/>
                  <a:pt x="163" y="1076"/>
                  <a:pt x="166" y="1077"/>
                </a:cubicBezTo>
                <a:cubicBezTo>
                  <a:pt x="172" y="1079"/>
                  <a:pt x="174" y="1072"/>
                  <a:pt x="180" y="1075"/>
                </a:cubicBezTo>
                <a:cubicBezTo>
                  <a:pt x="174" y="1091"/>
                  <a:pt x="195" y="1101"/>
                  <a:pt x="174" y="1119"/>
                </a:cubicBezTo>
                <a:cubicBezTo>
                  <a:pt x="176" y="1120"/>
                  <a:pt x="177" y="1128"/>
                  <a:pt x="184" y="1123"/>
                </a:cubicBezTo>
                <a:cubicBezTo>
                  <a:pt x="189" y="1119"/>
                  <a:pt x="178" y="1114"/>
                  <a:pt x="189" y="1112"/>
                </a:cubicBezTo>
                <a:cubicBezTo>
                  <a:pt x="187" y="1117"/>
                  <a:pt x="191" y="1123"/>
                  <a:pt x="192" y="1128"/>
                </a:cubicBezTo>
                <a:cubicBezTo>
                  <a:pt x="194" y="1133"/>
                  <a:pt x="193" y="1138"/>
                  <a:pt x="181" y="1140"/>
                </a:cubicBezTo>
                <a:cubicBezTo>
                  <a:pt x="180" y="1143"/>
                  <a:pt x="182" y="1144"/>
                  <a:pt x="183" y="1145"/>
                </a:cubicBezTo>
                <a:cubicBezTo>
                  <a:pt x="189" y="1148"/>
                  <a:pt x="192" y="1140"/>
                  <a:pt x="198" y="1143"/>
                </a:cubicBezTo>
                <a:cubicBezTo>
                  <a:pt x="204" y="1163"/>
                  <a:pt x="205" y="1191"/>
                  <a:pt x="220" y="1203"/>
                </a:cubicBezTo>
                <a:cubicBezTo>
                  <a:pt x="217" y="1229"/>
                  <a:pt x="232" y="1247"/>
                  <a:pt x="238" y="1270"/>
                </a:cubicBezTo>
                <a:cubicBezTo>
                  <a:pt x="239" y="1268"/>
                  <a:pt x="240" y="1266"/>
                  <a:pt x="243" y="1266"/>
                </a:cubicBezTo>
                <a:cubicBezTo>
                  <a:pt x="232" y="1289"/>
                  <a:pt x="256" y="1309"/>
                  <a:pt x="259" y="1330"/>
                </a:cubicBezTo>
                <a:cubicBezTo>
                  <a:pt x="262" y="1330"/>
                  <a:pt x="265" y="1328"/>
                  <a:pt x="268" y="1327"/>
                </a:cubicBezTo>
                <a:cubicBezTo>
                  <a:pt x="268" y="1344"/>
                  <a:pt x="278" y="1354"/>
                  <a:pt x="278" y="1371"/>
                </a:cubicBezTo>
                <a:cubicBezTo>
                  <a:pt x="280" y="1368"/>
                  <a:pt x="282" y="1366"/>
                  <a:pt x="285" y="1367"/>
                </a:cubicBezTo>
                <a:cubicBezTo>
                  <a:pt x="278" y="1379"/>
                  <a:pt x="278" y="1391"/>
                  <a:pt x="293" y="1388"/>
                </a:cubicBezTo>
                <a:cubicBezTo>
                  <a:pt x="285" y="1409"/>
                  <a:pt x="312" y="1414"/>
                  <a:pt x="305" y="1435"/>
                </a:cubicBezTo>
                <a:cubicBezTo>
                  <a:pt x="314" y="1430"/>
                  <a:pt x="316" y="1444"/>
                  <a:pt x="305" y="1444"/>
                </a:cubicBezTo>
                <a:cubicBezTo>
                  <a:pt x="312" y="1438"/>
                  <a:pt x="301" y="1434"/>
                  <a:pt x="296" y="1439"/>
                </a:cubicBezTo>
                <a:cubicBezTo>
                  <a:pt x="296" y="1447"/>
                  <a:pt x="290" y="1447"/>
                  <a:pt x="285" y="1453"/>
                </a:cubicBezTo>
                <a:cubicBezTo>
                  <a:pt x="294" y="1461"/>
                  <a:pt x="308" y="1450"/>
                  <a:pt x="313" y="1447"/>
                </a:cubicBezTo>
                <a:cubicBezTo>
                  <a:pt x="315" y="1460"/>
                  <a:pt x="325" y="1468"/>
                  <a:pt x="332" y="1477"/>
                </a:cubicBezTo>
                <a:cubicBezTo>
                  <a:pt x="330" y="1481"/>
                  <a:pt x="327" y="1482"/>
                  <a:pt x="325" y="1486"/>
                </a:cubicBezTo>
                <a:cubicBezTo>
                  <a:pt x="341" y="1495"/>
                  <a:pt x="348" y="1510"/>
                  <a:pt x="354" y="1525"/>
                </a:cubicBezTo>
                <a:cubicBezTo>
                  <a:pt x="361" y="1541"/>
                  <a:pt x="366" y="1556"/>
                  <a:pt x="378" y="1564"/>
                </a:cubicBezTo>
                <a:cubicBezTo>
                  <a:pt x="375" y="1573"/>
                  <a:pt x="378" y="1573"/>
                  <a:pt x="375" y="1579"/>
                </a:cubicBezTo>
                <a:cubicBezTo>
                  <a:pt x="378" y="1579"/>
                  <a:pt x="379" y="1577"/>
                  <a:pt x="383" y="1578"/>
                </a:cubicBezTo>
                <a:cubicBezTo>
                  <a:pt x="392" y="1601"/>
                  <a:pt x="404" y="1621"/>
                  <a:pt x="417" y="1640"/>
                </a:cubicBezTo>
                <a:cubicBezTo>
                  <a:pt x="430" y="1659"/>
                  <a:pt x="443" y="1679"/>
                  <a:pt x="453" y="1701"/>
                </a:cubicBezTo>
                <a:cubicBezTo>
                  <a:pt x="463" y="1698"/>
                  <a:pt x="465" y="1712"/>
                  <a:pt x="461" y="1723"/>
                </a:cubicBezTo>
                <a:cubicBezTo>
                  <a:pt x="477" y="1722"/>
                  <a:pt x="470" y="1735"/>
                  <a:pt x="476" y="1741"/>
                </a:cubicBezTo>
                <a:cubicBezTo>
                  <a:pt x="485" y="1739"/>
                  <a:pt x="501" y="1770"/>
                  <a:pt x="513" y="1780"/>
                </a:cubicBezTo>
                <a:cubicBezTo>
                  <a:pt x="510" y="1781"/>
                  <a:pt x="507" y="1783"/>
                  <a:pt x="506" y="1787"/>
                </a:cubicBezTo>
                <a:cubicBezTo>
                  <a:pt x="526" y="1787"/>
                  <a:pt x="516" y="1810"/>
                  <a:pt x="532" y="1806"/>
                </a:cubicBezTo>
                <a:cubicBezTo>
                  <a:pt x="530" y="1810"/>
                  <a:pt x="528" y="1813"/>
                  <a:pt x="525" y="1815"/>
                </a:cubicBezTo>
                <a:cubicBezTo>
                  <a:pt x="527" y="1818"/>
                  <a:pt x="533" y="1817"/>
                  <a:pt x="537" y="1814"/>
                </a:cubicBezTo>
                <a:cubicBezTo>
                  <a:pt x="535" y="1824"/>
                  <a:pt x="546" y="1816"/>
                  <a:pt x="534" y="1826"/>
                </a:cubicBezTo>
                <a:cubicBezTo>
                  <a:pt x="544" y="1830"/>
                  <a:pt x="543" y="1841"/>
                  <a:pt x="557" y="1842"/>
                </a:cubicBezTo>
                <a:cubicBezTo>
                  <a:pt x="554" y="1843"/>
                  <a:pt x="551" y="1843"/>
                  <a:pt x="550" y="1847"/>
                </a:cubicBezTo>
                <a:cubicBezTo>
                  <a:pt x="559" y="1849"/>
                  <a:pt x="556" y="1859"/>
                  <a:pt x="567" y="1860"/>
                </a:cubicBezTo>
                <a:cubicBezTo>
                  <a:pt x="564" y="1861"/>
                  <a:pt x="560" y="1870"/>
                  <a:pt x="564" y="1869"/>
                </a:cubicBezTo>
                <a:cubicBezTo>
                  <a:pt x="570" y="1871"/>
                  <a:pt x="569" y="1861"/>
                  <a:pt x="575" y="1864"/>
                </a:cubicBezTo>
                <a:cubicBezTo>
                  <a:pt x="572" y="1878"/>
                  <a:pt x="579" y="1886"/>
                  <a:pt x="592" y="1889"/>
                </a:cubicBezTo>
                <a:cubicBezTo>
                  <a:pt x="587" y="1900"/>
                  <a:pt x="602" y="1898"/>
                  <a:pt x="609" y="1908"/>
                </a:cubicBezTo>
                <a:cubicBezTo>
                  <a:pt x="614" y="1913"/>
                  <a:pt x="612" y="1933"/>
                  <a:pt x="624" y="1927"/>
                </a:cubicBezTo>
                <a:cubicBezTo>
                  <a:pt x="629" y="1961"/>
                  <a:pt x="664" y="1963"/>
                  <a:pt x="671" y="1994"/>
                </a:cubicBezTo>
                <a:cubicBezTo>
                  <a:pt x="672" y="1991"/>
                  <a:pt x="673" y="1987"/>
                  <a:pt x="676" y="1987"/>
                </a:cubicBezTo>
                <a:cubicBezTo>
                  <a:pt x="678" y="1991"/>
                  <a:pt x="674" y="1989"/>
                  <a:pt x="672" y="1996"/>
                </a:cubicBezTo>
                <a:cubicBezTo>
                  <a:pt x="694" y="1997"/>
                  <a:pt x="702" y="2031"/>
                  <a:pt x="725" y="2041"/>
                </a:cubicBezTo>
                <a:cubicBezTo>
                  <a:pt x="723" y="2042"/>
                  <a:pt x="721" y="2043"/>
                  <a:pt x="721" y="2046"/>
                </a:cubicBezTo>
                <a:cubicBezTo>
                  <a:pt x="739" y="2050"/>
                  <a:pt x="743" y="2065"/>
                  <a:pt x="750" y="2078"/>
                </a:cubicBezTo>
                <a:cubicBezTo>
                  <a:pt x="769" y="2085"/>
                  <a:pt x="788" y="2097"/>
                  <a:pt x="782" y="2120"/>
                </a:cubicBezTo>
                <a:cubicBezTo>
                  <a:pt x="788" y="2119"/>
                  <a:pt x="789" y="2112"/>
                  <a:pt x="796" y="2112"/>
                </a:cubicBezTo>
                <a:cubicBezTo>
                  <a:pt x="791" y="2123"/>
                  <a:pt x="806" y="2117"/>
                  <a:pt x="805" y="2124"/>
                </a:cubicBezTo>
                <a:cubicBezTo>
                  <a:pt x="801" y="2125"/>
                  <a:pt x="800" y="2121"/>
                  <a:pt x="798" y="2125"/>
                </a:cubicBezTo>
                <a:cubicBezTo>
                  <a:pt x="803" y="2127"/>
                  <a:pt x="803" y="2129"/>
                  <a:pt x="811" y="2125"/>
                </a:cubicBezTo>
                <a:cubicBezTo>
                  <a:pt x="817" y="2141"/>
                  <a:pt x="830" y="2151"/>
                  <a:pt x="843" y="2161"/>
                </a:cubicBezTo>
                <a:cubicBezTo>
                  <a:pt x="849" y="2166"/>
                  <a:pt x="856" y="2171"/>
                  <a:pt x="861" y="2177"/>
                </a:cubicBezTo>
                <a:cubicBezTo>
                  <a:pt x="867" y="2182"/>
                  <a:pt x="871" y="2189"/>
                  <a:pt x="874" y="2197"/>
                </a:cubicBezTo>
                <a:cubicBezTo>
                  <a:pt x="879" y="2195"/>
                  <a:pt x="884" y="2194"/>
                  <a:pt x="886" y="2188"/>
                </a:cubicBezTo>
                <a:cubicBezTo>
                  <a:pt x="735" y="2040"/>
                  <a:pt x="594" y="1878"/>
                  <a:pt x="477" y="1699"/>
                </a:cubicBezTo>
                <a:cubicBezTo>
                  <a:pt x="419" y="1609"/>
                  <a:pt x="367" y="1515"/>
                  <a:pt x="323" y="1417"/>
                </a:cubicBezTo>
                <a:cubicBezTo>
                  <a:pt x="280" y="1319"/>
                  <a:pt x="244" y="1218"/>
                  <a:pt x="219" y="1114"/>
                </a:cubicBezTo>
                <a:cubicBezTo>
                  <a:pt x="215" y="1098"/>
                  <a:pt x="205" y="1078"/>
                  <a:pt x="209" y="1065"/>
                </a:cubicBezTo>
                <a:cubicBezTo>
                  <a:pt x="197" y="1060"/>
                  <a:pt x="201" y="1049"/>
                  <a:pt x="191" y="1044"/>
                </a:cubicBezTo>
                <a:cubicBezTo>
                  <a:pt x="192" y="1041"/>
                  <a:pt x="202" y="1034"/>
                  <a:pt x="196" y="1034"/>
                </a:cubicBezTo>
                <a:cubicBezTo>
                  <a:pt x="185" y="1037"/>
                  <a:pt x="192" y="1019"/>
                  <a:pt x="192" y="1015"/>
                </a:cubicBezTo>
                <a:cubicBezTo>
                  <a:pt x="194" y="1004"/>
                  <a:pt x="175" y="998"/>
                  <a:pt x="185" y="991"/>
                </a:cubicBezTo>
                <a:cubicBezTo>
                  <a:pt x="187" y="994"/>
                  <a:pt x="191" y="997"/>
                  <a:pt x="190" y="1001"/>
                </a:cubicBezTo>
                <a:cubicBezTo>
                  <a:pt x="209" y="985"/>
                  <a:pt x="168" y="978"/>
                  <a:pt x="186" y="960"/>
                </a:cubicBezTo>
                <a:cubicBezTo>
                  <a:pt x="175" y="956"/>
                  <a:pt x="175" y="946"/>
                  <a:pt x="175" y="936"/>
                </a:cubicBezTo>
                <a:cubicBezTo>
                  <a:pt x="175" y="927"/>
                  <a:pt x="175" y="918"/>
                  <a:pt x="163" y="919"/>
                </a:cubicBezTo>
                <a:cubicBezTo>
                  <a:pt x="168" y="915"/>
                  <a:pt x="162" y="914"/>
                  <a:pt x="169" y="909"/>
                </a:cubicBezTo>
                <a:cubicBezTo>
                  <a:pt x="159" y="910"/>
                  <a:pt x="155" y="896"/>
                  <a:pt x="170" y="891"/>
                </a:cubicBezTo>
                <a:cubicBezTo>
                  <a:pt x="166" y="880"/>
                  <a:pt x="151" y="873"/>
                  <a:pt x="157" y="859"/>
                </a:cubicBezTo>
                <a:cubicBezTo>
                  <a:pt x="161" y="856"/>
                  <a:pt x="168" y="862"/>
                  <a:pt x="172" y="858"/>
                </a:cubicBezTo>
                <a:cubicBezTo>
                  <a:pt x="168" y="857"/>
                  <a:pt x="163" y="851"/>
                  <a:pt x="159" y="857"/>
                </a:cubicBezTo>
                <a:cubicBezTo>
                  <a:pt x="148" y="846"/>
                  <a:pt x="162" y="827"/>
                  <a:pt x="146" y="818"/>
                </a:cubicBezTo>
                <a:cubicBezTo>
                  <a:pt x="155" y="816"/>
                  <a:pt x="153" y="807"/>
                  <a:pt x="142" y="810"/>
                </a:cubicBezTo>
                <a:cubicBezTo>
                  <a:pt x="145" y="806"/>
                  <a:pt x="149" y="807"/>
                  <a:pt x="152" y="806"/>
                </a:cubicBezTo>
                <a:cubicBezTo>
                  <a:pt x="147" y="801"/>
                  <a:pt x="155" y="789"/>
                  <a:pt x="140" y="791"/>
                </a:cubicBezTo>
                <a:cubicBezTo>
                  <a:pt x="141" y="785"/>
                  <a:pt x="140" y="781"/>
                  <a:pt x="140" y="775"/>
                </a:cubicBezTo>
                <a:cubicBezTo>
                  <a:pt x="150" y="768"/>
                  <a:pt x="148" y="760"/>
                  <a:pt x="145" y="750"/>
                </a:cubicBezTo>
                <a:cubicBezTo>
                  <a:pt x="143" y="740"/>
                  <a:pt x="140" y="729"/>
                  <a:pt x="148" y="719"/>
                </a:cubicBezTo>
                <a:cubicBezTo>
                  <a:pt x="126" y="708"/>
                  <a:pt x="158" y="683"/>
                  <a:pt x="132" y="673"/>
                </a:cubicBezTo>
                <a:cubicBezTo>
                  <a:pt x="142" y="667"/>
                  <a:pt x="129" y="668"/>
                  <a:pt x="136" y="663"/>
                </a:cubicBezTo>
                <a:cubicBezTo>
                  <a:pt x="148" y="670"/>
                  <a:pt x="144" y="684"/>
                  <a:pt x="151" y="695"/>
                </a:cubicBezTo>
                <a:cubicBezTo>
                  <a:pt x="156" y="694"/>
                  <a:pt x="161" y="694"/>
                  <a:pt x="165" y="692"/>
                </a:cubicBezTo>
                <a:cubicBezTo>
                  <a:pt x="167" y="688"/>
                  <a:pt x="166" y="685"/>
                  <a:pt x="157" y="683"/>
                </a:cubicBezTo>
                <a:cubicBezTo>
                  <a:pt x="162" y="675"/>
                  <a:pt x="171" y="687"/>
                  <a:pt x="175" y="677"/>
                </a:cubicBezTo>
                <a:cubicBezTo>
                  <a:pt x="165" y="680"/>
                  <a:pt x="170" y="664"/>
                  <a:pt x="157" y="672"/>
                </a:cubicBezTo>
                <a:cubicBezTo>
                  <a:pt x="164" y="663"/>
                  <a:pt x="150" y="662"/>
                  <a:pt x="158" y="656"/>
                </a:cubicBezTo>
                <a:cubicBezTo>
                  <a:pt x="148" y="662"/>
                  <a:pt x="148" y="657"/>
                  <a:pt x="138" y="659"/>
                </a:cubicBezTo>
                <a:cubicBezTo>
                  <a:pt x="147" y="648"/>
                  <a:pt x="139" y="644"/>
                  <a:pt x="132" y="641"/>
                </a:cubicBezTo>
                <a:cubicBezTo>
                  <a:pt x="135" y="636"/>
                  <a:pt x="140" y="639"/>
                  <a:pt x="144" y="636"/>
                </a:cubicBezTo>
                <a:cubicBezTo>
                  <a:pt x="138" y="629"/>
                  <a:pt x="137" y="614"/>
                  <a:pt x="145" y="609"/>
                </a:cubicBezTo>
                <a:cubicBezTo>
                  <a:pt x="142" y="616"/>
                  <a:pt x="151" y="620"/>
                  <a:pt x="150" y="626"/>
                </a:cubicBezTo>
                <a:cubicBezTo>
                  <a:pt x="155" y="621"/>
                  <a:pt x="162" y="624"/>
                  <a:pt x="167" y="616"/>
                </a:cubicBezTo>
                <a:cubicBezTo>
                  <a:pt x="158" y="618"/>
                  <a:pt x="161" y="613"/>
                  <a:pt x="154" y="612"/>
                </a:cubicBezTo>
                <a:cubicBezTo>
                  <a:pt x="169" y="610"/>
                  <a:pt x="174" y="580"/>
                  <a:pt x="160" y="577"/>
                </a:cubicBezTo>
                <a:cubicBezTo>
                  <a:pt x="163" y="571"/>
                  <a:pt x="168" y="579"/>
                  <a:pt x="171" y="572"/>
                </a:cubicBezTo>
                <a:cubicBezTo>
                  <a:pt x="169" y="572"/>
                  <a:pt x="170" y="570"/>
                  <a:pt x="169" y="569"/>
                </a:cubicBezTo>
                <a:cubicBezTo>
                  <a:pt x="160" y="570"/>
                  <a:pt x="154" y="568"/>
                  <a:pt x="147" y="575"/>
                </a:cubicBezTo>
                <a:cubicBezTo>
                  <a:pt x="150" y="571"/>
                  <a:pt x="148" y="567"/>
                  <a:pt x="147" y="564"/>
                </a:cubicBezTo>
                <a:cubicBezTo>
                  <a:pt x="139" y="567"/>
                  <a:pt x="144" y="574"/>
                  <a:pt x="137" y="574"/>
                </a:cubicBezTo>
                <a:cubicBezTo>
                  <a:pt x="146" y="567"/>
                  <a:pt x="130" y="566"/>
                  <a:pt x="140" y="559"/>
                </a:cubicBezTo>
                <a:cubicBezTo>
                  <a:pt x="151" y="559"/>
                  <a:pt x="149" y="565"/>
                  <a:pt x="158" y="563"/>
                </a:cubicBezTo>
                <a:cubicBezTo>
                  <a:pt x="163" y="557"/>
                  <a:pt x="153" y="555"/>
                  <a:pt x="157" y="549"/>
                </a:cubicBezTo>
                <a:cubicBezTo>
                  <a:pt x="163" y="551"/>
                  <a:pt x="168" y="544"/>
                  <a:pt x="173" y="546"/>
                </a:cubicBezTo>
                <a:cubicBezTo>
                  <a:pt x="174" y="548"/>
                  <a:pt x="179" y="553"/>
                  <a:pt x="183" y="553"/>
                </a:cubicBezTo>
                <a:cubicBezTo>
                  <a:pt x="183" y="551"/>
                  <a:pt x="183" y="549"/>
                  <a:pt x="183" y="547"/>
                </a:cubicBezTo>
                <a:cubicBezTo>
                  <a:pt x="180" y="546"/>
                  <a:pt x="178" y="545"/>
                  <a:pt x="179" y="543"/>
                </a:cubicBezTo>
                <a:cubicBezTo>
                  <a:pt x="181" y="544"/>
                  <a:pt x="182" y="544"/>
                  <a:pt x="183" y="543"/>
                </a:cubicBezTo>
                <a:cubicBezTo>
                  <a:pt x="182" y="541"/>
                  <a:pt x="181" y="539"/>
                  <a:pt x="180" y="537"/>
                </a:cubicBezTo>
                <a:cubicBezTo>
                  <a:pt x="177" y="538"/>
                  <a:pt x="174" y="540"/>
                  <a:pt x="173" y="541"/>
                </a:cubicBezTo>
                <a:cubicBezTo>
                  <a:pt x="174" y="542"/>
                  <a:pt x="177" y="542"/>
                  <a:pt x="175" y="544"/>
                </a:cubicBezTo>
                <a:cubicBezTo>
                  <a:pt x="171" y="542"/>
                  <a:pt x="168" y="544"/>
                  <a:pt x="165" y="543"/>
                </a:cubicBezTo>
                <a:cubicBezTo>
                  <a:pt x="164" y="538"/>
                  <a:pt x="171" y="538"/>
                  <a:pt x="177" y="535"/>
                </a:cubicBezTo>
                <a:cubicBezTo>
                  <a:pt x="175" y="534"/>
                  <a:pt x="174" y="534"/>
                  <a:pt x="173" y="534"/>
                </a:cubicBezTo>
                <a:cubicBezTo>
                  <a:pt x="177" y="531"/>
                  <a:pt x="173" y="530"/>
                  <a:pt x="173" y="527"/>
                </a:cubicBezTo>
                <a:cubicBezTo>
                  <a:pt x="174" y="528"/>
                  <a:pt x="174" y="528"/>
                  <a:pt x="175" y="528"/>
                </a:cubicBezTo>
                <a:cubicBezTo>
                  <a:pt x="174" y="528"/>
                  <a:pt x="173" y="527"/>
                  <a:pt x="172" y="527"/>
                </a:cubicBezTo>
                <a:cubicBezTo>
                  <a:pt x="167" y="529"/>
                  <a:pt x="173" y="535"/>
                  <a:pt x="165" y="534"/>
                </a:cubicBezTo>
                <a:cubicBezTo>
                  <a:pt x="169" y="525"/>
                  <a:pt x="161" y="518"/>
                  <a:pt x="166" y="509"/>
                </a:cubicBezTo>
                <a:cubicBezTo>
                  <a:pt x="166" y="504"/>
                  <a:pt x="165" y="499"/>
                  <a:pt x="164" y="494"/>
                </a:cubicBezTo>
                <a:cubicBezTo>
                  <a:pt x="162" y="486"/>
                  <a:pt x="161" y="478"/>
                  <a:pt x="162" y="469"/>
                </a:cubicBezTo>
                <a:cubicBezTo>
                  <a:pt x="174" y="474"/>
                  <a:pt x="157" y="493"/>
                  <a:pt x="174" y="492"/>
                </a:cubicBezTo>
                <a:cubicBezTo>
                  <a:pt x="167" y="500"/>
                  <a:pt x="168" y="505"/>
                  <a:pt x="174" y="509"/>
                </a:cubicBezTo>
                <a:cubicBezTo>
                  <a:pt x="172" y="509"/>
                  <a:pt x="171" y="511"/>
                  <a:pt x="171" y="512"/>
                </a:cubicBezTo>
                <a:cubicBezTo>
                  <a:pt x="172" y="513"/>
                  <a:pt x="174" y="514"/>
                  <a:pt x="175" y="515"/>
                </a:cubicBezTo>
                <a:cubicBezTo>
                  <a:pt x="177" y="513"/>
                  <a:pt x="178" y="511"/>
                  <a:pt x="174" y="509"/>
                </a:cubicBezTo>
                <a:cubicBezTo>
                  <a:pt x="182" y="503"/>
                  <a:pt x="172" y="501"/>
                  <a:pt x="177" y="496"/>
                </a:cubicBezTo>
                <a:cubicBezTo>
                  <a:pt x="178" y="496"/>
                  <a:pt x="179" y="496"/>
                  <a:pt x="180" y="496"/>
                </a:cubicBezTo>
                <a:cubicBezTo>
                  <a:pt x="182" y="495"/>
                  <a:pt x="184" y="495"/>
                  <a:pt x="186" y="495"/>
                </a:cubicBezTo>
                <a:cubicBezTo>
                  <a:pt x="186" y="494"/>
                  <a:pt x="186" y="493"/>
                  <a:pt x="186" y="492"/>
                </a:cubicBezTo>
                <a:cubicBezTo>
                  <a:pt x="186" y="492"/>
                  <a:pt x="186" y="491"/>
                  <a:pt x="186" y="491"/>
                </a:cubicBezTo>
                <a:cubicBezTo>
                  <a:pt x="183" y="490"/>
                  <a:pt x="181" y="493"/>
                  <a:pt x="178" y="493"/>
                </a:cubicBezTo>
                <a:cubicBezTo>
                  <a:pt x="176" y="489"/>
                  <a:pt x="172" y="481"/>
                  <a:pt x="182" y="478"/>
                </a:cubicBezTo>
                <a:cubicBezTo>
                  <a:pt x="177" y="472"/>
                  <a:pt x="155" y="461"/>
                  <a:pt x="169" y="455"/>
                </a:cubicBezTo>
                <a:cubicBezTo>
                  <a:pt x="169" y="456"/>
                  <a:pt x="170" y="457"/>
                  <a:pt x="172" y="458"/>
                </a:cubicBezTo>
                <a:cubicBezTo>
                  <a:pt x="174" y="455"/>
                  <a:pt x="176" y="453"/>
                  <a:pt x="176" y="450"/>
                </a:cubicBezTo>
                <a:cubicBezTo>
                  <a:pt x="172" y="450"/>
                  <a:pt x="168" y="449"/>
                  <a:pt x="164" y="451"/>
                </a:cubicBezTo>
                <a:cubicBezTo>
                  <a:pt x="167" y="448"/>
                  <a:pt x="160" y="447"/>
                  <a:pt x="165" y="444"/>
                </a:cubicBezTo>
                <a:cubicBezTo>
                  <a:pt x="168" y="447"/>
                  <a:pt x="172" y="448"/>
                  <a:pt x="176" y="448"/>
                </a:cubicBezTo>
                <a:cubicBezTo>
                  <a:pt x="176" y="446"/>
                  <a:pt x="176" y="445"/>
                  <a:pt x="175" y="443"/>
                </a:cubicBezTo>
                <a:cubicBezTo>
                  <a:pt x="174" y="446"/>
                  <a:pt x="163" y="447"/>
                  <a:pt x="167" y="442"/>
                </a:cubicBezTo>
                <a:cubicBezTo>
                  <a:pt x="185" y="442"/>
                  <a:pt x="167" y="432"/>
                  <a:pt x="174" y="426"/>
                </a:cubicBezTo>
                <a:cubicBezTo>
                  <a:pt x="178" y="424"/>
                  <a:pt x="182" y="428"/>
                  <a:pt x="186" y="428"/>
                </a:cubicBezTo>
                <a:cubicBezTo>
                  <a:pt x="185" y="427"/>
                  <a:pt x="184" y="426"/>
                  <a:pt x="183" y="425"/>
                </a:cubicBezTo>
                <a:cubicBezTo>
                  <a:pt x="181" y="423"/>
                  <a:pt x="181" y="421"/>
                  <a:pt x="181" y="419"/>
                </a:cubicBezTo>
                <a:cubicBezTo>
                  <a:pt x="181" y="417"/>
                  <a:pt x="181" y="415"/>
                  <a:pt x="181" y="414"/>
                </a:cubicBezTo>
                <a:cubicBezTo>
                  <a:pt x="181" y="413"/>
                  <a:pt x="181" y="412"/>
                  <a:pt x="180" y="412"/>
                </a:cubicBezTo>
                <a:cubicBezTo>
                  <a:pt x="172" y="419"/>
                  <a:pt x="168" y="406"/>
                  <a:pt x="170" y="403"/>
                </a:cubicBezTo>
                <a:cubicBezTo>
                  <a:pt x="173" y="406"/>
                  <a:pt x="177" y="408"/>
                  <a:pt x="181" y="407"/>
                </a:cubicBezTo>
                <a:cubicBezTo>
                  <a:pt x="181" y="405"/>
                  <a:pt x="181" y="402"/>
                  <a:pt x="180" y="400"/>
                </a:cubicBezTo>
                <a:cubicBezTo>
                  <a:pt x="179" y="400"/>
                  <a:pt x="178" y="399"/>
                  <a:pt x="179" y="398"/>
                </a:cubicBezTo>
                <a:cubicBezTo>
                  <a:pt x="179" y="397"/>
                  <a:pt x="179" y="397"/>
                  <a:pt x="179" y="397"/>
                </a:cubicBezTo>
                <a:cubicBezTo>
                  <a:pt x="181" y="397"/>
                  <a:pt x="182" y="397"/>
                  <a:pt x="183" y="397"/>
                </a:cubicBezTo>
                <a:cubicBezTo>
                  <a:pt x="186" y="397"/>
                  <a:pt x="188" y="395"/>
                  <a:pt x="190" y="394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91" y="391"/>
                  <a:pt x="185" y="391"/>
                  <a:pt x="182" y="391"/>
                </a:cubicBezTo>
                <a:cubicBezTo>
                  <a:pt x="185" y="389"/>
                  <a:pt x="187" y="387"/>
                  <a:pt x="190" y="385"/>
                </a:cubicBezTo>
                <a:cubicBezTo>
                  <a:pt x="191" y="385"/>
                  <a:pt x="192" y="386"/>
                  <a:pt x="193" y="386"/>
                </a:cubicBezTo>
                <a:cubicBezTo>
                  <a:pt x="193" y="384"/>
                  <a:pt x="193" y="381"/>
                  <a:pt x="193" y="378"/>
                </a:cubicBezTo>
                <a:cubicBezTo>
                  <a:pt x="187" y="376"/>
                  <a:pt x="187" y="371"/>
                  <a:pt x="191" y="369"/>
                </a:cubicBezTo>
                <a:cubicBezTo>
                  <a:pt x="191" y="368"/>
                  <a:pt x="191" y="367"/>
                  <a:pt x="191" y="366"/>
                </a:cubicBezTo>
                <a:cubicBezTo>
                  <a:pt x="189" y="368"/>
                  <a:pt x="186" y="370"/>
                  <a:pt x="183" y="368"/>
                </a:cubicBezTo>
                <a:cubicBezTo>
                  <a:pt x="193" y="360"/>
                  <a:pt x="182" y="365"/>
                  <a:pt x="182" y="360"/>
                </a:cubicBezTo>
                <a:cubicBezTo>
                  <a:pt x="186" y="356"/>
                  <a:pt x="186" y="356"/>
                  <a:pt x="186" y="356"/>
                </a:cubicBezTo>
                <a:cubicBezTo>
                  <a:pt x="186" y="356"/>
                  <a:pt x="186" y="356"/>
                  <a:pt x="185" y="355"/>
                </a:cubicBezTo>
                <a:cubicBezTo>
                  <a:pt x="187" y="354"/>
                  <a:pt x="191" y="351"/>
                  <a:pt x="189" y="350"/>
                </a:cubicBezTo>
                <a:cubicBezTo>
                  <a:pt x="184" y="354"/>
                  <a:pt x="179" y="354"/>
                  <a:pt x="179" y="350"/>
                </a:cubicBezTo>
                <a:cubicBezTo>
                  <a:pt x="188" y="343"/>
                  <a:pt x="191" y="351"/>
                  <a:pt x="197" y="354"/>
                </a:cubicBezTo>
                <a:cubicBezTo>
                  <a:pt x="197" y="354"/>
                  <a:pt x="197" y="354"/>
                  <a:pt x="197" y="354"/>
                </a:cubicBezTo>
                <a:cubicBezTo>
                  <a:pt x="197" y="349"/>
                  <a:pt x="200" y="351"/>
                  <a:pt x="203" y="352"/>
                </a:cubicBezTo>
                <a:cubicBezTo>
                  <a:pt x="204" y="351"/>
                  <a:pt x="206" y="351"/>
                  <a:pt x="207" y="351"/>
                </a:cubicBezTo>
                <a:cubicBezTo>
                  <a:pt x="207" y="351"/>
                  <a:pt x="207" y="351"/>
                  <a:pt x="207" y="352"/>
                </a:cubicBezTo>
                <a:cubicBezTo>
                  <a:pt x="208" y="351"/>
                  <a:pt x="209" y="351"/>
                  <a:pt x="209" y="350"/>
                </a:cubicBezTo>
                <a:cubicBezTo>
                  <a:pt x="202" y="349"/>
                  <a:pt x="197" y="346"/>
                  <a:pt x="201" y="343"/>
                </a:cubicBezTo>
                <a:cubicBezTo>
                  <a:pt x="198" y="339"/>
                  <a:pt x="195" y="334"/>
                  <a:pt x="185" y="336"/>
                </a:cubicBezTo>
                <a:cubicBezTo>
                  <a:pt x="183" y="336"/>
                  <a:pt x="181" y="337"/>
                  <a:pt x="180" y="339"/>
                </a:cubicBezTo>
                <a:cubicBezTo>
                  <a:pt x="176" y="333"/>
                  <a:pt x="174" y="327"/>
                  <a:pt x="179" y="320"/>
                </a:cubicBezTo>
                <a:cubicBezTo>
                  <a:pt x="184" y="323"/>
                  <a:pt x="178" y="329"/>
                  <a:pt x="185" y="332"/>
                </a:cubicBezTo>
                <a:cubicBezTo>
                  <a:pt x="187" y="328"/>
                  <a:pt x="189" y="325"/>
                  <a:pt x="195" y="322"/>
                </a:cubicBezTo>
                <a:cubicBezTo>
                  <a:pt x="193" y="320"/>
                  <a:pt x="181" y="319"/>
                  <a:pt x="186" y="316"/>
                </a:cubicBezTo>
                <a:cubicBezTo>
                  <a:pt x="190" y="317"/>
                  <a:pt x="187" y="314"/>
                  <a:pt x="187" y="312"/>
                </a:cubicBezTo>
                <a:cubicBezTo>
                  <a:pt x="192" y="311"/>
                  <a:pt x="197" y="313"/>
                  <a:pt x="202" y="316"/>
                </a:cubicBezTo>
                <a:cubicBezTo>
                  <a:pt x="198" y="320"/>
                  <a:pt x="198" y="323"/>
                  <a:pt x="203" y="326"/>
                </a:cubicBezTo>
                <a:cubicBezTo>
                  <a:pt x="201" y="328"/>
                  <a:pt x="198" y="329"/>
                  <a:pt x="196" y="330"/>
                </a:cubicBezTo>
                <a:cubicBezTo>
                  <a:pt x="202" y="334"/>
                  <a:pt x="198" y="337"/>
                  <a:pt x="209" y="335"/>
                </a:cubicBezTo>
                <a:cubicBezTo>
                  <a:pt x="205" y="338"/>
                  <a:pt x="204" y="340"/>
                  <a:pt x="204" y="342"/>
                </a:cubicBezTo>
                <a:cubicBezTo>
                  <a:pt x="205" y="342"/>
                  <a:pt x="206" y="342"/>
                  <a:pt x="207" y="342"/>
                </a:cubicBezTo>
                <a:cubicBezTo>
                  <a:pt x="211" y="348"/>
                  <a:pt x="219" y="348"/>
                  <a:pt x="216" y="355"/>
                </a:cubicBezTo>
                <a:cubicBezTo>
                  <a:pt x="218" y="354"/>
                  <a:pt x="220" y="354"/>
                  <a:pt x="222" y="353"/>
                </a:cubicBezTo>
                <a:cubicBezTo>
                  <a:pt x="227" y="349"/>
                  <a:pt x="214" y="344"/>
                  <a:pt x="225" y="343"/>
                </a:cubicBezTo>
                <a:cubicBezTo>
                  <a:pt x="231" y="351"/>
                  <a:pt x="221" y="360"/>
                  <a:pt x="229" y="368"/>
                </a:cubicBezTo>
                <a:cubicBezTo>
                  <a:pt x="233" y="368"/>
                  <a:pt x="237" y="362"/>
                  <a:pt x="241" y="363"/>
                </a:cubicBezTo>
                <a:cubicBezTo>
                  <a:pt x="234" y="368"/>
                  <a:pt x="243" y="369"/>
                  <a:pt x="234" y="374"/>
                </a:cubicBezTo>
                <a:cubicBezTo>
                  <a:pt x="231" y="373"/>
                  <a:pt x="228" y="371"/>
                  <a:pt x="226" y="373"/>
                </a:cubicBezTo>
                <a:cubicBezTo>
                  <a:pt x="225" y="378"/>
                  <a:pt x="233" y="387"/>
                  <a:pt x="241" y="384"/>
                </a:cubicBezTo>
                <a:cubicBezTo>
                  <a:pt x="233" y="388"/>
                  <a:pt x="239" y="390"/>
                  <a:pt x="232" y="393"/>
                </a:cubicBezTo>
                <a:cubicBezTo>
                  <a:pt x="221" y="391"/>
                  <a:pt x="237" y="385"/>
                  <a:pt x="226" y="382"/>
                </a:cubicBezTo>
                <a:cubicBezTo>
                  <a:pt x="221" y="390"/>
                  <a:pt x="224" y="392"/>
                  <a:pt x="213" y="399"/>
                </a:cubicBezTo>
                <a:cubicBezTo>
                  <a:pt x="214" y="399"/>
                  <a:pt x="216" y="399"/>
                  <a:pt x="217" y="400"/>
                </a:cubicBezTo>
                <a:cubicBezTo>
                  <a:pt x="215" y="401"/>
                  <a:pt x="214" y="402"/>
                  <a:pt x="212" y="402"/>
                </a:cubicBezTo>
                <a:cubicBezTo>
                  <a:pt x="213" y="403"/>
                  <a:pt x="214" y="404"/>
                  <a:pt x="214" y="405"/>
                </a:cubicBezTo>
                <a:cubicBezTo>
                  <a:pt x="222" y="403"/>
                  <a:pt x="216" y="403"/>
                  <a:pt x="222" y="399"/>
                </a:cubicBezTo>
                <a:cubicBezTo>
                  <a:pt x="225" y="400"/>
                  <a:pt x="229" y="400"/>
                  <a:pt x="232" y="398"/>
                </a:cubicBezTo>
                <a:cubicBezTo>
                  <a:pt x="240" y="401"/>
                  <a:pt x="234" y="406"/>
                  <a:pt x="241" y="409"/>
                </a:cubicBezTo>
                <a:cubicBezTo>
                  <a:pt x="251" y="405"/>
                  <a:pt x="240" y="397"/>
                  <a:pt x="251" y="401"/>
                </a:cubicBezTo>
                <a:cubicBezTo>
                  <a:pt x="250" y="408"/>
                  <a:pt x="252" y="420"/>
                  <a:pt x="245" y="424"/>
                </a:cubicBezTo>
                <a:cubicBezTo>
                  <a:pt x="249" y="420"/>
                  <a:pt x="244" y="418"/>
                  <a:pt x="238" y="416"/>
                </a:cubicBezTo>
                <a:cubicBezTo>
                  <a:pt x="228" y="427"/>
                  <a:pt x="242" y="437"/>
                  <a:pt x="233" y="444"/>
                </a:cubicBezTo>
                <a:cubicBezTo>
                  <a:pt x="237" y="445"/>
                  <a:pt x="240" y="444"/>
                  <a:pt x="243" y="441"/>
                </a:cubicBezTo>
                <a:cubicBezTo>
                  <a:pt x="252" y="443"/>
                  <a:pt x="251" y="447"/>
                  <a:pt x="252" y="451"/>
                </a:cubicBezTo>
                <a:cubicBezTo>
                  <a:pt x="238" y="462"/>
                  <a:pt x="247" y="473"/>
                  <a:pt x="255" y="485"/>
                </a:cubicBezTo>
                <a:cubicBezTo>
                  <a:pt x="250" y="485"/>
                  <a:pt x="251" y="477"/>
                  <a:pt x="244" y="481"/>
                </a:cubicBezTo>
                <a:cubicBezTo>
                  <a:pt x="236" y="488"/>
                  <a:pt x="253" y="489"/>
                  <a:pt x="250" y="494"/>
                </a:cubicBezTo>
                <a:cubicBezTo>
                  <a:pt x="246" y="495"/>
                  <a:pt x="241" y="492"/>
                  <a:pt x="238" y="497"/>
                </a:cubicBezTo>
                <a:cubicBezTo>
                  <a:pt x="241" y="498"/>
                  <a:pt x="244" y="499"/>
                  <a:pt x="247" y="500"/>
                </a:cubicBezTo>
                <a:cubicBezTo>
                  <a:pt x="234" y="511"/>
                  <a:pt x="262" y="513"/>
                  <a:pt x="262" y="521"/>
                </a:cubicBezTo>
                <a:cubicBezTo>
                  <a:pt x="249" y="530"/>
                  <a:pt x="260" y="542"/>
                  <a:pt x="273" y="538"/>
                </a:cubicBezTo>
                <a:cubicBezTo>
                  <a:pt x="273" y="536"/>
                  <a:pt x="261" y="531"/>
                  <a:pt x="272" y="531"/>
                </a:cubicBezTo>
                <a:cubicBezTo>
                  <a:pt x="268" y="536"/>
                  <a:pt x="279" y="527"/>
                  <a:pt x="282" y="530"/>
                </a:cubicBezTo>
                <a:cubicBezTo>
                  <a:pt x="278" y="535"/>
                  <a:pt x="276" y="539"/>
                  <a:pt x="272" y="544"/>
                </a:cubicBezTo>
                <a:cubicBezTo>
                  <a:pt x="260" y="541"/>
                  <a:pt x="262" y="542"/>
                  <a:pt x="256" y="537"/>
                </a:cubicBezTo>
                <a:cubicBezTo>
                  <a:pt x="251" y="547"/>
                  <a:pt x="254" y="558"/>
                  <a:pt x="261" y="562"/>
                </a:cubicBezTo>
                <a:cubicBezTo>
                  <a:pt x="262" y="559"/>
                  <a:pt x="264" y="556"/>
                  <a:pt x="266" y="553"/>
                </a:cubicBezTo>
                <a:cubicBezTo>
                  <a:pt x="271" y="553"/>
                  <a:pt x="275" y="549"/>
                  <a:pt x="281" y="553"/>
                </a:cubicBezTo>
                <a:cubicBezTo>
                  <a:pt x="274" y="556"/>
                  <a:pt x="287" y="560"/>
                  <a:pt x="276" y="560"/>
                </a:cubicBezTo>
                <a:cubicBezTo>
                  <a:pt x="277" y="558"/>
                  <a:pt x="271" y="553"/>
                  <a:pt x="269" y="556"/>
                </a:cubicBezTo>
                <a:cubicBezTo>
                  <a:pt x="270" y="559"/>
                  <a:pt x="268" y="566"/>
                  <a:pt x="261" y="565"/>
                </a:cubicBezTo>
                <a:cubicBezTo>
                  <a:pt x="258" y="567"/>
                  <a:pt x="256" y="572"/>
                  <a:pt x="256" y="574"/>
                </a:cubicBezTo>
                <a:cubicBezTo>
                  <a:pt x="271" y="572"/>
                  <a:pt x="255" y="585"/>
                  <a:pt x="261" y="589"/>
                </a:cubicBezTo>
                <a:cubicBezTo>
                  <a:pt x="264" y="588"/>
                  <a:pt x="279" y="590"/>
                  <a:pt x="276" y="593"/>
                </a:cubicBezTo>
                <a:cubicBezTo>
                  <a:pt x="270" y="594"/>
                  <a:pt x="264" y="594"/>
                  <a:pt x="259" y="599"/>
                </a:cubicBezTo>
                <a:cubicBezTo>
                  <a:pt x="272" y="603"/>
                  <a:pt x="249" y="610"/>
                  <a:pt x="266" y="614"/>
                </a:cubicBezTo>
                <a:cubicBezTo>
                  <a:pt x="265" y="610"/>
                  <a:pt x="270" y="611"/>
                  <a:pt x="275" y="611"/>
                </a:cubicBezTo>
                <a:cubicBezTo>
                  <a:pt x="277" y="609"/>
                  <a:pt x="279" y="608"/>
                  <a:pt x="281" y="607"/>
                </a:cubicBezTo>
                <a:cubicBezTo>
                  <a:pt x="289" y="609"/>
                  <a:pt x="282" y="617"/>
                  <a:pt x="276" y="619"/>
                </a:cubicBezTo>
                <a:cubicBezTo>
                  <a:pt x="276" y="619"/>
                  <a:pt x="276" y="619"/>
                  <a:pt x="276" y="619"/>
                </a:cubicBezTo>
                <a:cubicBezTo>
                  <a:pt x="276" y="623"/>
                  <a:pt x="275" y="626"/>
                  <a:pt x="267" y="624"/>
                </a:cubicBezTo>
                <a:cubicBezTo>
                  <a:pt x="274" y="628"/>
                  <a:pt x="282" y="635"/>
                  <a:pt x="281" y="645"/>
                </a:cubicBezTo>
                <a:cubicBezTo>
                  <a:pt x="297" y="647"/>
                  <a:pt x="283" y="657"/>
                  <a:pt x="284" y="667"/>
                </a:cubicBezTo>
                <a:cubicBezTo>
                  <a:pt x="286" y="669"/>
                  <a:pt x="288" y="671"/>
                  <a:pt x="289" y="675"/>
                </a:cubicBezTo>
                <a:cubicBezTo>
                  <a:pt x="289" y="675"/>
                  <a:pt x="290" y="675"/>
                  <a:pt x="291" y="675"/>
                </a:cubicBezTo>
                <a:cubicBezTo>
                  <a:pt x="290" y="676"/>
                  <a:pt x="289" y="676"/>
                  <a:pt x="289" y="677"/>
                </a:cubicBezTo>
                <a:cubicBezTo>
                  <a:pt x="289" y="677"/>
                  <a:pt x="289" y="677"/>
                  <a:pt x="289" y="678"/>
                </a:cubicBezTo>
                <a:cubicBezTo>
                  <a:pt x="296" y="673"/>
                  <a:pt x="286" y="673"/>
                  <a:pt x="293" y="668"/>
                </a:cubicBezTo>
                <a:cubicBezTo>
                  <a:pt x="292" y="675"/>
                  <a:pt x="305" y="683"/>
                  <a:pt x="295" y="688"/>
                </a:cubicBezTo>
                <a:cubicBezTo>
                  <a:pt x="297" y="687"/>
                  <a:pt x="296" y="683"/>
                  <a:pt x="294" y="682"/>
                </a:cubicBezTo>
                <a:cubicBezTo>
                  <a:pt x="293" y="683"/>
                  <a:pt x="293" y="683"/>
                  <a:pt x="291" y="685"/>
                </a:cubicBezTo>
                <a:cubicBezTo>
                  <a:pt x="291" y="685"/>
                  <a:pt x="290" y="685"/>
                  <a:pt x="290" y="684"/>
                </a:cubicBezTo>
                <a:cubicBezTo>
                  <a:pt x="290" y="689"/>
                  <a:pt x="289" y="694"/>
                  <a:pt x="295" y="696"/>
                </a:cubicBezTo>
                <a:cubicBezTo>
                  <a:pt x="295" y="696"/>
                  <a:pt x="296" y="696"/>
                  <a:pt x="298" y="696"/>
                </a:cubicBezTo>
                <a:cubicBezTo>
                  <a:pt x="298" y="693"/>
                  <a:pt x="297" y="690"/>
                  <a:pt x="304" y="691"/>
                </a:cubicBezTo>
                <a:cubicBezTo>
                  <a:pt x="302" y="695"/>
                  <a:pt x="309" y="699"/>
                  <a:pt x="298" y="700"/>
                </a:cubicBezTo>
                <a:cubicBezTo>
                  <a:pt x="311" y="698"/>
                  <a:pt x="304" y="704"/>
                  <a:pt x="310" y="707"/>
                </a:cubicBezTo>
                <a:cubicBezTo>
                  <a:pt x="313" y="703"/>
                  <a:pt x="313" y="700"/>
                  <a:pt x="320" y="695"/>
                </a:cubicBezTo>
                <a:cubicBezTo>
                  <a:pt x="314" y="694"/>
                  <a:pt x="318" y="690"/>
                  <a:pt x="310" y="690"/>
                </a:cubicBezTo>
                <a:cubicBezTo>
                  <a:pt x="314" y="687"/>
                  <a:pt x="317" y="685"/>
                  <a:pt x="318" y="683"/>
                </a:cubicBezTo>
                <a:cubicBezTo>
                  <a:pt x="313" y="677"/>
                  <a:pt x="308" y="671"/>
                  <a:pt x="311" y="662"/>
                </a:cubicBezTo>
                <a:cubicBezTo>
                  <a:pt x="311" y="660"/>
                  <a:pt x="311" y="658"/>
                  <a:pt x="311" y="656"/>
                </a:cubicBezTo>
                <a:cubicBezTo>
                  <a:pt x="307" y="648"/>
                  <a:pt x="310" y="638"/>
                  <a:pt x="308" y="629"/>
                </a:cubicBezTo>
                <a:cubicBezTo>
                  <a:pt x="308" y="629"/>
                  <a:pt x="308" y="629"/>
                  <a:pt x="308" y="629"/>
                </a:cubicBezTo>
                <a:cubicBezTo>
                  <a:pt x="308" y="629"/>
                  <a:pt x="308" y="629"/>
                  <a:pt x="308" y="628"/>
                </a:cubicBezTo>
                <a:cubicBezTo>
                  <a:pt x="307" y="625"/>
                  <a:pt x="305" y="622"/>
                  <a:pt x="301" y="620"/>
                </a:cubicBezTo>
                <a:cubicBezTo>
                  <a:pt x="310" y="617"/>
                  <a:pt x="307" y="609"/>
                  <a:pt x="297" y="612"/>
                </a:cubicBezTo>
                <a:cubicBezTo>
                  <a:pt x="300" y="608"/>
                  <a:pt x="303" y="609"/>
                  <a:pt x="306" y="607"/>
                </a:cubicBezTo>
                <a:cubicBezTo>
                  <a:pt x="301" y="603"/>
                  <a:pt x="310" y="591"/>
                  <a:pt x="294" y="593"/>
                </a:cubicBezTo>
                <a:cubicBezTo>
                  <a:pt x="296" y="587"/>
                  <a:pt x="295" y="582"/>
                  <a:pt x="295" y="577"/>
                </a:cubicBezTo>
                <a:cubicBezTo>
                  <a:pt x="304" y="570"/>
                  <a:pt x="302" y="562"/>
                  <a:pt x="300" y="552"/>
                </a:cubicBezTo>
                <a:cubicBezTo>
                  <a:pt x="297" y="542"/>
                  <a:pt x="295" y="531"/>
                  <a:pt x="303" y="521"/>
                </a:cubicBezTo>
                <a:cubicBezTo>
                  <a:pt x="281" y="510"/>
                  <a:pt x="313" y="485"/>
                  <a:pt x="287" y="475"/>
                </a:cubicBezTo>
                <a:cubicBezTo>
                  <a:pt x="297" y="469"/>
                  <a:pt x="284" y="469"/>
                  <a:pt x="291" y="465"/>
                </a:cubicBezTo>
                <a:cubicBezTo>
                  <a:pt x="303" y="472"/>
                  <a:pt x="298" y="486"/>
                  <a:pt x="306" y="497"/>
                </a:cubicBezTo>
                <a:cubicBezTo>
                  <a:pt x="311" y="496"/>
                  <a:pt x="315" y="496"/>
                  <a:pt x="320" y="494"/>
                </a:cubicBezTo>
                <a:cubicBezTo>
                  <a:pt x="322" y="490"/>
                  <a:pt x="321" y="486"/>
                  <a:pt x="312" y="485"/>
                </a:cubicBezTo>
                <a:cubicBezTo>
                  <a:pt x="316" y="477"/>
                  <a:pt x="325" y="489"/>
                  <a:pt x="329" y="479"/>
                </a:cubicBezTo>
                <a:cubicBezTo>
                  <a:pt x="320" y="482"/>
                  <a:pt x="325" y="466"/>
                  <a:pt x="312" y="473"/>
                </a:cubicBezTo>
                <a:cubicBezTo>
                  <a:pt x="319" y="465"/>
                  <a:pt x="305" y="464"/>
                  <a:pt x="313" y="458"/>
                </a:cubicBezTo>
                <a:cubicBezTo>
                  <a:pt x="302" y="464"/>
                  <a:pt x="303" y="459"/>
                  <a:pt x="292" y="461"/>
                </a:cubicBezTo>
                <a:cubicBezTo>
                  <a:pt x="302" y="450"/>
                  <a:pt x="294" y="446"/>
                  <a:pt x="287" y="443"/>
                </a:cubicBezTo>
                <a:cubicBezTo>
                  <a:pt x="290" y="438"/>
                  <a:pt x="295" y="441"/>
                  <a:pt x="298" y="437"/>
                </a:cubicBezTo>
                <a:cubicBezTo>
                  <a:pt x="293" y="431"/>
                  <a:pt x="291" y="416"/>
                  <a:pt x="299" y="410"/>
                </a:cubicBezTo>
                <a:cubicBezTo>
                  <a:pt x="296" y="417"/>
                  <a:pt x="306" y="422"/>
                  <a:pt x="305" y="428"/>
                </a:cubicBezTo>
                <a:cubicBezTo>
                  <a:pt x="310" y="423"/>
                  <a:pt x="317" y="426"/>
                  <a:pt x="322" y="418"/>
                </a:cubicBezTo>
                <a:cubicBezTo>
                  <a:pt x="313" y="420"/>
                  <a:pt x="316" y="415"/>
                  <a:pt x="308" y="413"/>
                </a:cubicBezTo>
                <a:cubicBezTo>
                  <a:pt x="324" y="412"/>
                  <a:pt x="329" y="382"/>
                  <a:pt x="315" y="379"/>
                </a:cubicBezTo>
                <a:cubicBezTo>
                  <a:pt x="318" y="373"/>
                  <a:pt x="323" y="380"/>
                  <a:pt x="326" y="374"/>
                </a:cubicBezTo>
                <a:cubicBezTo>
                  <a:pt x="324" y="373"/>
                  <a:pt x="325" y="372"/>
                  <a:pt x="324" y="371"/>
                </a:cubicBezTo>
                <a:cubicBezTo>
                  <a:pt x="314" y="372"/>
                  <a:pt x="309" y="370"/>
                  <a:pt x="302" y="377"/>
                </a:cubicBezTo>
                <a:cubicBezTo>
                  <a:pt x="305" y="373"/>
                  <a:pt x="302" y="369"/>
                  <a:pt x="302" y="366"/>
                </a:cubicBezTo>
                <a:cubicBezTo>
                  <a:pt x="294" y="369"/>
                  <a:pt x="299" y="376"/>
                  <a:pt x="291" y="376"/>
                </a:cubicBezTo>
                <a:cubicBezTo>
                  <a:pt x="301" y="369"/>
                  <a:pt x="284" y="368"/>
                  <a:pt x="295" y="361"/>
                </a:cubicBezTo>
                <a:cubicBezTo>
                  <a:pt x="305" y="361"/>
                  <a:pt x="303" y="366"/>
                  <a:pt x="312" y="365"/>
                </a:cubicBezTo>
                <a:cubicBezTo>
                  <a:pt x="318" y="359"/>
                  <a:pt x="308" y="356"/>
                  <a:pt x="312" y="351"/>
                </a:cubicBezTo>
                <a:cubicBezTo>
                  <a:pt x="318" y="353"/>
                  <a:pt x="322" y="346"/>
                  <a:pt x="328" y="348"/>
                </a:cubicBezTo>
                <a:cubicBezTo>
                  <a:pt x="330" y="351"/>
                  <a:pt x="336" y="358"/>
                  <a:pt x="343" y="353"/>
                </a:cubicBezTo>
                <a:cubicBezTo>
                  <a:pt x="345" y="349"/>
                  <a:pt x="331" y="349"/>
                  <a:pt x="334" y="345"/>
                </a:cubicBezTo>
                <a:cubicBezTo>
                  <a:pt x="343" y="348"/>
                  <a:pt x="342" y="335"/>
                  <a:pt x="349" y="339"/>
                </a:cubicBezTo>
                <a:cubicBezTo>
                  <a:pt x="350" y="334"/>
                  <a:pt x="344" y="327"/>
                  <a:pt x="334" y="336"/>
                </a:cubicBezTo>
                <a:cubicBezTo>
                  <a:pt x="347" y="336"/>
                  <a:pt x="331" y="339"/>
                  <a:pt x="327" y="343"/>
                </a:cubicBezTo>
                <a:cubicBezTo>
                  <a:pt x="329" y="344"/>
                  <a:pt x="332" y="344"/>
                  <a:pt x="330" y="346"/>
                </a:cubicBezTo>
                <a:cubicBezTo>
                  <a:pt x="326" y="344"/>
                  <a:pt x="323" y="346"/>
                  <a:pt x="319" y="344"/>
                </a:cubicBezTo>
                <a:cubicBezTo>
                  <a:pt x="318" y="339"/>
                  <a:pt x="329" y="341"/>
                  <a:pt x="334" y="334"/>
                </a:cubicBezTo>
                <a:cubicBezTo>
                  <a:pt x="332" y="332"/>
                  <a:pt x="333" y="330"/>
                  <a:pt x="327" y="329"/>
                </a:cubicBezTo>
                <a:cubicBezTo>
                  <a:pt x="322" y="331"/>
                  <a:pt x="328" y="337"/>
                  <a:pt x="320" y="336"/>
                </a:cubicBezTo>
                <a:cubicBezTo>
                  <a:pt x="324" y="326"/>
                  <a:pt x="314" y="319"/>
                  <a:pt x="322" y="309"/>
                </a:cubicBezTo>
                <a:cubicBezTo>
                  <a:pt x="328" y="318"/>
                  <a:pt x="336" y="320"/>
                  <a:pt x="342" y="330"/>
                </a:cubicBezTo>
                <a:cubicBezTo>
                  <a:pt x="344" y="328"/>
                  <a:pt x="346" y="329"/>
                  <a:pt x="347" y="327"/>
                </a:cubicBezTo>
                <a:cubicBezTo>
                  <a:pt x="344" y="318"/>
                  <a:pt x="334" y="309"/>
                  <a:pt x="333" y="299"/>
                </a:cubicBezTo>
                <a:cubicBezTo>
                  <a:pt x="336" y="296"/>
                  <a:pt x="340" y="297"/>
                  <a:pt x="343" y="296"/>
                </a:cubicBezTo>
                <a:cubicBezTo>
                  <a:pt x="341" y="296"/>
                  <a:pt x="342" y="294"/>
                  <a:pt x="340" y="293"/>
                </a:cubicBezTo>
                <a:cubicBezTo>
                  <a:pt x="338" y="292"/>
                  <a:pt x="335" y="295"/>
                  <a:pt x="332" y="295"/>
                </a:cubicBezTo>
                <a:cubicBezTo>
                  <a:pt x="330" y="291"/>
                  <a:pt x="326" y="283"/>
                  <a:pt x="337" y="280"/>
                </a:cubicBezTo>
                <a:cubicBezTo>
                  <a:pt x="332" y="273"/>
                  <a:pt x="309" y="263"/>
                  <a:pt x="323" y="257"/>
                </a:cubicBezTo>
                <a:cubicBezTo>
                  <a:pt x="325" y="259"/>
                  <a:pt x="334" y="265"/>
                  <a:pt x="344" y="274"/>
                </a:cubicBezTo>
                <a:cubicBezTo>
                  <a:pt x="346" y="265"/>
                  <a:pt x="330" y="259"/>
                  <a:pt x="339" y="249"/>
                </a:cubicBezTo>
                <a:cubicBezTo>
                  <a:pt x="333" y="256"/>
                  <a:pt x="325" y="249"/>
                  <a:pt x="319" y="253"/>
                </a:cubicBezTo>
                <a:cubicBezTo>
                  <a:pt x="322" y="250"/>
                  <a:pt x="315" y="249"/>
                  <a:pt x="320" y="246"/>
                </a:cubicBezTo>
                <a:cubicBezTo>
                  <a:pt x="324" y="251"/>
                  <a:pt x="334" y="251"/>
                  <a:pt x="343" y="246"/>
                </a:cubicBezTo>
                <a:cubicBezTo>
                  <a:pt x="330" y="242"/>
                  <a:pt x="337" y="238"/>
                  <a:pt x="345" y="233"/>
                </a:cubicBezTo>
                <a:cubicBezTo>
                  <a:pt x="328" y="221"/>
                  <a:pt x="341" y="211"/>
                  <a:pt x="333" y="199"/>
                </a:cubicBezTo>
                <a:cubicBezTo>
                  <a:pt x="348" y="197"/>
                  <a:pt x="339" y="212"/>
                  <a:pt x="355" y="210"/>
                </a:cubicBezTo>
                <a:cubicBezTo>
                  <a:pt x="360" y="200"/>
                  <a:pt x="341" y="194"/>
                  <a:pt x="360" y="182"/>
                </a:cubicBezTo>
                <a:cubicBezTo>
                  <a:pt x="352" y="176"/>
                  <a:pt x="355" y="169"/>
                  <a:pt x="355" y="161"/>
                </a:cubicBezTo>
                <a:cubicBezTo>
                  <a:pt x="350" y="159"/>
                  <a:pt x="345" y="161"/>
                  <a:pt x="340" y="157"/>
                </a:cubicBezTo>
                <a:cubicBezTo>
                  <a:pt x="342" y="155"/>
                  <a:pt x="346" y="153"/>
                  <a:pt x="344" y="152"/>
                </a:cubicBezTo>
                <a:cubicBezTo>
                  <a:pt x="339" y="156"/>
                  <a:pt x="334" y="156"/>
                  <a:pt x="334" y="152"/>
                </a:cubicBezTo>
                <a:cubicBezTo>
                  <a:pt x="343" y="145"/>
                  <a:pt x="346" y="153"/>
                  <a:pt x="352" y="156"/>
                </a:cubicBezTo>
                <a:cubicBezTo>
                  <a:pt x="351" y="148"/>
                  <a:pt x="359" y="158"/>
                  <a:pt x="364" y="152"/>
                </a:cubicBezTo>
                <a:cubicBezTo>
                  <a:pt x="354" y="151"/>
                  <a:pt x="350" y="145"/>
                  <a:pt x="361" y="144"/>
                </a:cubicBezTo>
                <a:cubicBezTo>
                  <a:pt x="366" y="150"/>
                  <a:pt x="374" y="150"/>
                  <a:pt x="370" y="157"/>
                </a:cubicBezTo>
                <a:cubicBezTo>
                  <a:pt x="372" y="155"/>
                  <a:pt x="375" y="156"/>
                  <a:pt x="376" y="155"/>
                </a:cubicBezTo>
                <a:cubicBezTo>
                  <a:pt x="382" y="151"/>
                  <a:pt x="369" y="146"/>
                  <a:pt x="380" y="145"/>
                </a:cubicBezTo>
                <a:cubicBezTo>
                  <a:pt x="385" y="152"/>
                  <a:pt x="376" y="162"/>
                  <a:pt x="384" y="169"/>
                </a:cubicBezTo>
                <a:cubicBezTo>
                  <a:pt x="388" y="170"/>
                  <a:pt x="392" y="164"/>
                  <a:pt x="396" y="165"/>
                </a:cubicBezTo>
                <a:cubicBezTo>
                  <a:pt x="389" y="170"/>
                  <a:pt x="398" y="171"/>
                  <a:pt x="388" y="176"/>
                </a:cubicBezTo>
                <a:cubicBezTo>
                  <a:pt x="386" y="175"/>
                  <a:pt x="383" y="173"/>
                  <a:pt x="380" y="175"/>
                </a:cubicBezTo>
                <a:cubicBezTo>
                  <a:pt x="380" y="179"/>
                  <a:pt x="388" y="189"/>
                  <a:pt x="395" y="186"/>
                </a:cubicBezTo>
                <a:cubicBezTo>
                  <a:pt x="388" y="189"/>
                  <a:pt x="394" y="191"/>
                  <a:pt x="386" y="195"/>
                </a:cubicBezTo>
                <a:cubicBezTo>
                  <a:pt x="376" y="193"/>
                  <a:pt x="391" y="187"/>
                  <a:pt x="381" y="184"/>
                </a:cubicBezTo>
                <a:cubicBezTo>
                  <a:pt x="375" y="193"/>
                  <a:pt x="379" y="194"/>
                  <a:pt x="364" y="202"/>
                </a:cubicBezTo>
                <a:cubicBezTo>
                  <a:pt x="367" y="203"/>
                  <a:pt x="368" y="205"/>
                  <a:pt x="369" y="206"/>
                </a:cubicBezTo>
                <a:cubicBezTo>
                  <a:pt x="376" y="205"/>
                  <a:pt x="371" y="204"/>
                  <a:pt x="377" y="200"/>
                </a:cubicBezTo>
                <a:cubicBezTo>
                  <a:pt x="380" y="202"/>
                  <a:pt x="383" y="202"/>
                  <a:pt x="387" y="200"/>
                </a:cubicBezTo>
                <a:cubicBezTo>
                  <a:pt x="395" y="203"/>
                  <a:pt x="389" y="208"/>
                  <a:pt x="396" y="211"/>
                </a:cubicBezTo>
                <a:cubicBezTo>
                  <a:pt x="406" y="207"/>
                  <a:pt x="395" y="199"/>
                  <a:pt x="405" y="203"/>
                </a:cubicBezTo>
                <a:cubicBezTo>
                  <a:pt x="405" y="210"/>
                  <a:pt x="406" y="222"/>
                  <a:pt x="400" y="225"/>
                </a:cubicBezTo>
                <a:cubicBezTo>
                  <a:pt x="403" y="222"/>
                  <a:pt x="398" y="220"/>
                  <a:pt x="393" y="218"/>
                </a:cubicBezTo>
                <a:cubicBezTo>
                  <a:pt x="382" y="229"/>
                  <a:pt x="397" y="239"/>
                  <a:pt x="388" y="245"/>
                </a:cubicBezTo>
                <a:cubicBezTo>
                  <a:pt x="391" y="247"/>
                  <a:pt x="394" y="246"/>
                  <a:pt x="397" y="243"/>
                </a:cubicBezTo>
                <a:cubicBezTo>
                  <a:pt x="407" y="245"/>
                  <a:pt x="406" y="249"/>
                  <a:pt x="407" y="253"/>
                </a:cubicBezTo>
                <a:cubicBezTo>
                  <a:pt x="393" y="264"/>
                  <a:pt x="402" y="275"/>
                  <a:pt x="409" y="287"/>
                </a:cubicBezTo>
                <a:cubicBezTo>
                  <a:pt x="404" y="287"/>
                  <a:pt x="406" y="279"/>
                  <a:pt x="399" y="283"/>
                </a:cubicBezTo>
                <a:cubicBezTo>
                  <a:pt x="391" y="289"/>
                  <a:pt x="407" y="291"/>
                  <a:pt x="405" y="296"/>
                </a:cubicBezTo>
                <a:cubicBezTo>
                  <a:pt x="401" y="297"/>
                  <a:pt x="396" y="294"/>
                  <a:pt x="393" y="299"/>
                </a:cubicBezTo>
                <a:cubicBezTo>
                  <a:pt x="395" y="300"/>
                  <a:pt x="398" y="301"/>
                  <a:pt x="401" y="302"/>
                </a:cubicBezTo>
                <a:cubicBezTo>
                  <a:pt x="389" y="312"/>
                  <a:pt x="416" y="315"/>
                  <a:pt x="417" y="323"/>
                </a:cubicBezTo>
                <a:cubicBezTo>
                  <a:pt x="404" y="332"/>
                  <a:pt x="415" y="344"/>
                  <a:pt x="428" y="340"/>
                </a:cubicBezTo>
                <a:cubicBezTo>
                  <a:pt x="428" y="338"/>
                  <a:pt x="416" y="333"/>
                  <a:pt x="426" y="333"/>
                </a:cubicBezTo>
                <a:cubicBezTo>
                  <a:pt x="423" y="338"/>
                  <a:pt x="434" y="329"/>
                  <a:pt x="437" y="332"/>
                </a:cubicBezTo>
                <a:cubicBezTo>
                  <a:pt x="433" y="336"/>
                  <a:pt x="430" y="341"/>
                  <a:pt x="426" y="346"/>
                </a:cubicBezTo>
                <a:cubicBezTo>
                  <a:pt x="414" y="343"/>
                  <a:pt x="416" y="344"/>
                  <a:pt x="411" y="338"/>
                </a:cubicBezTo>
                <a:cubicBezTo>
                  <a:pt x="405" y="351"/>
                  <a:pt x="409" y="363"/>
                  <a:pt x="420" y="365"/>
                </a:cubicBezTo>
                <a:cubicBezTo>
                  <a:pt x="415" y="365"/>
                  <a:pt x="411" y="374"/>
                  <a:pt x="411" y="376"/>
                </a:cubicBezTo>
                <a:cubicBezTo>
                  <a:pt x="426" y="374"/>
                  <a:pt x="410" y="387"/>
                  <a:pt x="416" y="391"/>
                </a:cubicBezTo>
                <a:cubicBezTo>
                  <a:pt x="419" y="390"/>
                  <a:pt x="433" y="391"/>
                  <a:pt x="431" y="395"/>
                </a:cubicBezTo>
                <a:cubicBezTo>
                  <a:pt x="425" y="396"/>
                  <a:pt x="419" y="396"/>
                  <a:pt x="413" y="401"/>
                </a:cubicBezTo>
                <a:cubicBezTo>
                  <a:pt x="427" y="405"/>
                  <a:pt x="404" y="412"/>
                  <a:pt x="420" y="416"/>
                </a:cubicBezTo>
                <a:cubicBezTo>
                  <a:pt x="420" y="411"/>
                  <a:pt x="425" y="413"/>
                  <a:pt x="430" y="413"/>
                </a:cubicBezTo>
                <a:cubicBezTo>
                  <a:pt x="429" y="419"/>
                  <a:pt x="435" y="429"/>
                  <a:pt x="422" y="425"/>
                </a:cubicBezTo>
                <a:cubicBezTo>
                  <a:pt x="431" y="431"/>
                  <a:pt x="440" y="441"/>
                  <a:pt x="434" y="453"/>
                </a:cubicBezTo>
                <a:cubicBezTo>
                  <a:pt x="437" y="454"/>
                  <a:pt x="440" y="455"/>
                  <a:pt x="443" y="455"/>
                </a:cubicBezTo>
                <a:cubicBezTo>
                  <a:pt x="439" y="463"/>
                  <a:pt x="433" y="453"/>
                  <a:pt x="429" y="458"/>
                </a:cubicBezTo>
                <a:cubicBezTo>
                  <a:pt x="433" y="467"/>
                  <a:pt x="444" y="468"/>
                  <a:pt x="444" y="480"/>
                </a:cubicBezTo>
                <a:cubicBezTo>
                  <a:pt x="451" y="475"/>
                  <a:pt x="441" y="475"/>
                  <a:pt x="448" y="470"/>
                </a:cubicBezTo>
                <a:cubicBezTo>
                  <a:pt x="447" y="476"/>
                  <a:pt x="460" y="485"/>
                  <a:pt x="450" y="490"/>
                </a:cubicBezTo>
                <a:cubicBezTo>
                  <a:pt x="452" y="488"/>
                  <a:pt x="448" y="481"/>
                  <a:pt x="445" y="484"/>
                </a:cubicBezTo>
                <a:cubicBezTo>
                  <a:pt x="446" y="490"/>
                  <a:pt x="442" y="497"/>
                  <a:pt x="452" y="499"/>
                </a:cubicBezTo>
                <a:cubicBezTo>
                  <a:pt x="453" y="496"/>
                  <a:pt x="450" y="492"/>
                  <a:pt x="459" y="492"/>
                </a:cubicBezTo>
                <a:cubicBezTo>
                  <a:pt x="457" y="497"/>
                  <a:pt x="464" y="501"/>
                  <a:pt x="453" y="502"/>
                </a:cubicBezTo>
                <a:cubicBezTo>
                  <a:pt x="466" y="500"/>
                  <a:pt x="459" y="506"/>
                  <a:pt x="465" y="509"/>
                </a:cubicBezTo>
                <a:cubicBezTo>
                  <a:pt x="468" y="505"/>
                  <a:pt x="468" y="502"/>
                  <a:pt x="474" y="497"/>
                </a:cubicBezTo>
                <a:cubicBezTo>
                  <a:pt x="468" y="496"/>
                  <a:pt x="473" y="492"/>
                  <a:pt x="465" y="492"/>
                </a:cubicBezTo>
                <a:cubicBezTo>
                  <a:pt x="489" y="476"/>
                  <a:pt x="453" y="468"/>
                  <a:pt x="471" y="450"/>
                </a:cubicBezTo>
                <a:cubicBezTo>
                  <a:pt x="460" y="446"/>
                  <a:pt x="477" y="434"/>
                  <a:pt x="463" y="431"/>
                </a:cubicBezTo>
                <a:cubicBezTo>
                  <a:pt x="464" y="418"/>
                  <a:pt x="466" y="405"/>
                  <a:pt x="460" y="393"/>
                </a:cubicBezTo>
                <a:cubicBezTo>
                  <a:pt x="464" y="393"/>
                  <a:pt x="468" y="389"/>
                  <a:pt x="473" y="389"/>
                </a:cubicBezTo>
                <a:cubicBezTo>
                  <a:pt x="472" y="386"/>
                  <a:pt x="478" y="381"/>
                  <a:pt x="471" y="380"/>
                </a:cubicBezTo>
                <a:cubicBezTo>
                  <a:pt x="477" y="373"/>
                  <a:pt x="484" y="373"/>
                  <a:pt x="490" y="370"/>
                </a:cubicBezTo>
                <a:cubicBezTo>
                  <a:pt x="485" y="369"/>
                  <a:pt x="479" y="366"/>
                  <a:pt x="473" y="367"/>
                </a:cubicBezTo>
                <a:cubicBezTo>
                  <a:pt x="473" y="361"/>
                  <a:pt x="480" y="355"/>
                  <a:pt x="483" y="353"/>
                </a:cubicBezTo>
                <a:cubicBezTo>
                  <a:pt x="477" y="352"/>
                  <a:pt x="473" y="353"/>
                  <a:pt x="474" y="348"/>
                </a:cubicBezTo>
                <a:cubicBezTo>
                  <a:pt x="485" y="347"/>
                  <a:pt x="485" y="355"/>
                  <a:pt x="493" y="350"/>
                </a:cubicBezTo>
                <a:cubicBezTo>
                  <a:pt x="490" y="347"/>
                  <a:pt x="482" y="341"/>
                  <a:pt x="495" y="338"/>
                </a:cubicBezTo>
                <a:cubicBezTo>
                  <a:pt x="489" y="336"/>
                  <a:pt x="491" y="333"/>
                  <a:pt x="488" y="331"/>
                </a:cubicBezTo>
                <a:cubicBezTo>
                  <a:pt x="482" y="334"/>
                  <a:pt x="476" y="335"/>
                  <a:pt x="469" y="332"/>
                </a:cubicBezTo>
                <a:cubicBezTo>
                  <a:pt x="476" y="326"/>
                  <a:pt x="475" y="334"/>
                  <a:pt x="483" y="327"/>
                </a:cubicBezTo>
                <a:cubicBezTo>
                  <a:pt x="474" y="322"/>
                  <a:pt x="486" y="316"/>
                  <a:pt x="482" y="308"/>
                </a:cubicBezTo>
                <a:cubicBezTo>
                  <a:pt x="492" y="312"/>
                  <a:pt x="491" y="313"/>
                  <a:pt x="501" y="309"/>
                </a:cubicBezTo>
                <a:cubicBezTo>
                  <a:pt x="497" y="313"/>
                  <a:pt x="508" y="313"/>
                  <a:pt x="510" y="314"/>
                </a:cubicBezTo>
                <a:cubicBezTo>
                  <a:pt x="506" y="320"/>
                  <a:pt x="509" y="323"/>
                  <a:pt x="510" y="327"/>
                </a:cubicBezTo>
                <a:cubicBezTo>
                  <a:pt x="502" y="328"/>
                  <a:pt x="506" y="320"/>
                  <a:pt x="499" y="324"/>
                </a:cubicBezTo>
                <a:cubicBezTo>
                  <a:pt x="510" y="326"/>
                  <a:pt x="490" y="337"/>
                  <a:pt x="507" y="335"/>
                </a:cubicBezTo>
                <a:cubicBezTo>
                  <a:pt x="499" y="345"/>
                  <a:pt x="498" y="350"/>
                  <a:pt x="495" y="361"/>
                </a:cubicBezTo>
                <a:cubicBezTo>
                  <a:pt x="499" y="362"/>
                  <a:pt x="502" y="363"/>
                  <a:pt x="505" y="362"/>
                </a:cubicBezTo>
                <a:cubicBezTo>
                  <a:pt x="504" y="364"/>
                  <a:pt x="502" y="366"/>
                  <a:pt x="506" y="367"/>
                </a:cubicBezTo>
                <a:cubicBezTo>
                  <a:pt x="503" y="373"/>
                  <a:pt x="498" y="365"/>
                  <a:pt x="494" y="369"/>
                </a:cubicBezTo>
                <a:cubicBezTo>
                  <a:pt x="491" y="375"/>
                  <a:pt x="497" y="377"/>
                  <a:pt x="506" y="375"/>
                </a:cubicBezTo>
                <a:cubicBezTo>
                  <a:pt x="503" y="380"/>
                  <a:pt x="498" y="378"/>
                  <a:pt x="495" y="382"/>
                </a:cubicBezTo>
                <a:cubicBezTo>
                  <a:pt x="496" y="390"/>
                  <a:pt x="508" y="389"/>
                  <a:pt x="494" y="401"/>
                </a:cubicBezTo>
                <a:cubicBezTo>
                  <a:pt x="498" y="403"/>
                  <a:pt x="502" y="398"/>
                  <a:pt x="506" y="401"/>
                </a:cubicBezTo>
                <a:cubicBezTo>
                  <a:pt x="504" y="408"/>
                  <a:pt x="503" y="410"/>
                  <a:pt x="511" y="404"/>
                </a:cubicBezTo>
                <a:cubicBezTo>
                  <a:pt x="514" y="407"/>
                  <a:pt x="506" y="412"/>
                  <a:pt x="507" y="416"/>
                </a:cubicBezTo>
                <a:cubicBezTo>
                  <a:pt x="522" y="425"/>
                  <a:pt x="506" y="440"/>
                  <a:pt x="508" y="450"/>
                </a:cubicBezTo>
                <a:cubicBezTo>
                  <a:pt x="511" y="451"/>
                  <a:pt x="514" y="452"/>
                  <a:pt x="518" y="453"/>
                </a:cubicBezTo>
                <a:cubicBezTo>
                  <a:pt x="518" y="450"/>
                  <a:pt x="516" y="448"/>
                  <a:pt x="512" y="447"/>
                </a:cubicBezTo>
                <a:cubicBezTo>
                  <a:pt x="520" y="443"/>
                  <a:pt x="520" y="442"/>
                  <a:pt x="511" y="443"/>
                </a:cubicBezTo>
                <a:cubicBezTo>
                  <a:pt x="519" y="438"/>
                  <a:pt x="517" y="436"/>
                  <a:pt x="518" y="433"/>
                </a:cubicBezTo>
                <a:cubicBezTo>
                  <a:pt x="524" y="436"/>
                  <a:pt x="521" y="441"/>
                  <a:pt x="528" y="443"/>
                </a:cubicBezTo>
                <a:cubicBezTo>
                  <a:pt x="530" y="442"/>
                  <a:pt x="532" y="440"/>
                  <a:pt x="533" y="438"/>
                </a:cubicBezTo>
                <a:cubicBezTo>
                  <a:pt x="532" y="436"/>
                  <a:pt x="532" y="433"/>
                  <a:pt x="532" y="430"/>
                </a:cubicBezTo>
                <a:cubicBezTo>
                  <a:pt x="530" y="427"/>
                  <a:pt x="528" y="425"/>
                  <a:pt x="529" y="422"/>
                </a:cubicBezTo>
                <a:cubicBezTo>
                  <a:pt x="530" y="422"/>
                  <a:pt x="530" y="422"/>
                  <a:pt x="531" y="421"/>
                </a:cubicBezTo>
                <a:cubicBezTo>
                  <a:pt x="530" y="411"/>
                  <a:pt x="531" y="399"/>
                  <a:pt x="535" y="388"/>
                </a:cubicBezTo>
                <a:cubicBezTo>
                  <a:pt x="544" y="388"/>
                  <a:pt x="540" y="393"/>
                  <a:pt x="542" y="395"/>
                </a:cubicBezTo>
                <a:cubicBezTo>
                  <a:pt x="545" y="393"/>
                  <a:pt x="545" y="392"/>
                  <a:pt x="551" y="387"/>
                </a:cubicBezTo>
                <a:cubicBezTo>
                  <a:pt x="558" y="389"/>
                  <a:pt x="560" y="387"/>
                  <a:pt x="570" y="387"/>
                </a:cubicBezTo>
                <a:cubicBezTo>
                  <a:pt x="572" y="390"/>
                  <a:pt x="564" y="395"/>
                  <a:pt x="575" y="396"/>
                </a:cubicBezTo>
                <a:cubicBezTo>
                  <a:pt x="562" y="408"/>
                  <a:pt x="572" y="414"/>
                  <a:pt x="566" y="427"/>
                </a:cubicBezTo>
                <a:cubicBezTo>
                  <a:pt x="585" y="429"/>
                  <a:pt x="567" y="439"/>
                  <a:pt x="573" y="444"/>
                </a:cubicBezTo>
                <a:cubicBezTo>
                  <a:pt x="575" y="443"/>
                  <a:pt x="578" y="441"/>
                  <a:pt x="581" y="443"/>
                </a:cubicBezTo>
                <a:cubicBezTo>
                  <a:pt x="574" y="447"/>
                  <a:pt x="583" y="448"/>
                  <a:pt x="574" y="453"/>
                </a:cubicBezTo>
                <a:cubicBezTo>
                  <a:pt x="572" y="453"/>
                  <a:pt x="570" y="453"/>
                  <a:pt x="568" y="453"/>
                </a:cubicBezTo>
                <a:cubicBezTo>
                  <a:pt x="568" y="454"/>
                  <a:pt x="567" y="455"/>
                  <a:pt x="565" y="457"/>
                </a:cubicBezTo>
                <a:cubicBezTo>
                  <a:pt x="570" y="457"/>
                  <a:pt x="574" y="451"/>
                  <a:pt x="579" y="454"/>
                </a:cubicBezTo>
                <a:cubicBezTo>
                  <a:pt x="577" y="456"/>
                  <a:pt x="575" y="457"/>
                  <a:pt x="574" y="458"/>
                </a:cubicBezTo>
                <a:cubicBezTo>
                  <a:pt x="577" y="458"/>
                  <a:pt x="580" y="457"/>
                  <a:pt x="583" y="459"/>
                </a:cubicBezTo>
                <a:cubicBezTo>
                  <a:pt x="576" y="464"/>
                  <a:pt x="577" y="465"/>
                  <a:pt x="587" y="468"/>
                </a:cubicBezTo>
                <a:cubicBezTo>
                  <a:pt x="584" y="470"/>
                  <a:pt x="582" y="471"/>
                  <a:pt x="579" y="471"/>
                </a:cubicBezTo>
                <a:cubicBezTo>
                  <a:pt x="581" y="474"/>
                  <a:pt x="589" y="475"/>
                  <a:pt x="588" y="478"/>
                </a:cubicBezTo>
                <a:cubicBezTo>
                  <a:pt x="572" y="482"/>
                  <a:pt x="580" y="471"/>
                  <a:pt x="576" y="467"/>
                </a:cubicBezTo>
                <a:cubicBezTo>
                  <a:pt x="573" y="468"/>
                  <a:pt x="570" y="468"/>
                  <a:pt x="567" y="468"/>
                </a:cubicBezTo>
                <a:cubicBezTo>
                  <a:pt x="567" y="470"/>
                  <a:pt x="567" y="471"/>
                  <a:pt x="567" y="474"/>
                </a:cubicBezTo>
                <a:cubicBezTo>
                  <a:pt x="566" y="472"/>
                  <a:pt x="565" y="472"/>
                  <a:pt x="563" y="471"/>
                </a:cubicBezTo>
                <a:cubicBezTo>
                  <a:pt x="567" y="473"/>
                  <a:pt x="567" y="475"/>
                  <a:pt x="568" y="478"/>
                </a:cubicBezTo>
                <a:cubicBezTo>
                  <a:pt x="569" y="477"/>
                  <a:pt x="571" y="477"/>
                  <a:pt x="572" y="477"/>
                </a:cubicBezTo>
                <a:cubicBezTo>
                  <a:pt x="571" y="479"/>
                  <a:pt x="572" y="481"/>
                  <a:pt x="572" y="483"/>
                </a:cubicBezTo>
                <a:cubicBezTo>
                  <a:pt x="573" y="483"/>
                  <a:pt x="573" y="483"/>
                  <a:pt x="573" y="484"/>
                </a:cubicBezTo>
                <a:cubicBezTo>
                  <a:pt x="573" y="484"/>
                  <a:pt x="573" y="484"/>
                  <a:pt x="573" y="484"/>
                </a:cubicBezTo>
                <a:cubicBezTo>
                  <a:pt x="573" y="486"/>
                  <a:pt x="574" y="487"/>
                  <a:pt x="573" y="490"/>
                </a:cubicBezTo>
                <a:cubicBezTo>
                  <a:pt x="571" y="490"/>
                  <a:pt x="569" y="489"/>
                  <a:pt x="567" y="489"/>
                </a:cubicBezTo>
                <a:cubicBezTo>
                  <a:pt x="566" y="490"/>
                  <a:pt x="567" y="490"/>
                  <a:pt x="572" y="491"/>
                </a:cubicBezTo>
                <a:cubicBezTo>
                  <a:pt x="570" y="494"/>
                  <a:pt x="567" y="494"/>
                  <a:pt x="564" y="495"/>
                </a:cubicBezTo>
                <a:cubicBezTo>
                  <a:pt x="565" y="496"/>
                  <a:pt x="565" y="497"/>
                  <a:pt x="564" y="498"/>
                </a:cubicBezTo>
                <a:cubicBezTo>
                  <a:pt x="578" y="492"/>
                  <a:pt x="576" y="502"/>
                  <a:pt x="579" y="507"/>
                </a:cubicBezTo>
                <a:cubicBezTo>
                  <a:pt x="580" y="507"/>
                  <a:pt x="582" y="507"/>
                  <a:pt x="583" y="508"/>
                </a:cubicBezTo>
                <a:cubicBezTo>
                  <a:pt x="582" y="508"/>
                  <a:pt x="581" y="508"/>
                  <a:pt x="581" y="508"/>
                </a:cubicBezTo>
                <a:cubicBezTo>
                  <a:pt x="582" y="509"/>
                  <a:pt x="583" y="510"/>
                  <a:pt x="586" y="509"/>
                </a:cubicBezTo>
                <a:cubicBezTo>
                  <a:pt x="579" y="513"/>
                  <a:pt x="580" y="509"/>
                  <a:pt x="576" y="511"/>
                </a:cubicBezTo>
                <a:cubicBezTo>
                  <a:pt x="573" y="515"/>
                  <a:pt x="573" y="519"/>
                  <a:pt x="578" y="519"/>
                </a:cubicBezTo>
                <a:cubicBezTo>
                  <a:pt x="578" y="517"/>
                  <a:pt x="578" y="515"/>
                  <a:pt x="584" y="514"/>
                </a:cubicBezTo>
                <a:cubicBezTo>
                  <a:pt x="588" y="519"/>
                  <a:pt x="582" y="527"/>
                  <a:pt x="583" y="533"/>
                </a:cubicBezTo>
                <a:cubicBezTo>
                  <a:pt x="587" y="532"/>
                  <a:pt x="589" y="533"/>
                  <a:pt x="591" y="534"/>
                </a:cubicBezTo>
                <a:cubicBezTo>
                  <a:pt x="591" y="534"/>
                  <a:pt x="591" y="534"/>
                  <a:pt x="592" y="533"/>
                </a:cubicBezTo>
                <a:cubicBezTo>
                  <a:pt x="592" y="534"/>
                  <a:pt x="592" y="535"/>
                  <a:pt x="592" y="536"/>
                </a:cubicBezTo>
                <a:cubicBezTo>
                  <a:pt x="592" y="537"/>
                  <a:pt x="592" y="539"/>
                  <a:pt x="592" y="541"/>
                </a:cubicBezTo>
                <a:cubicBezTo>
                  <a:pt x="594" y="542"/>
                  <a:pt x="595" y="544"/>
                  <a:pt x="593" y="548"/>
                </a:cubicBezTo>
                <a:cubicBezTo>
                  <a:pt x="593" y="548"/>
                  <a:pt x="593" y="548"/>
                  <a:pt x="593" y="548"/>
                </a:cubicBezTo>
                <a:cubicBezTo>
                  <a:pt x="593" y="550"/>
                  <a:pt x="594" y="551"/>
                  <a:pt x="595" y="552"/>
                </a:cubicBezTo>
                <a:cubicBezTo>
                  <a:pt x="602" y="544"/>
                  <a:pt x="603" y="527"/>
                  <a:pt x="621" y="527"/>
                </a:cubicBezTo>
                <a:cubicBezTo>
                  <a:pt x="622" y="524"/>
                  <a:pt x="620" y="523"/>
                  <a:pt x="616" y="522"/>
                </a:cubicBezTo>
                <a:cubicBezTo>
                  <a:pt x="613" y="524"/>
                  <a:pt x="610" y="525"/>
                  <a:pt x="606" y="525"/>
                </a:cubicBezTo>
                <a:cubicBezTo>
                  <a:pt x="612" y="515"/>
                  <a:pt x="590" y="524"/>
                  <a:pt x="592" y="516"/>
                </a:cubicBezTo>
                <a:cubicBezTo>
                  <a:pt x="598" y="518"/>
                  <a:pt x="603" y="519"/>
                  <a:pt x="607" y="516"/>
                </a:cubicBezTo>
                <a:cubicBezTo>
                  <a:pt x="608" y="514"/>
                  <a:pt x="609" y="512"/>
                  <a:pt x="608" y="510"/>
                </a:cubicBezTo>
                <a:cubicBezTo>
                  <a:pt x="605" y="509"/>
                  <a:pt x="602" y="509"/>
                  <a:pt x="599" y="508"/>
                </a:cubicBezTo>
                <a:cubicBezTo>
                  <a:pt x="604" y="504"/>
                  <a:pt x="603" y="501"/>
                  <a:pt x="608" y="496"/>
                </a:cubicBezTo>
                <a:cubicBezTo>
                  <a:pt x="619" y="497"/>
                  <a:pt x="612" y="502"/>
                  <a:pt x="619" y="503"/>
                </a:cubicBezTo>
                <a:cubicBezTo>
                  <a:pt x="622" y="500"/>
                  <a:pt x="624" y="498"/>
                  <a:pt x="622" y="496"/>
                </a:cubicBezTo>
                <a:cubicBezTo>
                  <a:pt x="618" y="495"/>
                  <a:pt x="613" y="494"/>
                  <a:pt x="609" y="493"/>
                </a:cubicBezTo>
                <a:cubicBezTo>
                  <a:pt x="609" y="496"/>
                  <a:pt x="607" y="497"/>
                  <a:pt x="602" y="497"/>
                </a:cubicBezTo>
                <a:cubicBezTo>
                  <a:pt x="607" y="489"/>
                  <a:pt x="603" y="483"/>
                  <a:pt x="604" y="476"/>
                </a:cubicBezTo>
                <a:cubicBezTo>
                  <a:pt x="586" y="476"/>
                  <a:pt x="587" y="468"/>
                  <a:pt x="591" y="459"/>
                </a:cubicBezTo>
                <a:cubicBezTo>
                  <a:pt x="595" y="452"/>
                  <a:pt x="600" y="444"/>
                  <a:pt x="593" y="440"/>
                </a:cubicBezTo>
                <a:cubicBezTo>
                  <a:pt x="599" y="442"/>
                  <a:pt x="604" y="442"/>
                  <a:pt x="609" y="441"/>
                </a:cubicBezTo>
                <a:cubicBezTo>
                  <a:pt x="601" y="449"/>
                  <a:pt x="589" y="462"/>
                  <a:pt x="606" y="461"/>
                </a:cubicBezTo>
                <a:cubicBezTo>
                  <a:pt x="597" y="467"/>
                  <a:pt x="600" y="470"/>
                  <a:pt x="602" y="474"/>
                </a:cubicBezTo>
                <a:cubicBezTo>
                  <a:pt x="611" y="471"/>
                  <a:pt x="602" y="467"/>
                  <a:pt x="615" y="465"/>
                </a:cubicBezTo>
                <a:cubicBezTo>
                  <a:pt x="597" y="465"/>
                  <a:pt x="626" y="452"/>
                  <a:pt x="605" y="455"/>
                </a:cubicBezTo>
                <a:cubicBezTo>
                  <a:pt x="619" y="446"/>
                  <a:pt x="609" y="443"/>
                  <a:pt x="615" y="436"/>
                </a:cubicBezTo>
                <a:cubicBezTo>
                  <a:pt x="620" y="438"/>
                  <a:pt x="618" y="441"/>
                  <a:pt x="625" y="437"/>
                </a:cubicBezTo>
                <a:cubicBezTo>
                  <a:pt x="620" y="436"/>
                  <a:pt x="631" y="432"/>
                  <a:pt x="633" y="432"/>
                </a:cubicBezTo>
                <a:cubicBezTo>
                  <a:pt x="623" y="434"/>
                  <a:pt x="632" y="427"/>
                  <a:pt x="622" y="427"/>
                </a:cubicBezTo>
                <a:cubicBezTo>
                  <a:pt x="621" y="429"/>
                  <a:pt x="619" y="431"/>
                  <a:pt x="614" y="430"/>
                </a:cubicBezTo>
                <a:cubicBezTo>
                  <a:pt x="618" y="425"/>
                  <a:pt x="610" y="422"/>
                  <a:pt x="622" y="415"/>
                </a:cubicBezTo>
                <a:cubicBezTo>
                  <a:pt x="626" y="416"/>
                  <a:pt x="629" y="418"/>
                  <a:pt x="633" y="416"/>
                </a:cubicBezTo>
                <a:cubicBezTo>
                  <a:pt x="632" y="411"/>
                  <a:pt x="624" y="413"/>
                  <a:pt x="619" y="409"/>
                </a:cubicBezTo>
                <a:cubicBezTo>
                  <a:pt x="635" y="403"/>
                  <a:pt x="623" y="399"/>
                  <a:pt x="640" y="392"/>
                </a:cubicBezTo>
                <a:cubicBezTo>
                  <a:pt x="635" y="388"/>
                  <a:pt x="643" y="382"/>
                  <a:pt x="646" y="378"/>
                </a:cubicBezTo>
                <a:cubicBezTo>
                  <a:pt x="647" y="379"/>
                  <a:pt x="655" y="378"/>
                  <a:pt x="656" y="377"/>
                </a:cubicBezTo>
                <a:cubicBezTo>
                  <a:pt x="656" y="374"/>
                  <a:pt x="669" y="365"/>
                  <a:pt x="656" y="370"/>
                </a:cubicBezTo>
                <a:cubicBezTo>
                  <a:pt x="658" y="365"/>
                  <a:pt x="660" y="366"/>
                  <a:pt x="665" y="365"/>
                </a:cubicBezTo>
                <a:cubicBezTo>
                  <a:pt x="665" y="363"/>
                  <a:pt x="665" y="360"/>
                  <a:pt x="665" y="358"/>
                </a:cubicBezTo>
                <a:cubicBezTo>
                  <a:pt x="662" y="359"/>
                  <a:pt x="664" y="361"/>
                  <a:pt x="661" y="364"/>
                </a:cubicBezTo>
                <a:cubicBezTo>
                  <a:pt x="654" y="365"/>
                  <a:pt x="658" y="362"/>
                  <a:pt x="651" y="361"/>
                </a:cubicBezTo>
                <a:cubicBezTo>
                  <a:pt x="657" y="358"/>
                  <a:pt x="657" y="356"/>
                  <a:pt x="650" y="355"/>
                </a:cubicBezTo>
                <a:cubicBezTo>
                  <a:pt x="659" y="353"/>
                  <a:pt x="655" y="346"/>
                  <a:pt x="666" y="348"/>
                </a:cubicBezTo>
                <a:cubicBezTo>
                  <a:pt x="665" y="350"/>
                  <a:pt x="650" y="354"/>
                  <a:pt x="664" y="357"/>
                </a:cubicBezTo>
                <a:cubicBezTo>
                  <a:pt x="665" y="357"/>
                  <a:pt x="665" y="356"/>
                  <a:pt x="665" y="356"/>
                </a:cubicBezTo>
                <a:cubicBezTo>
                  <a:pt x="667" y="330"/>
                  <a:pt x="664" y="305"/>
                  <a:pt x="667" y="279"/>
                </a:cubicBezTo>
                <a:cubicBezTo>
                  <a:pt x="676" y="280"/>
                  <a:pt x="664" y="286"/>
                  <a:pt x="670" y="288"/>
                </a:cubicBezTo>
                <a:cubicBezTo>
                  <a:pt x="677" y="286"/>
                  <a:pt x="674" y="292"/>
                  <a:pt x="682" y="287"/>
                </a:cubicBezTo>
                <a:cubicBezTo>
                  <a:pt x="680" y="286"/>
                  <a:pt x="684" y="284"/>
                  <a:pt x="682" y="283"/>
                </a:cubicBezTo>
                <a:cubicBezTo>
                  <a:pt x="678" y="283"/>
                  <a:pt x="675" y="284"/>
                  <a:pt x="671" y="282"/>
                </a:cubicBezTo>
                <a:cubicBezTo>
                  <a:pt x="675" y="277"/>
                  <a:pt x="679" y="279"/>
                  <a:pt x="683" y="277"/>
                </a:cubicBezTo>
                <a:cubicBezTo>
                  <a:pt x="683" y="275"/>
                  <a:pt x="685" y="272"/>
                  <a:pt x="684" y="270"/>
                </a:cubicBezTo>
                <a:cubicBezTo>
                  <a:pt x="680" y="270"/>
                  <a:pt x="677" y="270"/>
                  <a:pt x="674" y="271"/>
                </a:cubicBezTo>
                <a:cubicBezTo>
                  <a:pt x="667" y="278"/>
                  <a:pt x="660" y="279"/>
                  <a:pt x="653" y="283"/>
                </a:cubicBezTo>
                <a:cubicBezTo>
                  <a:pt x="657" y="279"/>
                  <a:pt x="649" y="278"/>
                  <a:pt x="656" y="274"/>
                </a:cubicBezTo>
                <a:cubicBezTo>
                  <a:pt x="660" y="274"/>
                  <a:pt x="665" y="278"/>
                  <a:pt x="668" y="273"/>
                </a:cubicBezTo>
                <a:cubicBezTo>
                  <a:pt x="662" y="266"/>
                  <a:pt x="682" y="254"/>
                  <a:pt x="666" y="249"/>
                </a:cubicBezTo>
                <a:cubicBezTo>
                  <a:pt x="675" y="245"/>
                  <a:pt x="674" y="244"/>
                  <a:pt x="666" y="244"/>
                </a:cubicBezTo>
                <a:cubicBezTo>
                  <a:pt x="674" y="240"/>
                  <a:pt x="671" y="238"/>
                  <a:pt x="673" y="234"/>
                </a:cubicBezTo>
                <a:cubicBezTo>
                  <a:pt x="679" y="237"/>
                  <a:pt x="676" y="242"/>
                  <a:pt x="682" y="245"/>
                </a:cubicBezTo>
                <a:cubicBezTo>
                  <a:pt x="697" y="235"/>
                  <a:pt x="682" y="231"/>
                  <a:pt x="684" y="224"/>
                </a:cubicBezTo>
                <a:cubicBezTo>
                  <a:pt x="696" y="222"/>
                  <a:pt x="688" y="216"/>
                  <a:pt x="692" y="212"/>
                </a:cubicBezTo>
                <a:cubicBezTo>
                  <a:pt x="700" y="212"/>
                  <a:pt x="708" y="217"/>
                  <a:pt x="715" y="213"/>
                </a:cubicBezTo>
                <a:cubicBezTo>
                  <a:pt x="704" y="211"/>
                  <a:pt x="711" y="205"/>
                  <a:pt x="707" y="201"/>
                </a:cubicBezTo>
                <a:cubicBezTo>
                  <a:pt x="698" y="199"/>
                  <a:pt x="701" y="200"/>
                  <a:pt x="691" y="200"/>
                </a:cubicBezTo>
                <a:cubicBezTo>
                  <a:pt x="700" y="195"/>
                  <a:pt x="698" y="195"/>
                  <a:pt x="706" y="189"/>
                </a:cubicBezTo>
                <a:cubicBezTo>
                  <a:pt x="713" y="191"/>
                  <a:pt x="715" y="189"/>
                  <a:pt x="724" y="189"/>
                </a:cubicBezTo>
                <a:cubicBezTo>
                  <a:pt x="726" y="192"/>
                  <a:pt x="719" y="197"/>
                  <a:pt x="730" y="198"/>
                </a:cubicBezTo>
                <a:cubicBezTo>
                  <a:pt x="717" y="210"/>
                  <a:pt x="727" y="216"/>
                  <a:pt x="721" y="229"/>
                </a:cubicBezTo>
                <a:cubicBezTo>
                  <a:pt x="740" y="231"/>
                  <a:pt x="722" y="241"/>
                  <a:pt x="728" y="246"/>
                </a:cubicBezTo>
                <a:cubicBezTo>
                  <a:pt x="730" y="245"/>
                  <a:pt x="733" y="243"/>
                  <a:pt x="736" y="245"/>
                </a:cubicBezTo>
                <a:cubicBezTo>
                  <a:pt x="729" y="249"/>
                  <a:pt x="738" y="250"/>
                  <a:pt x="729" y="254"/>
                </a:cubicBezTo>
                <a:cubicBezTo>
                  <a:pt x="723" y="255"/>
                  <a:pt x="718" y="253"/>
                  <a:pt x="713" y="258"/>
                </a:cubicBezTo>
                <a:cubicBezTo>
                  <a:pt x="715" y="258"/>
                  <a:pt x="714" y="260"/>
                  <a:pt x="715" y="261"/>
                </a:cubicBezTo>
                <a:cubicBezTo>
                  <a:pt x="723" y="265"/>
                  <a:pt x="730" y="257"/>
                  <a:pt x="738" y="261"/>
                </a:cubicBezTo>
                <a:cubicBezTo>
                  <a:pt x="731" y="266"/>
                  <a:pt x="732" y="267"/>
                  <a:pt x="741" y="270"/>
                </a:cubicBezTo>
                <a:cubicBezTo>
                  <a:pt x="739" y="272"/>
                  <a:pt x="736" y="272"/>
                  <a:pt x="734" y="273"/>
                </a:cubicBezTo>
                <a:cubicBezTo>
                  <a:pt x="736" y="276"/>
                  <a:pt x="744" y="277"/>
                  <a:pt x="743" y="280"/>
                </a:cubicBezTo>
                <a:cubicBezTo>
                  <a:pt x="727" y="284"/>
                  <a:pt x="735" y="273"/>
                  <a:pt x="731" y="269"/>
                </a:cubicBezTo>
                <a:cubicBezTo>
                  <a:pt x="727" y="271"/>
                  <a:pt x="721" y="268"/>
                  <a:pt x="717" y="273"/>
                </a:cubicBezTo>
                <a:cubicBezTo>
                  <a:pt x="725" y="276"/>
                  <a:pt x="720" y="282"/>
                  <a:pt x="727" y="285"/>
                </a:cubicBezTo>
                <a:cubicBezTo>
                  <a:pt x="726" y="290"/>
                  <a:pt x="716" y="291"/>
                  <a:pt x="727" y="293"/>
                </a:cubicBezTo>
                <a:cubicBezTo>
                  <a:pt x="723" y="297"/>
                  <a:pt x="719" y="295"/>
                  <a:pt x="715" y="300"/>
                </a:cubicBezTo>
                <a:cubicBezTo>
                  <a:pt x="723" y="301"/>
                  <a:pt x="721" y="304"/>
                  <a:pt x="726" y="305"/>
                </a:cubicBezTo>
                <a:cubicBezTo>
                  <a:pt x="724" y="308"/>
                  <a:pt x="711" y="311"/>
                  <a:pt x="716" y="314"/>
                </a:cubicBezTo>
                <a:cubicBezTo>
                  <a:pt x="723" y="310"/>
                  <a:pt x="729" y="306"/>
                  <a:pt x="738" y="310"/>
                </a:cubicBezTo>
                <a:cubicBezTo>
                  <a:pt x="720" y="316"/>
                  <a:pt x="736" y="316"/>
                  <a:pt x="719" y="323"/>
                </a:cubicBezTo>
                <a:cubicBezTo>
                  <a:pt x="731" y="323"/>
                  <a:pt x="726" y="324"/>
                  <a:pt x="732" y="328"/>
                </a:cubicBezTo>
                <a:cubicBezTo>
                  <a:pt x="737" y="324"/>
                  <a:pt x="727" y="318"/>
                  <a:pt x="739" y="316"/>
                </a:cubicBezTo>
                <a:cubicBezTo>
                  <a:pt x="742" y="321"/>
                  <a:pt x="736" y="329"/>
                  <a:pt x="738" y="335"/>
                </a:cubicBezTo>
                <a:cubicBezTo>
                  <a:pt x="753" y="331"/>
                  <a:pt x="744" y="349"/>
                  <a:pt x="750" y="354"/>
                </a:cubicBezTo>
                <a:cubicBezTo>
                  <a:pt x="756" y="346"/>
                  <a:pt x="758" y="329"/>
                  <a:pt x="776" y="329"/>
                </a:cubicBezTo>
                <a:cubicBezTo>
                  <a:pt x="777" y="326"/>
                  <a:pt x="775" y="325"/>
                  <a:pt x="771" y="324"/>
                </a:cubicBezTo>
                <a:cubicBezTo>
                  <a:pt x="768" y="326"/>
                  <a:pt x="765" y="327"/>
                  <a:pt x="761" y="327"/>
                </a:cubicBezTo>
                <a:cubicBezTo>
                  <a:pt x="767" y="317"/>
                  <a:pt x="745" y="326"/>
                  <a:pt x="747" y="318"/>
                </a:cubicBezTo>
                <a:cubicBezTo>
                  <a:pt x="752" y="319"/>
                  <a:pt x="757" y="321"/>
                  <a:pt x="762" y="317"/>
                </a:cubicBezTo>
                <a:cubicBezTo>
                  <a:pt x="763" y="315"/>
                  <a:pt x="763" y="313"/>
                  <a:pt x="763" y="312"/>
                </a:cubicBezTo>
                <a:cubicBezTo>
                  <a:pt x="760" y="311"/>
                  <a:pt x="757" y="310"/>
                  <a:pt x="754" y="310"/>
                </a:cubicBezTo>
                <a:cubicBezTo>
                  <a:pt x="759" y="305"/>
                  <a:pt x="758" y="303"/>
                  <a:pt x="762" y="298"/>
                </a:cubicBezTo>
                <a:cubicBezTo>
                  <a:pt x="773" y="299"/>
                  <a:pt x="767" y="303"/>
                  <a:pt x="774" y="305"/>
                </a:cubicBezTo>
                <a:cubicBezTo>
                  <a:pt x="777" y="302"/>
                  <a:pt x="778" y="300"/>
                  <a:pt x="777" y="298"/>
                </a:cubicBezTo>
                <a:cubicBezTo>
                  <a:pt x="772" y="297"/>
                  <a:pt x="768" y="296"/>
                  <a:pt x="764" y="295"/>
                </a:cubicBezTo>
                <a:cubicBezTo>
                  <a:pt x="764" y="297"/>
                  <a:pt x="762" y="299"/>
                  <a:pt x="756" y="299"/>
                </a:cubicBezTo>
                <a:cubicBezTo>
                  <a:pt x="762" y="291"/>
                  <a:pt x="758" y="285"/>
                  <a:pt x="759" y="278"/>
                </a:cubicBezTo>
                <a:cubicBezTo>
                  <a:pt x="740" y="278"/>
                  <a:pt x="742" y="270"/>
                  <a:pt x="746" y="261"/>
                </a:cubicBezTo>
                <a:cubicBezTo>
                  <a:pt x="749" y="254"/>
                  <a:pt x="755" y="246"/>
                  <a:pt x="748" y="242"/>
                </a:cubicBezTo>
                <a:cubicBezTo>
                  <a:pt x="753" y="244"/>
                  <a:pt x="759" y="243"/>
                  <a:pt x="764" y="243"/>
                </a:cubicBezTo>
                <a:cubicBezTo>
                  <a:pt x="756" y="251"/>
                  <a:pt x="744" y="264"/>
                  <a:pt x="761" y="263"/>
                </a:cubicBezTo>
                <a:cubicBezTo>
                  <a:pt x="751" y="269"/>
                  <a:pt x="755" y="272"/>
                  <a:pt x="757" y="275"/>
                </a:cubicBezTo>
                <a:cubicBezTo>
                  <a:pt x="765" y="273"/>
                  <a:pt x="757" y="269"/>
                  <a:pt x="770" y="267"/>
                </a:cubicBezTo>
                <a:cubicBezTo>
                  <a:pt x="751" y="267"/>
                  <a:pt x="781" y="254"/>
                  <a:pt x="760" y="257"/>
                </a:cubicBezTo>
                <a:cubicBezTo>
                  <a:pt x="774" y="248"/>
                  <a:pt x="763" y="245"/>
                  <a:pt x="770" y="238"/>
                </a:cubicBezTo>
                <a:cubicBezTo>
                  <a:pt x="775" y="240"/>
                  <a:pt x="773" y="243"/>
                  <a:pt x="780" y="239"/>
                </a:cubicBezTo>
                <a:cubicBezTo>
                  <a:pt x="775" y="237"/>
                  <a:pt x="786" y="234"/>
                  <a:pt x="787" y="233"/>
                </a:cubicBezTo>
                <a:cubicBezTo>
                  <a:pt x="777" y="236"/>
                  <a:pt x="787" y="229"/>
                  <a:pt x="776" y="229"/>
                </a:cubicBezTo>
                <a:cubicBezTo>
                  <a:pt x="776" y="231"/>
                  <a:pt x="774" y="233"/>
                  <a:pt x="769" y="232"/>
                </a:cubicBezTo>
                <a:cubicBezTo>
                  <a:pt x="773" y="227"/>
                  <a:pt x="765" y="224"/>
                  <a:pt x="777" y="217"/>
                </a:cubicBezTo>
                <a:cubicBezTo>
                  <a:pt x="780" y="218"/>
                  <a:pt x="784" y="220"/>
                  <a:pt x="787" y="218"/>
                </a:cubicBezTo>
                <a:cubicBezTo>
                  <a:pt x="787" y="213"/>
                  <a:pt x="778" y="215"/>
                  <a:pt x="774" y="211"/>
                </a:cubicBezTo>
                <a:cubicBezTo>
                  <a:pt x="790" y="204"/>
                  <a:pt x="778" y="201"/>
                  <a:pt x="794" y="193"/>
                </a:cubicBezTo>
                <a:cubicBezTo>
                  <a:pt x="790" y="190"/>
                  <a:pt x="798" y="183"/>
                  <a:pt x="800" y="180"/>
                </a:cubicBezTo>
                <a:cubicBezTo>
                  <a:pt x="802" y="181"/>
                  <a:pt x="809" y="180"/>
                  <a:pt x="811" y="179"/>
                </a:cubicBezTo>
                <a:cubicBezTo>
                  <a:pt x="810" y="176"/>
                  <a:pt x="824" y="167"/>
                  <a:pt x="810" y="171"/>
                </a:cubicBezTo>
                <a:cubicBezTo>
                  <a:pt x="813" y="165"/>
                  <a:pt x="816" y="169"/>
                  <a:pt x="824" y="166"/>
                </a:cubicBezTo>
                <a:cubicBezTo>
                  <a:pt x="817" y="165"/>
                  <a:pt x="829" y="160"/>
                  <a:pt x="825" y="159"/>
                </a:cubicBezTo>
                <a:cubicBezTo>
                  <a:pt x="814" y="160"/>
                  <a:pt x="820" y="161"/>
                  <a:pt x="816" y="166"/>
                </a:cubicBezTo>
                <a:cubicBezTo>
                  <a:pt x="808" y="167"/>
                  <a:pt x="813" y="164"/>
                  <a:pt x="805" y="163"/>
                </a:cubicBezTo>
                <a:cubicBezTo>
                  <a:pt x="811" y="159"/>
                  <a:pt x="811" y="157"/>
                  <a:pt x="805" y="157"/>
                </a:cubicBezTo>
                <a:cubicBezTo>
                  <a:pt x="813" y="155"/>
                  <a:pt x="810" y="148"/>
                  <a:pt x="820" y="150"/>
                </a:cubicBezTo>
                <a:cubicBezTo>
                  <a:pt x="819" y="152"/>
                  <a:pt x="805" y="156"/>
                  <a:pt x="819" y="159"/>
                </a:cubicBezTo>
                <a:cubicBezTo>
                  <a:pt x="824" y="151"/>
                  <a:pt x="829" y="154"/>
                  <a:pt x="839" y="150"/>
                </a:cubicBezTo>
                <a:cubicBezTo>
                  <a:pt x="826" y="148"/>
                  <a:pt x="847" y="140"/>
                  <a:pt x="839" y="137"/>
                </a:cubicBezTo>
                <a:cubicBezTo>
                  <a:pt x="847" y="138"/>
                  <a:pt x="842" y="141"/>
                  <a:pt x="850" y="142"/>
                </a:cubicBezTo>
                <a:cubicBezTo>
                  <a:pt x="840" y="147"/>
                  <a:pt x="843" y="150"/>
                  <a:pt x="845" y="153"/>
                </a:cubicBezTo>
                <a:cubicBezTo>
                  <a:pt x="848" y="152"/>
                  <a:pt x="853" y="151"/>
                  <a:pt x="851" y="153"/>
                </a:cubicBezTo>
                <a:cubicBezTo>
                  <a:pt x="842" y="156"/>
                  <a:pt x="851" y="165"/>
                  <a:pt x="859" y="168"/>
                </a:cubicBezTo>
                <a:cubicBezTo>
                  <a:pt x="855" y="171"/>
                  <a:pt x="851" y="170"/>
                  <a:pt x="847" y="174"/>
                </a:cubicBezTo>
                <a:cubicBezTo>
                  <a:pt x="854" y="177"/>
                  <a:pt x="856" y="184"/>
                  <a:pt x="847" y="187"/>
                </a:cubicBezTo>
                <a:cubicBezTo>
                  <a:pt x="835" y="187"/>
                  <a:pt x="854" y="181"/>
                  <a:pt x="848" y="180"/>
                </a:cubicBezTo>
                <a:cubicBezTo>
                  <a:pt x="841" y="182"/>
                  <a:pt x="834" y="176"/>
                  <a:pt x="828" y="180"/>
                </a:cubicBezTo>
                <a:cubicBezTo>
                  <a:pt x="828" y="184"/>
                  <a:pt x="832" y="180"/>
                  <a:pt x="838" y="183"/>
                </a:cubicBezTo>
                <a:cubicBezTo>
                  <a:pt x="831" y="187"/>
                  <a:pt x="839" y="188"/>
                  <a:pt x="837" y="192"/>
                </a:cubicBezTo>
                <a:cubicBezTo>
                  <a:pt x="834" y="197"/>
                  <a:pt x="829" y="191"/>
                  <a:pt x="825" y="196"/>
                </a:cubicBezTo>
                <a:cubicBezTo>
                  <a:pt x="836" y="194"/>
                  <a:pt x="840" y="200"/>
                  <a:pt x="839" y="203"/>
                </a:cubicBezTo>
                <a:cubicBezTo>
                  <a:pt x="848" y="202"/>
                  <a:pt x="850" y="202"/>
                  <a:pt x="857" y="203"/>
                </a:cubicBezTo>
                <a:cubicBezTo>
                  <a:pt x="851" y="209"/>
                  <a:pt x="861" y="213"/>
                  <a:pt x="853" y="220"/>
                </a:cubicBezTo>
                <a:cubicBezTo>
                  <a:pt x="847" y="220"/>
                  <a:pt x="852" y="214"/>
                  <a:pt x="845" y="218"/>
                </a:cubicBezTo>
                <a:cubicBezTo>
                  <a:pt x="851" y="222"/>
                  <a:pt x="838" y="225"/>
                  <a:pt x="846" y="230"/>
                </a:cubicBezTo>
                <a:cubicBezTo>
                  <a:pt x="840" y="232"/>
                  <a:pt x="833" y="242"/>
                  <a:pt x="840" y="245"/>
                </a:cubicBezTo>
                <a:cubicBezTo>
                  <a:pt x="834" y="250"/>
                  <a:pt x="827" y="247"/>
                  <a:pt x="821" y="253"/>
                </a:cubicBezTo>
                <a:cubicBezTo>
                  <a:pt x="832" y="251"/>
                  <a:pt x="827" y="259"/>
                  <a:pt x="838" y="258"/>
                </a:cubicBezTo>
                <a:cubicBezTo>
                  <a:pt x="831" y="261"/>
                  <a:pt x="839" y="261"/>
                  <a:pt x="835" y="264"/>
                </a:cubicBezTo>
                <a:cubicBezTo>
                  <a:pt x="831" y="264"/>
                  <a:pt x="828" y="262"/>
                  <a:pt x="825" y="266"/>
                </a:cubicBezTo>
                <a:cubicBezTo>
                  <a:pt x="829" y="266"/>
                  <a:pt x="828" y="268"/>
                  <a:pt x="832" y="269"/>
                </a:cubicBezTo>
                <a:cubicBezTo>
                  <a:pt x="827" y="274"/>
                  <a:pt x="821" y="272"/>
                  <a:pt x="816" y="275"/>
                </a:cubicBezTo>
                <a:cubicBezTo>
                  <a:pt x="830" y="276"/>
                  <a:pt x="821" y="282"/>
                  <a:pt x="826" y="285"/>
                </a:cubicBezTo>
                <a:cubicBezTo>
                  <a:pt x="831" y="280"/>
                  <a:pt x="832" y="276"/>
                  <a:pt x="834" y="272"/>
                </a:cubicBezTo>
                <a:cubicBezTo>
                  <a:pt x="842" y="277"/>
                  <a:pt x="827" y="288"/>
                  <a:pt x="836" y="293"/>
                </a:cubicBezTo>
                <a:cubicBezTo>
                  <a:pt x="839" y="283"/>
                  <a:pt x="850" y="272"/>
                  <a:pt x="845" y="265"/>
                </a:cubicBezTo>
                <a:cubicBezTo>
                  <a:pt x="842" y="267"/>
                  <a:pt x="839" y="270"/>
                  <a:pt x="836" y="268"/>
                </a:cubicBezTo>
                <a:cubicBezTo>
                  <a:pt x="843" y="263"/>
                  <a:pt x="843" y="265"/>
                  <a:pt x="847" y="260"/>
                </a:cubicBezTo>
                <a:cubicBezTo>
                  <a:pt x="851" y="259"/>
                  <a:pt x="856" y="260"/>
                  <a:pt x="861" y="259"/>
                </a:cubicBezTo>
                <a:cubicBezTo>
                  <a:pt x="848" y="271"/>
                  <a:pt x="843" y="283"/>
                  <a:pt x="859" y="285"/>
                </a:cubicBezTo>
                <a:cubicBezTo>
                  <a:pt x="853" y="284"/>
                  <a:pt x="849" y="291"/>
                  <a:pt x="858" y="290"/>
                </a:cubicBezTo>
                <a:cubicBezTo>
                  <a:pt x="853" y="296"/>
                  <a:pt x="847" y="291"/>
                  <a:pt x="842" y="294"/>
                </a:cubicBezTo>
                <a:cubicBezTo>
                  <a:pt x="846" y="296"/>
                  <a:pt x="841" y="300"/>
                  <a:pt x="843" y="302"/>
                </a:cubicBezTo>
                <a:cubicBezTo>
                  <a:pt x="847" y="300"/>
                  <a:pt x="846" y="293"/>
                  <a:pt x="854" y="295"/>
                </a:cubicBezTo>
                <a:cubicBezTo>
                  <a:pt x="862" y="295"/>
                  <a:pt x="844" y="302"/>
                  <a:pt x="851" y="302"/>
                </a:cubicBezTo>
                <a:cubicBezTo>
                  <a:pt x="863" y="301"/>
                  <a:pt x="861" y="301"/>
                  <a:pt x="867" y="305"/>
                </a:cubicBezTo>
                <a:cubicBezTo>
                  <a:pt x="870" y="300"/>
                  <a:pt x="875" y="301"/>
                  <a:pt x="880" y="301"/>
                </a:cubicBezTo>
                <a:cubicBezTo>
                  <a:pt x="872" y="307"/>
                  <a:pt x="888" y="304"/>
                  <a:pt x="891" y="305"/>
                </a:cubicBezTo>
                <a:cubicBezTo>
                  <a:pt x="885" y="310"/>
                  <a:pt x="877" y="305"/>
                  <a:pt x="872" y="310"/>
                </a:cubicBezTo>
                <a:cubicBezTo>
                  <a:pt x="878" y="313"/>
                  <a:pt x="877" y="317"/>
                  <a:pt x="876" y="322"/>
                </a:cubicBezTo>
                <a:cubicBezTo>
                  <a:pt x="871" y="321"/>
                  <a:pt x="873" y="318"/>
                  <a:pt x="865" y="322"/>
                </a:cubicBezTo>
                <a:cubicBezTo>
                  <a:pt x="866" y="326"/>
                  <a:pt x="859" y="326"/>
                  <a:pt x="855" y="331"/>
                </a:cubicBezTo>
                <a:cubicBezTo>
                  <a:pt x="866" y="328"/>
                  <a:pt x="857" y="336"/>
                  <a:pt x="850" y="341"/>
                </a:cubicBezTo>
                <a:cubicBezTo>
                  <a:pt x="857" y="344"/>
                  <a:pt x="860" y="346"/>
                  <a:pt x="870" y="343"/>
                </a:cubicBezTo>
                <a:cubicBezTo>
                  <a:pt x="864" y="350"/>
                  <a:pt x="857" y="351"/>
                  <a:pt x="851" y="353"/>
                </a:cubicBezTo>
                <a:cubicBezTo>
                  <a:pt x="862" y="353"/>
                  <a:pt x="852" y="364"/>
                  <a:pt x="865" y="361"/>
                </a:cubicBezTo>
                <a:cubicBezTo>
                  <a:pt x="863" y="364"/>
                  <a:pt x="853" y="368"/>
                  <a:pt x="858" y="369"/>
                </a:cubicBezTo>
                <a:cubicBezTo>
                  <a:pt x="879" y="363"/>
                  <a:pt x="865" y="349"/>
                  <a:pt x="882" y="344"/>
                </a:cubicBezTo>
                <a:cubicBezTo>
                  <a:pt x="881" y="349"/>
                  <a:pt x="876" y="356"/>
                  <a:pt x="875" y="361"/>
                </a:cubicBezTo>
                <a:cubicBezTo>
                  <a:pt x="893" y="353"/>
                  <a:pt x="902" y="358"/>
                  <a:pt x="919" y="353"/>
                </a:cubicBezTo>
                <a:cubicBezTo>
                  <a:pt x="908" y="361"/>
                  <a:pt x="923" y="367"/>
                  <a:pt x="926" y="376"/>
                </a:cubicBezTo>
                <a:cubicBezTo>
                  <a:pt x="920" y="374"/>
                  <a:pt x="916" y="375"/>
                  <a:pt x="908" y="371"/>
                </a:cubicBezTo>
                <a:cubicBezTo>
                  <a:pt x="898" y="383"/>
                  <a:pt x="892" y="394"/>
                  <a:pt x="904" y="400"/>
                </a:cubicBezTo>
                <a:cubicBezTo>
                  <a:pt x="887" y="414"/>
                  <a:pt x="909" y="416"/>
                  <a:pt x="891" y="431"/>
                </a:cubicBezTo>
                <a:cubicBezTo>
                  <a:pt x="898" y="431"/>
                  <a:pt x="892" y="435"/>
                  <a:pt x="896" y="436"/>
                </a:cubicBezTo>
                <a:cubicBezTo>
                  <a:pt x="893" y="439"/>
                  <a:pt x="890" y="441"/>
                  <a:pt x="887" y="444"/>
                </a:cubicBezTo>
                <a:cubicBezTo>
                  <a:pt x="901" y="451"/>
                  <a:pt x="881" y="471"/>
                  <a:pt x="884" y="479"/>
                </a:cubicBezTo>
                <a:cubicBezTo>
                  <a:pt x="886" y="477"/>
                  <a:pt x="888" y="474"/>
                  <a:pt x="891" y="475"/>
                </a:cubicBezTo>
                <a:cubicBezTo>
                  <a:pt x="892" y="477"/>
                  <a:pt x="902" y="477"/>
                  <a:pt x="892" y="481"/>
                </a:cubicBezTo>
                <a:cubicBezTo>
                  <a:pt x="896" y="477"/>
                  <a:pt x="886" y="480"/>
                  <a:pt x="885" y="483"/>
                </a:cubicBezTo>
                <a:cubicBezTo>
                  <a:pt x="888" y="485"/>
                  <a:pt x="883" y="500"/>
                  <a:pt x="884" y="502"/>
                </a:cubicBezTo>
                <a:cubicBezTo>
                  <a:pt x="880" y="501"/>
                  <a:pt x="878" y="496"/>
                  <a:pt x="874" y="499"/>
                </a:cubicBezTo>
                <a:cubicBezTo>
                  <a:pt x="870" y="504"/>
                  <a:pt x="873" y="508"/>
                  <a:pt x="872" y="513"/>
                </a:cubicBezTo>
                <a:cubicBezTo>
                  <a:pt x="880" y="512"/>
                  <a:pt x="887" y="508"/>
                  <a:pt x="895" y="507"/>
                </a:cubicBezTo>
                <a:cubicBezTo>
                  <a:pt x="879" y="514"/>
                  <a:pt x="859" y="524"/>
                  <a:pt x="874" y="531"/>
                </a:cubicBezTo>
                <a:cubicBezTo>
                  <a:pt x="879" y="526"/>
                  <a:pt x="881" y="528"/>
                  <a:pt x="881" y="524"/>
                </a:cubicBezTo>
                <a:cubicBezTo>
                  <a:pt x="896" y="527"/>
                  <a:pt x="887" y="536"/>
                  <a:pt x="898" y="542"/>
                </a:cubicBezTo>
                <a:cubicBezTo>
                  <a:pt x="885" y="551"/>
                  <a:pt x="906" y="555"/>
                  <a:pt x="889" y="569"/>
                </a:cubicBezTo>
                <a:cubicBezTo>
                  <a:pt x="897" y="569"/>
                  <a:pt x="889" y="575"/>
                  <a:pt x="899" y="574"/>
                </a:cubicBezTo>
                <a:cubicBezTo>
                  <a:pt x="901" y="572"/>
                  <a:pt x="903" y="569"/>
                  <a:pt x="906" y="569"/>
                </a:cubicBezTo>
                <a:cubicBezTo>
                  <a:pt x="895" y="580"/>
                  <a:pt x="917" y="579"/>
                  <a:pt x="911" y="590"/>
                </a:cubicBezTo>
                <a:cubicBezTo>
                  <a:pt x="898" y="591"/>
                  <a:pt x="907" y="578"/>
                  <a:pt x="897" y="581"/>
                </a:cubicBezTo>
                <a:cubicBezTo>
                  <a:pt x="894" y="590"/>
                  <a:pt x="906" y="609"/>
                  <a:pt x="891" y="609"/>
                </a:cubicBezTo>
                <a:cubicBezTo>
                  <a:pt x="894" y="615"/>
                  <a:pt x="906" y="621"/>
                  <a:pt x="903" y="633"/>
                </a:cubicBezTo>
                <a:cubicBezTo>
                  <a:pt x="896" y="641"/>
                  <a:pt x="890" y="643"/>
                  <a:pt x="892" y="647"/>
                </a:cubicBezTo>
                <a:cubicBezTo>
                  <a:pt x="884" y="652"/>
                  <a:pt x="882" y="647"/>
                  <a:pt x="876" y="650"/>
                </a:cubicBezTo>
                <a:cubicBezTo>
                  <a:pt x="875" y="652"/>
                  <a:pt x="876" y="653"/>
                  <a:pt x="877" y="654"/>
                </a:cubicBezTo>
                <a:cubicBezTo>
                  <a:pt x="882" y="654"/>
                  <a:pt x="886" y="651"/>
                  <a:pt x="892" y="653"/>
                </a:cubicBezTo>
                <a:cubicBezTo>
                  <a:pt x="888" y="660"/>
                  <a:pt x="880" y="655"/>
                  <a:pt x="875" y="659"/>
                </a:cubicBezTo>
                <a:cubicBezTo>
                  <a:pt x="869" y="667"/>
                  <a:pt x="891" y="657"/>
                  <a:pt x="885" y="666"/>
                </a:cubicBezTo>
                <a:cubicBezTo>
                  <a:pt x="881" y="665"/>
                  <a:pt x="877" y="667"/>
                  <a:pt x="874" y="670"/>
                </a:cubicBezTo>
                <a:cubicBezTo>
                  <a:pt x="879" y="675"/>
                  <a:pt x="881" y="671"/>
                  <a:pt x="889" y="670"/>
                </a:cubicBezTo>
                <a:cubicBezTo>
                  <a:pt x="881" y="676"/>
                  <a:pt x="895" y="672"/>
                  <a:pt x="887" y="678"/>
                </a:cubicBezTo>
                <a:cubicBezTo>
                  <a:pt x="880" y="682"/>
                  <a:pt x="883" y="674"/>
                  <a:pt x="877" y="678"/>
                </a:cubicBezTo>
                <a:cubicBezTo>
                  <a:pt x="870" y="686"/>
                  <a:pt x="889" y="682"/>
                  <a:pt x="894" y="684"/>
                </a:cubicBezTo>
                <a:cubicBezTo>
                  <a:pt x="891" y="681"/>
                  <a:pt x="897" y="671"/>
                  <a:pt x="907" y="672"/>
                </a:cubicBezTo>
                <a:cubicBezTo>
                  <a:pt x="907" y="680"/>
                  <a:pt x="903" y="690"/>
                  <a:pt x="913" y="695"/>
                </a:cubicBezTo>
                <a:cubicBezTo>
                  <a:pt x="914" y="694"/>
                  <a:pt x="916" y="692"/>
                  <a:pt x="918" y="692"/>
                </a:cubicBezTo>
                <a:cubicBezTo>
                  <a:pt x="912" y="701"/>
                  <a:pt x="902" y="696"/>
                  <a:pt x="896" y="703"/>
                </a:cubicBezTo>
                <a:cubicBezTo>
                  <a:pt x="908" y="702"/>
                  <a:pt x="890" y="714"/>
                  <a:pt x="898" y="715"/>
                </a:cubicBezTo>
                <a:cubicBezTo>
                  <a:pt x="904" y="711"/>
                  <a:pt x="901" y="705"/>
                  <a:pt x="915" y="703"/>
                </a:cubicBezTo>
                <a:cubicBezTo>
                  <a:pt x="912" y="709"/>
                  <a:pt x="907" y="711"/>
                  <a:pt x="902" y="715"/>
                </a:cubicBezTo>
                <a:cubicBezTo>
                  <a:pt x="907" y="716"/>
                  <a:pt x="913" y="716"/>
                  <a:pt x="918" y="717"/>
                </a:cubicBezTo>
                <a:cubicBezTo>
                  <a:pt x="913" y="726"/>
                  <a:pt x="922" y="729"/>
                  <a:pt x="917" y="738"/>
                </a:cubicBezTo>
                <a:cubicBezTo>
                  <a:pt x="906" y="738"/>
                  <a:pt x="921" y="734"/>
                  <a:pt x="915" y="734"/>
                </a:cubicBezTo>
                <a:cubicBezTo>
                  <a:pt x="912" y="734"/>
                  <a:pt x="909" y="738"/>
                  <a:pt x="906" y="739"/>
                </a:cubicBezTo>
                <a:cubicBezTo>
                  <a:pt x="915" y="740"/>
                  <a:pt x="925" y="745"/>
                  <a:pt x="925" y="754"/>
                </a:cubicBezTo>
                <a:cubicBezTo>
                  <a:pt x="922" y="759"/>
                  <a:pt x="916" y="757"/>
                  <a:pt x="913" y="762"/>
                </a:cubicBezTo>
                <a:cubicBezTo>
                  <a:pt x="913" y="768"/>
                  <a:pt x="910" y="771"/>
                  <a:pt x="922" y="769"/>
                </a:cubicBezTo>
                <a:cubicBezTo>
                  <a:pt x="918" y="776"/>
                  <a:pt x="912" y="774"/>
                  <a:pt x="908" y="777"/>
                </a:cubicBezTo>
                <a:cubicBezTo>
                  <a:pt x="909" y="781"/>
                  <a:pt x="912" y="783"/>
                  <a:pt x="915" y="786"/>
                </a:cubicBezTo>
                <a:cubicBezTo>
                  <a:pt x="905" y="785"/>
                  <a:pt x="908" y="789"/>
                  <a:pt x="903" y="795"/>
                </a:cubicBezTo>
                <a:cubicBezTo>
                  <a:pt x="910" y="793"/>
                  <a:pt x="913" y="799"/>
                  <a:pt x="905" y="801"/>
                </a:cubicBezTo>
                <a:cubicBezTo>
                  <a:pt x="899" y="790"/>
                  <a:pt x="901" y="775"/>
                  <a:pt x="900" y="761"/>
                </a:cubicBezTo>
                <a:cubicBezTo>
                  <a:pt x="895" y="766"/>
                  <a:pt x="889" y="763"/>
                  <a:pt x="884" y="766"/>
                </a:cubicBezTo>
                <a:cubicBezTo>
                  <a:pt x="885" y="767"/>
                  <a:pt x="885" y="769"/>
                  <a:pt x="885" y="771"/>
                </a:cubicBezTo>
                <a:cubicBezTo>
                  <a:pt x="886" y="771"/>
                  <a:pt x="886" y="772"/>
                  <a:pt x="886" y="774"/>
                </a:cubicBezTo>
                <a:cubicBezTo>
                  <a:pt x="886" y="777"/>
                  <a:pt x="886" y="781"/>
                  <a:pt x="887" y="785"/>
                </a:cubicBezTo>
                <a:cubicBezTo>
                  <a:pt x="887" y="786"/>
                  <a:pt x="887" y="787"/>
                  <a:pt x="887" y="789"/>
                </a:cubicBezTo>
                <a:cubicBezTo>
                  <a:pt x="888" y="798"/>
                  <a:pt x="892" y="806"/>
                  <a:pt x="908" y="803"/>
                </a:cubicBezTo>
                <a:cubicBezTo>
                  <a:pt x="910" y="807"/>
                  <a:pt x="902" y="806"/>
                  <a:pt x="899" y="812"/>
                </a:cubicBezTo>
                <a:cubicBezTo>
                  <a:pt x="906" y="813"/>
                  <a:pt x="904" y="819"/>
                  <a:pt x="907" y="822"/>
                </a:cubicBezTo>
                <a:cubicBezTo>
                  <a:pt x="915" y="819"/>
                  <a:pt x="913" y="825"/>
                  <a:pt x="920" y="821"/>
                </a:cubicBezTo>
                <a:cubicBezTo>
                  <a:pt x="920" y="817"/>
                  <a:pt x="924" y="811"/>
                  <a:pt x="916" y="811"/>
                </a:cubicBezTo>
                <a:cubicBezTo>
                  <a:pt x="914" y="813"/>
                  <a:pt x="912" y="816"/>
                  <a:pt x="909" y="816"/>
                </a:cubicBezTo>
                <a:cubicBezTo>
                  <a:pt x="913" y="811"/>
                  <a:pt x="906" y="812"/>
                  <a:pt x="910" y="807"/>
                </a:cubicBezTo>
                <a:cubicBezTo>
                  <a:pt x="919" y="806"/>
                  <a:pt x="924" y="799"/>
                  <a:pt x="933" y="798"/>
                </a:cubicBezTo>
                <a:cubicBezTo>
                  <a:pt x="935" y="803"/>
                  <a:pt x="927" y="801"/>
                  <a:pt x="923" y="807"/>
                </a:cubicBezTo>
                <a:cubicBezTo>
                  <a:pt x="940" y="806"/>
                  <a:pt x="915" y="828"/>
                  <a:pt x="938" y="818"/>
                </a:cubicBezTo>
                <a:cubicBezTo>
                  <a:pt x="937" y="820"/>
                  <a:pt x="938" y="822"/>
                  <a:pt x="942" y="822"/>
                </a:cubicBezTo>
                <a:cubicBezTo>
                  <a:pt x="941" y="827"/>
                  <a:pt x="930" y="829"/>
                  <a:pt x="935" y="831"/>
                </a:cubicBezTo>
                <a:cubicBezTo>
                  <a:pt x="938" y="831"/>
                  <a:pt x="939" y="828"/>
                  <a:pt x="942" y="828"/>
                </a:cubicBezTo>
                <a:cubicBezTo>
                  <a:pt x="942" y="833"/>
                  <a:pt x="946" y="837"/>
                  <a:pt x="944" y="843"/>
                </a:cubicBezTo>
                <a:cubicBezTo>
                  <a:pt x="949" y="836"/>
                  <a:pt x="948" y="847"/>
                  <a:pt x="952" y="841"/>
                </a:cubicBezTo>
                <a:cubicBezTo>
                  <a:pt x="947" y="839"/>
                  <a:pt x="951" y="832"/>
                  <a:pt x="953" y="826"/>
                </a:cubicBezTo>
                <a:cubicBezTo>
                  <a:pt x="952" y="835"/>
                  <a:pt x="960" y="833"/>
                  <a:pt x="964" y="838"/>
                </a:cubicBezTo>
                <a:cubicBezTo>
                  <a:pt x="960" y="840"/>
                  <a:pt x="955" y="838"/>
                  <a:pt x="953" y="843"/>
                </a:cubicBezTo>
                <a:cubicBezTo>
                  <a:pt x="956" y="844"/>
                  <a:pt x="954" y="846"/>
                  <a:pt x="958" y="846"/>
                </a:cubicBezTo>
                <a:cubicBezTo>
                  <a:pt x="963" y="842"/>
                  <a:pt x="969" y="842"/>
                  <a:pt x="973" y="838"/>
                </a:cubicBezTo>
                <a:cubicBezTo>
                  <a:pt x="966" y="837"/>
                  <a:pt x="972" y="828"/>
                  <a:pt x="962" y="828"/>
                </a:cubicBezTo>
                <a:cubicBezTo>
                  <a:pt x="965" y="823"/>
                  <a:pt x="970" y="822"/>
                  <a:pt x="973" y="817"/>
                </a:cubicBezTo>
                <a:cubicBezTo>
                  <a:pt x="965" y="811"/>
                  <a:pt x="948" y="816"/>
                  <a:pt x="958" y="801"/>
                </a:cubicBezTo>
                <a:cubicBezTo>
                  <a:pt x="964" y="797"/>
                  <a:pt x="964" y="806"/>
                  <a:pt x="970" y="798"/>
                </a:cubicBezTo>
                <a:cubicBezTo>
                  <a:pt x="960" y="799"/>
                  <a:pt x="959" y="798"/>
                  <a:pt x="957" y="794"/>
                </a:cubicBezTo>
                <a:cubicBezTo>
                  <a:pt x="963" y="789"/>
                  <a:pt x="967" y="800"/>
                  <a:pt x="974" y="791"/>
                </a:cubicBezTo>
                <a:cubicBezTo>
                  <a:pt x="964" y="792"/>
                  <a:pt x="966" y="787"/>
                  <a:pt x="952" y="792"/>
                </a:cubicBezTo>
                <a:cubicBezTo>
                  <a:pt x="959" y="780"/>
                  <a:pt x="962" y="793"/>
                  <a:pt x="971" y="783"/>
                </a:cubicBezTo>
                <a:cubicBezTo>
                  <a:pt x="958" y="784"/>
                  <a:pt x="965" y="775"/>
                  <a:pt x="953" y="784"/>
                </a:cubicBezTo>
                <a:cubicBezTo>
                  <a:pt x="963" y="774"/>
                  <a:pt x="961" y="769"/>
                  <a:pt x="950" y="774"/>
                </a:cubicBezTo>
                <a:cubicBezTo>
                  <a:pt x="951" y="772"/>
                  <a:pt x="952" y="770"/>
                  <a:pt x="948" y="770"/>
                </a:cubicBezTo>
                <a:cubicBezTo>
                  <a:pt x="951" y="767"/>
                  <a:pt x="964" y="764"/>
                  <a:pt x="959" y="760"/>
                </a:cubicBezTo>
                <a:cubicBezTo>
                  <a:pt x="954" y="760"/>
                  <a:pt x="949" y="763"/>
                  <a:pt x="944" y="764"/>
                </a:cubicBezTo>
                <a:cubicBezTo>
                  <a:pt x="943" y="761"/>
                  <a:pt x="936" y="755"/>
                  <a:pt x="945" y="751"/>
                </a:cubicBezTo>
                <a:cubicBezTo>
                  <a:pt x="942" y="756"/>
                  <a:pt x="948" y="757"/>
                  <a:pt x="947" y="761"/>
                </a:cubicBezTo>
                <a:cubicBezTo>
                  <a:pt x="955" y="748"/>
                  <a:pt x="938" y="743"/>
                  <a:pt x="960" y="733"/>
                </a:cubicBezTo>
                <a:cubicBezTo>
                  <a:pt x="951" y="732"/>
                  <a:pt x="961" y="722"/>
                  <a:pt x="952" y="721"/>
                </a:cubicBezTo>
                <a:cubicBezTo>
                  <a:pt x="953" y="725"/>
                  <a:pt x="942" y="734"/>
                  <a:pt x="954" y="733"/>
                </a:cubicBezTo>
                <a:cubicBezTo>
                  <a:pt x="948" y="740"/>
                  <a:pt x="948" y="740"/>
                  <a:pt x="948" y="740"/>
                </a:cubicBezTo>
                <a:cubicBezTo>
                  <a:pt x="945" y="740"/>
                  <a:pt x="942" y="739"/>
                  <a:pt x="939" y="739"/>
                </a:cubicBezTo>
                <a:cubicBezTo>
                  <a:pt x="944" y="734"/>
                  <a:pt x="942" y="728"/>
                  <a:pt x="945" y="721"/>
                </a:cubicBezTo>
                <a:cubicBezTo>
                  <a:pt x="950" y="719"/>
                  <a:pt x="956" y="720"/>
                  <a:pt x="960" y="714"/>
                </a:cubicBezTo>
                <a:cubicBezTo>
                  <a:pt x="948" y="713"/>
                  <a:pt x="956" y="700"/>
                  <a:pt x="956" y="697"/>
                </a:cubicBezTo>
                <a:cubicBezTo>
                  <a:pt x="946" y="700"/>
                  <a:pt x="945" y="693"/>
                  <a:pt x="935" y="699"/>
                </a:cubicBezTo>
                <a:cubicBezTo>
                  <a:pt x="936" y="698"/>
                  <a:pt x="935" y="697"/>
                  <a:pt x="932" y="697"/>
                </a:cubicBezTo>
                <a:cubicBezTo>
                  <a:pt x="943" y="692"/>
                  <a:pt x="941" y="687"/>
                  <a:pt x="952" y="685"/>
                </a:cubicBezTo>
                <a:cubicBezTo>
                  <a:pt x="950" y="681"/>
                  <a:pt x="939" y="685"/>
                  <a:pt x="933" y="687"/>
                </a:cubicBezTo>
                <a:cubicBezTo>
                  <a:pt x="938" y="680"/>
                  <a:pt x="920" y="671"/>
                  <a:pt x="938" y="671"/>
                </a:cubicBezTo>
                <a:cubicBezTo>
                  <a:pt x="940" y="668"/>
                  <a:pt x="933" y="663"/>
                  <a:pt x="943" y="660"/>
                </a:cubicBezTo>
                <a:cubicBezTo>
                  <a:pt x="946" y="661"/>
                  <a:pt x="942" y="666"/>
                  <a:pt x="947" y="666"/>
                </a:cubicBezTo>
                <a:cubicBezTo>
                  <a:pt x="958" y="657"/>
                  <a:pt x="946" y="658"/>
                  <a:pt x="950" y="653"/>
                </a:cubicBezTo>
                <a:cubicBezTo>
                  <a:pt x="951" y="653"/>
                  <a:pt x="952" y="653"/>
                  <a:pt x="954" y="653"/>
                </a:cubicBezTo>
                <a:cubicBezTo>
                  <a:pt x="956" y="652"/>
                  <a:pt x="958" y="651"/>
                  <a:pt x="960" y="652"/>
                </a:cubicBezTo>
                <a:cubicBezTo>
                  <a:pt x="958" y="654"/>
                  <a:pt x="953" y="658"/>
                  <a:pt x="956" y="659"/>
                </a:cubicBezTo>
                <a:cubicBezTo>
                  <a:pt x="959" y="659"/>
                  <a:pt x="962" y="660"/>
                  <a:pt x="964" y="658"/>
                </a:cubicBezTo>
                <a:cubicBezTo>
                  <a:pt x="964" y="652"/>
                  <a:pt x="967" y="643"/>
                  <a:pt x="952" y="647"/>
                </a:cubicBezTo>
                <a:cubicBezTo>
                  <a:pt x="954" y="639"/>
                  <a:pt x="954" y="631"/>
                  <a:pt x="947" y="626"/>
                </a:cubicBezTo>
                <a:cubicBezTo>
                  <a:pt x="942" y="631"/>
                  <a:pt x="935" y="633"/>
                  <a:pt x="928" y="634"/>
                </a:cubicBezTo>
                <a:cubicBezTo>
                  <a:pt x="946" y="625"/>
                  <a:pt x="926" y="632"/>
                  <a:pt x="931" y="623"/>
                </a:cubicBezTo>
                <a:cubicBezTo>
                  <a:pt x="942" y="619"/>
                  <a:pt x="943" y="628"/>
                  <a:pt x="952" y="621"/>
                </a:cubicBezTo>
                <a:cubicBezTo>
                  <a:pt x="950" y="613"/>
                  <a:pt x="955" y="602"/>
                  <a:pt x="941" y="599"/>
                </a:cubicBezTo>
                <a:cubicBezTo>
                  <a:pt x="953" y="587"/>
                  <a:pt x="941" y="578"/>
                  <a:pt x="952" y="567"/>
                </a:cubicBezTo>
                <a:cubicBezTo>
                  <a:pt x="957" y="567"/>
                  <a:pt x="955" y="570"/>
                  <a:pt x="959" y="568"/>
                </a:cubicBezTo>
                <a:cubicBezTo>
                  <a:pt x="961" y="562"/>
                  <a:pt x="975" y="562"/>
                  <a:pt x="971" y="558"/>
                </a:cubicBezTo>
                <a:cubicBezTo>
                  <a:pt x="965" y="558"/>
                  <a:pt x="961" y="562"/>
                  <a:pt x="955" y="564"/>
                </a:cubicBezTo>
                <a:cubicBezTo>
                  <a:pt x="945" y="561"/>
                  <a:pt x="949" y="554"/>
                  <a:pt x="945" y="549"/>
                </a:cubicBezTo>
                <a:cubicBezTo>
                  <a:pt x="940" y="554"/>
                  <a:pt x="936" y="559"/>
                  <a:pt x="931" y="559"/>
                </a:cubicBezTo>
                <a:cubicBezTo>
                  <a:pt x="929" y="556"/>
                  <a:pt x="933" y="550"/>
                  <a:pt x="930" y="547"/>
                </a:cubicBezTo>
                <a:cubicBezTo>
                  <a:pt x="934" y="549"/>
                  <a:pt x="937" y="543"/>
                  <a:pt x="941" y="543"/>
                </a:cubicBezTo>
                <a:cubicBezTo>
                  <a:pt x="935" y="549"/>
                  <a:pt x="933" y="553"/>
                  <a:pt x="936" y="556"/>
                </a:cubicBezTo>
                <a:cubicBezTo>
                  <a:pt x="940" y="549"/>
                  <a:pt x="935" y="550"/>
                  <a:pt x="946" y="548"/>
                </a:cubicBezTo>
                <a:cubicBezTo>
                  <a:pt x="945" y="541"/>
                  <a:pt x="949" y="533"/>
                  <a:pt x="947" y="527"/>
                </a:cubicBezTo>
                <a:cubicBezTo>
                  <a:pt x="954" y="528"/>
                  <a:pt x="964" y="522"/>
                  <a:pt x="963" y="518"/>
                </a:cubicBezTo>
                <a:cubicBezTo>
                  <a:pt x="973" y="517"/>
                  <a:pt x="958" y="526"/>
                  <a:pt x="966" y="526"/>
                </a:cubicBezTo>
                <a:cubicBezTo>
                  <a:pt x="975" y="520"/>
                  <a:pt x="980" y="513"/>
                  <a:pt x="966" y="511"/>
                </a:cubicBezTo>
                <a:cubicBezTo>
                  <a:pt x="957" y="517"/>
                  <a:pt x="959" y="517"/>
                  <a:pt x="952" y="517"/>
                </a:cubicBezTo>
                <a:cubicBezTo>
                  <a:pt x="949" y="523"/>
                  <a:pt x="964" y="517"/>
                  <a:pt x="957" y="525"/>
                </a:cubicBezTo>
                <a:cubicBezTo>
                  <a:pt x="952" y="524"/>
                  <a:pt x="953" y="521"/>
                  <a:pt x="945" y="521"/>
                </a:cubicBezTo>
                <a:cubicBezTo>
                  <a:pt x="946" y="511"/>
                  <a:pt x="954" y="495"/>
                  <a:pt x="940" y="493"/>
                </a:cubicBezTo>
                <a:cubicBezTo>
                  <a:pt x="943" y="488"/>
                  <a:pt x="948" y="488"/>
                  <a:pt x="952" y="483"/>
                </a:cubicBezTo>
                <a:cubicBezTo>
                  <a:pt x="950" y="483"/>
                  <a:pt x="951" y="482"/>
                  <a:pt x="949" y="481"/>
                </a:cubicBezTo>
                <a:cubicBezTo>
                  <a:pt x="947" y="479"/>
                  <a:pt x="937" y="485"/>
                  <a:pt x="940" y="480"/>
                </a:cubicBezTo>
                <a:cubicBezTo>
                  <a:pt x="950" y="473"/>
                  <a:pt x="952" y="454"/>
                  <a:pt x="936" y="455"/>
                </a:cubicBezTo>
                <a:cubicBezTo>
                  <a:pt x="939" y="449"/>
                  <a:pt x="945" y="455"/>
                  <a:pt x="948" y="451"/>
                </a:cubicBezTo>
                <a:cubicBezTo>
                  <a:pt x="945" y="451"/>
                  <a:pt x="950" y="447"/>
                  <a:pt x="952" y="445"/>
                </a:cubicBezTo>
                <a:cubicBezTo>
                  <a:pt x="943" y="445"/>
                  <a:pt x="948" y="441"/>
                  <a:pt x="953" y="437"/>
                </a:cubicBezTo>
                <a:cubicBezTo>
                  <a:pt x="950" y="437"/>
                  <a:pt x="947" y="439"/>
                  <a:pt x="944" y="438"/>
                </a:cubicBezTo>
                <a:cubicBezTo>
                  <a:pt x="950" y="433"/>
                  <a:pt x="945" y="432"/>
                  <a:pt x="950" y="428"/>
                </a:cubicBezTo>
                <a:cubicBezTo>
                  <a:pt x="954" y="429"/>
                  <a:pt x="957" y="427"/>
                  <a:pt x="960" y="426"/>
                </a:cubicBezTo>
                <a:cubicBezTo>
                  <a:pt x="958" y="424"/>
                  <a:pt x="957" y="423"/>
                  <a:pt x="955" y="421"/>
                </a:cubicBezTo>
                <a:cubicBezTo>
                  <a:pt x="951" y="424"/>
                  <a:pt x="954" y="425"/>
                  <a:pt x="950" y="428"/>
                </a:cubicBezTo>
                <a:cubicBezTo>
                  <a:pt x="947" y="425"/>
                  <a:pt x="947" y="421"/>
                  <a:pt x="942" y="421"/>
                </a:cubicBezTo>
                <a:cubicBezTo>
                  <a:pt x="956" y="420"/>
                  <a:pt x="943" y="413"/>
                  <a:pt x="956" y="409"/>
                </a:cubicBezTo>
                <a:cubicBezTo>
                  <a:pt x="948" y="401"/>
                  <a:pt x="949" y="390"/>
                  <a:pt x="959" y="376"/>
                </a:cubicBezTo>
                <a:cubicBezTo>
                  <a:pt x="950" y="375"/>
                  <a:pt x="955" y="375"/>
                  <a:pt x="960" y="371"/>
                </a:cubicBezTo>
                <a:cubicBezTo>
                  <a:pt x="954" y="366"/>
                  <a:pt x="951" y="356"/>
                  <a:pt x="962" y="349"/>
                </a:cubicBezTo>
                <a:cubicBezTo>
                  <a:pt x="948" y="349"/>
                  <a:pt x="964" y="334"/>
                  <a:pt x="971" y="331"/>
                </a:cubicBezTo>
                <a:cubicBezTo>
                  <a:pt x="969" y="332"/>
                  <a:pt x="972" y="337"/>
                  <a:pt x="975" y="334"/>
                </a:cubicBezTo>
                <a:cubicBezTo>
                  <a:pt x="978" y="330"/>
                  <a:pt x="977" y="328"/>
                  <a:pt x="974" y="326"/>
                </a:cubicBezTo>
                <a:cubicBezTo>
                  <a:pt x="971" y="328"/>
                  <a:pt x="969" y="330"/>
                  <a:pt x="966" y="328"/>
                </a:cubicBezTo>
                <a:cubicBezTo>
                  <a:pt x="969" y="323"/>
                  <a:pt x="963" y="321"/>
                  <a:pt x="962" y="317"/>
                </a:cubicBezTo>
                <a:cubicBezTo>
                  <a:pt x="977" y="323"/>
                  <a:pt x="991" y="319"/>
                  <a:pt x="980" y="329"/>
                </a:cubicBezTo>
                <a:cubicBezTo>
                  <a:pt x="989" y="332"/>
                  <a:pt x="984" y="338"/>
                  <a:pt x="991" y="342"/>
                </a:cubicBezTo>
                <a:cubicBezTo>
                  <a:pt x="987" y="347"/>
                  <a:pt x="980" y="347"/>
                  <a:pt x="981" y="351"/>
                </a:cubicBezTo>
                <a:cubicBezTo>
                  <a:pt x="975" y="352"/>
                  <a:pt x="979" y="345"/>
                  <a:pt x="972" y="349"/>
                </a:cubicBezTo>
                <a:cubicBezTo>
                  <a:pt x="975" y="358"/>
                  <a:pt x="976" y="369"/>
                  <a:pt x="991" y="369"/>
                </a:cubicBezTo>
                <a:cubicBezTo>
                  <a:pt x="986" y="374"/>
                  <a:pt x="979" y="371"/>
                  <a:pt x="974" y="377"/>
                </a:cubicBezTo>
                <a:cubicBezTo>
                  <a:pt x="989" y="377"/>
                  <a:pt x="976" y="389"/>
                  <a:pt x="977" y="392"/>
                </a:cubicBezTo>
                <a:cubicBezTo>
                  <a:pt x="977" y="389"/>
                  <a:pt x="973" y="388"/>
                  <a:pt x="968" y="387"/>
                </a:cubicBezTo>
                <a:cubicBezTo>
                  <a:pt x="976" y="381"/>
                  <a:pt x="973" y="374"/>
                  <a:pt x="964" y="377"/>
                </a:cubicBezTo>
                <a:cubicBezTo>
                  <a:pt x="957" y="385"/>
                  <a:pt x="966" y="388"/>
                  <a:pt x="960" y="396"/>
                </a:cubicBezTo>
                <a:cubicBezTo>
                  <a:pt x="962" y="397"/>
                  <a:pt x="964" y="397"/>
                  <a:pt x="966" y="397"/>
                </a:cubicBezTo>
                <a:cubicBezTo>
                  <a:pt x="973" y="394"/>
                  <a:pt x="967" y="391"/>
                  <a:pt x="973" y="391"/>
                </a:cubicBezTo>
                <a:cubicBezTo>
                  <a:pt x="969" y="394"/>
                  <a:pt x="980" y="393"/>
                  <a:pt x="982" y="394"/>
                </a:cubicBezTo>
                <a:cubicBezTo>
                  <a:pt x="969" y="406"/>
                  <a:pt x="996" y="399"/>
                  <a:pt x="992" y="408"/>
                </a:cubicBezTo>
                <a:cubicBezTo>
                  <a:pt x="984" y="410"/>
                  <a:pt x="985" y="403"/>
                  <a:pt x="981" y="407"/>
                </a:cubicBezTo>
                <a:cubicBezTo>
                  <a:pt x="982" y="412"/>
                  <a:pt x="981" y="419"/>
                  <a:pt x="985" y="424"/>
                </a:cubicBezTo>
                <a:cubicBezTo>
                  <a:pt x="982" y="428"/>
                  <a:pt x="977" y="427"/>
                  <a:pt x="974" y="431"/>
                </a:cubicBezTo>
                <a:cubicBezTo>
                  <a:pt x="979" y="433"/>
                  <a:pt x="983" y="435"/>
                  <a:pt x="986" y="437"/>
                </a:cubicBezTo>
                <a:cubicBezTo>
                  <a:pt x="979" y="441"/>
                  <a:pt x="971" y="436"/>
                  <a:pt x="964" y="439"/>
                </a:cubicBezTo>
                <a:cubicBezTo>
                  <a:pt x="959" y="443"/>
                  <a:pt x="964" y="444"/>
                  <a:pt x="963" y="446"/>
                </a:cubicBezTo>
                <a:cubicBezTo>
                  <a:pt x="973" y="441"/>
                  <a:pt x="972" y="449"/>
                  <a:pt x="971" y="451"/>
                </a:cubicBezTo>
                <a:cubicBezTo>
                  <a:pt x="981" y="446"/>
                  <a:pt x="978" y="453"/>
                  <a:pt x="983" y="451"/>
                </a:cubicBezTo>
                <a:cubicBezTo>
                  <a:pt x="984" y="450"/>
                  <a:pt x="985" y="449"/>
                  <a:pt x="987" y="450"/>
                </a:cubicBezTo>
                <a:cubicBezTo>
                  <a:pt x="983" y="456"/>
                  <a:pt x="976" y="451"/>
                  <a:pt x="972" y="457"/>
                </a:cubicBezTo>
                <a:cubicBezTo>
                  <a:pt x="968" y="464"/>
                  <a:pt x="993" y="460"/>
                  <a:pt x="987" y="466"/>
                </a:cubicBezTo>
                <a:cubicBezTo>
                  <a:pt x="983" y="465"/>
                  <a:pt x="978" y="465"/>
                  <a:pt x="975" y="468"/>
                </a:cubicBezTo>
                <a:cubicBezTo>
                  <a:pt x="968" y="479"/>
                  <a:pt x="993" y="475"/>
                  <a:pt x="996" y="476"/>
                </a:cubicBezTo>
                <a:cubicBezTo>
                  <a:pt x="991" y="476"/>
                  <a:pt x="987" y="480"/>
                  <a:pt x="983" y="482"/>
                </a:cubicBezTo>
                <a:cubicBezTo>
                  <a:pt x="977" y="481"/>
                  <a:pt x="974" y="475"/>
                  <a:pt x="967" y="478"/>
                </a:cubicBezTo>
                <a:cubicBezTo>
                  <a:pt x="962" y="490"/>
                  <a:pt x="980" y="484"/>
                  <a:pt x="987" y="490"/>
                </a:cubicBezTo>
                <a:cubicBezTo>
                  <a:pt x="984" y="493"/>
                  <a:pt x="981" y="493"/>
                  <a:pt x="978" y="496"/>
                </a:cubicBezTo>
                <a:cubicBezTo>
                  <a:pt x="983" y="496"/>
                  <a:pt x="987" y="497"/>
                  <a:pt x="991" y="497"/>
                </a:cubicBezTo>
                <a:cubicBezTo>
                  <a:pt x="994" y="494"/>
                  <a:pt x="986" y="491"/>
                  <a:pt x="995" y="489"/>
                </a:cubicBezTo>
                <a:cubicBezTo>
                  <a:pt x="995" y="493"/>
                  <a:pt x="992" y="498"/>
                  <a:pt x="998" y="500"/>
                </a:cubicBezTo>
                <a:cubicBezTo>
                  <a:pt x="1000" y="487"/>
                  <a:pt x="999" y="476"/>
                  <a:pt x="999" y="464"/>
                </a:cubicBezTo>
                <a:cubicBezTo>
                  <a:pt x="1015" y="468"/>
                  <a:pt x="991" y="497"/>
                  <a:pt x="1013" y="493"/>
                </a:cubicBezTo>
                <a:cubicBezTo>
                  <a:pt x="1019" y="493"/>
                  <a:pt x="1017" y="497"/>
                  <a:pt x="1017" y="500"/>
                </a:cubicBezTo>
                <a:cubicBezTo>
                  <a:pt x="1015" y="500"/>
                  <a:pt x="1012" y="499"/>
                  <a:pt x="1009" y="501"/>
                </a:cubicBezTo>
                <a:cubicBezTo>
                  <a:pt x="1010" y="508"/>
                  <a:pt x="1004" y="516"/>
                  <a:pt x="1005" y="523"/>
                </a:cubicBezTo>
                <a:cubicBezTo>
                  <a:pt x="1002" y="523"/>
                  <a:pt x="999" y="522"/>
                  <a:pt x="997" y="524"/>
                </a:cubicBezTo>
                <a:cubicBezTo>
                  <a:pt x="1003" y="525"/>
                  <a:pt x="993" y="531"/>
                  <a:pt x="1001" y="531"/>
                </a:cubicBezTo>
                <a:cubicBezTo>
                  <a:pt x="1003" y="528"/>
                  <a:pt x="1000" y="527"/>
                  <a:pt x="1005" y="523"/>
                </a:cubicBezTo>
                <a:cubicBezTo>
                  <a:pt x="1015" y="526"/>
                  <a:pt x="1013" y="530"/>
                  <a:pt x="1030" y="529"/>
                </a:cubicBezTo>
                <a:cubicBezTo>
                  <a:pt x="1024" y="537"/>
                  <a:pt x="1037" y="529"/>
                  <a:pt x="1029" y="542"/>
                </a:cubicBezTo>
                <a:cubicBezTo>
                  <a:pt x="1045" y="542"/>
                  <a:pt x="1035" y="561"/>
                  <a:pt x="1038" y="570"/>
                </a:cubicBezTo>
                <a:cubicBezTo>
                  <a:pt x="1035" y="570"/>
                  <a:pt x="1032" y="569"/>
                  <a:pt x="1030" y="571"/>
                </a:cubicBezTo>
                <a:cubicBezTo>
                  <a:pt x="1031" y="571"/>
                  <a:pt x="1031" y="572"/>
                  <a:pt x="1029" y="574"/>
                </a:cubicBezTo>
                <a:cubicBezTo>
                  <a:pt x="1037" y="570"/>
                  <a:pt x="1045" y="572"/>
                  <a:pt x="1039" y="579"/>
                </a:cubicBezTo>
                <a:cubicBezTo>
                  <a:pt x="1036" y="581"/>
                  <a:pt x="1033" y="580"/>
                  <a:pt x="1031" y="582"/>
                </a:cubicBezTo>
                <a:cubicBezTo>
                  <a:pt x="1037" y="582"/>
                  <a:pt x="1038" y="579"/>
                  <a:pt x="1040" y="582"/>
                </a:cubicBezTo>
                <a:cubicBezTo>
                  <a:pt x="1037" y="586"/>
                  <a:pt x="1034" y="586"/>
                  <a:pt x="1031" y="587"/>
                </a:cubicBezTo>
                <a:cubicBezTo>
                  <a:pt x="1034" y="588"/>
                  <a:pt x="1037" y="586"/>
                  <a:pt x="1041" y="586"/>
                </a:cubicBezTo>
                <a:cubicBezTo>
                  <a:pt x="1044" y="592"/>
                  <a:pt x="1035" y="606"/>
                  <a:pt x="1047" y="605"/>
                </a:cubicBezTo>
                <a:cubicBezTo>
                  <a:pt x="1043" y="611"/>
                  <a:pt x="1036" y="606"/>
                  <a:pt x="1032" y="611"/>
                </a:cubicBezTo>
                <a:cubicBezTo>
                  <a:pt x="1056" y="612"/>
                  <a:pt x="1047" y="626"/>
                  <a:pt x="1038" y="637"/>
                </a:cubicBezTo>
                <a:cubicBezTo>
                  <a:pt x="1040" y="635"/>
                  <a:pt x="1037" y="636"/>
                  <a:pt x="1035" y="639"/>
                </a:cubicBezTo>
                <a:cubicBezTo>
                  <a:pt x="1033" y="634"/>
                  <a:pt x="1019" y="634"/>
                  <a:pt x="1010" y="641"/>
                </a:cubicBezTo>
                <a:cubicBezTo>
                  <a:pt x="1015" y="643"/>
                  <a:pt x="1020" y="640"/>
                  <a:pt x="1020" y="645"/>
                </a:cubicBezTo>
                <a:cubicBezTo>
                  <a:pt x="1024" y="642"/>
                  <a:pt x="1029" y="639"/>
                  <a:pt x="1035" y="641"/>
                </a:cubicBezTo>
                <a:cubicBezTo>
                  <a:pt x="1031" y="646"/>
                  <a:pt x="1024" y="644"/>
                  <a:pt x="1019" y="649"/>
                </a:cubicBezTo>
                <a:cubicBezTo>
                  <a:pt x="1018" y="653"/>
                  <a:pt x="1012" y="655"/>
                  <a:pt x="1018" y="658"/>
                </a:cubicBezTo>
                <a:cubicBezTo>
                  <a:pt x="1043" y="654"/>
                  <a:pt x="1039" y="672"/>
                  <a:pt x="1052" y="676"/>
                </a:cubicBezTo>
                <a:cubicBezTo>
                  <a:pt x="1047" y="676"/>
                  <a:pt x="1042" y="676"/>
                  <a:pt x="1038" y="679"/>
                </a:cubicBezTo>
                <a:cubicBezTo>
                  <a:pt x="1041" y="684"/>
                  <a:pt x="1037" y="688"/>
                  <a:pt x="1050" y="684"/>
                </a:cubicBezTo>
                <a:cubicBezTo>
                  <a:pt x="1041" y="695"/>
                  <a:pt x="1062" y="681"/>
                  <a:pt x="1057" y="690"/>
                </a:cubicBezTo>
                <a:cubicBezTo>
                  <a:pt x="1050" y="689"/>
                  <a:pt x="1045" y="692"/>
                  <a:pt x="1039" y="694"/>
                </a:cubicBezTo>
                <a:cubicBezTo>
                  <a:pt x="1038" y="696"/>
                  <a:pt x="1039" y="697"/>
                  <a:pt x="1041" y="698"/>
                </a:cubicBezTo>
                <a:cubicBezTo>
                  <a:pt x="1045" y="696"/>
                  <a:pt x="1049" y="693"/>
                  <a:pt x="1055" y="695"/>
                </a:cubicBezTo>
                <a:cubicBezTo>
                  <a:pt x="1044" y="702"/>
                  <a:pt x="1052" y="703"/>
                  <a:pt x="1060" y="699"/>
                </a:cubicBezTo>
                <a:cubicBezTo>
                  <a:pt x="1054" y="722"/>
                  <a:pt x="1080" y="730"/>
                  <a:pt x="1059" y="752"/>
                </a:cubicBezTo>
                <a:cubicBezTo>
                  <a:pt x="1069" y="751"/>
                  <a:pt x="1064" y="757"/>
                  <a:pt x="1073" y="756"/>
                </a:cubicBezTo>
                <a:cubicBezTo>
                  <a:pt x="1064" y="767"/>
                  <a:pt x="1071" y="768"/>
                  <a:pt x="1081" y="766"/>
                </a:cubicBezTo>
                <a:cubicBezTo>
                  <a:pt x="1081" y="774"/>
                  <a:pt x="1075" y="780"/>
                  <a:pt x="1088" y="777"/>
                </a:cubicBezTo>
                <a:cubicBezTo>
                  <a:pt x="1086" y="784"/>
                  <a:pt x="1078" y="778"/>
                  <a:pt x="1075" y="782"/>
                </a:cubicBezTo>
                <a:cubicBezTo>
                  <a:pt x="1071" y="789"/>
                  <a:pt x="1082" y="786"/>
                  <a:pt x="1071" y="793"/>
                </a:cubicBezTo>
                <a:cubicBezTo>
                  <a:pt x="1080" y="792"/>
                  <a:pt x="1079" y="795"/>
                  <a:pt x="1077" y="799"/>
                </a:cubicBezTo>
                <a:cubicBezTo>
                  <a:pt x="1075" y="799"/>
                  <a:pt x="1071" y="799"/>
                  <a:pt x="1069" y="801"/>
                </a:cubicBezTo>
                <a:cubicBezTo>
                  <a:pt x="1084" y="815"/>
                  <a:pt x="1085" y="843"/>
                  <a:pt x="1104" y="851"/>
                </a:cubicBezTo>
                <a:cubicBezTo>
                  <a:pt x="1105" y="845"/>
                  <a:pt x="1095" y="838"/>
                  <a:pt x="1102" y="833"/>
                </a:cubicBezTo>
                <a:cubicBezTo>
                  <a:pt x="1101" y="835"/>
                  <a:pt x="1103" y="837"/>
                  <a:pt x="1105" y="834"/>
                </a:cubicBezTo>
                <a:cubicBezTo>
                  <a:pt x="1107" y="830"/>
                  <a:pt x="1108" y="824"/>
                  <a:pt x="1099" y="831"/>
                </a:cubicBezTo>
                <a:cubicBezTo>
                  <a:pt x="1098" y="824"/>
                  <a:pt x="1111" y="820"/>
                  <a:pt x="1119" y="820"/>
                </a:cubicBezTo>
                <a:cubicBezTo>
                  <a:pt x="1113" y="831"/>
                  <a:pt x="1105" y="848"/>
                  <a:pt x="1123" y="840"/>
                </a:cubicBezTo>
                <a:cubicBezTo>
                  <a:pt x="1116" y="847"/>
                  <a:pt x="1129" y="843"/>
                  <a:pt x="1123" y="849"/>
                </a:cubicBezTo>
                <a:cubicBezTo>
                  <a:pt x="1116" y="852"/>
                  <a:pt x="1118" y="844"/>
                  <a:pt x="1114" y="849"/>
                </a:cubicBezTo>
                <a:cubicBezTo>
                  <a:pt x="1109" y="855"/>
                  <a:pt x="1115" y="856"/>
                  <a:pt x="1119" y="857"/>
                </a:cubicBezTo>
                <a:cubicBezTo>
                  <a:pt x="1121" y="855"/>
                  <a:pt x="1122" y="853"/>
                  <a:pt x="1124" y="853"/>
                </a:cubicBezTo>
                <a:cubicBezTo>
                  <a:pt x="1120" y="859"/>
                  <a:pt x="1113" y="862"/>
                  <a:pt x="1106" y="861"/>
                </a:cubicBezTo>
                <a:cubicBezTo>
                  <a:pt x="1107" y="856"/>
                  <a:pt x="1111" y="854"/>
                  <a:pt x="1102" y="853"/>
                </a:cubicBezTo>
                <a:cubicBezTo>
                  <a:pt x="1099" y="861"/>
                  <a:pt x="1090" y="858"/>
                  <a:pt x="1085" y="864"/>
                </a:cubicBezTo>
                <a:cubicBezTo>
                  <a:pt x="1089" y="865"/>
                  <a:pt x="1088" y="868"/>
                  <a:pt x="1090" y="870"/>
                </a:cubicBezTo>
                <a:cubicBezTo>
                  <a:pt x="1112" y="862"/>
                  <a:pt x="1128" y="866"/>
                  <a:pt x="1133" y="873"/>
                </a:cubicBezTo>
                <a:cubicBezTo>
                  <a:pt x="1126" y="872"/>
                  <a:pt x="1126" y="880"/>
                  <a:pt x="1128" y="881"/>
                </a:cubicBezTo>
                <a:cubicBezTo>
                  <a:pt x="1140" y="876"/>
                  <a:pt x="1134" y="890"/>
                  <a:pt x="1135" y="895"/>
                </a:cubicBezTo>
                <a:cubicBezTo>
                  <a:pt x="1131" y="896"/>
                  <a:pt x="1127" y="895"/>
                  <a:pt x="1124" y="897"/>
                </a:cubicBezTo>
                <a:cubicBezTo>
                  <a:pt x="1121" y="905"/>
                  <a:pt x="1141" y="896"/>
                  <a:pt x="1139" y="901"/>
                </a:cubicBezTo>
                <a:cubicBezTo>
                  <a:pt x="1127" y="906"/>
                  <a:pt x="1141" y="906"/>
                  <a:pt x="1140" y="908"/>
                </a:cubicBezTo>
                <a:cubicBezTo>
                  <a:pt x="1135" y="909"/>
                  <a:pt x="1134" y="916"/>
                  <a:pt x="1130" y="920"/>
                </a:cubicBezTo>
                <a:cubicBezTo>
                  <a:pt x="1135" y="919"/>
                  <a:pt x="1133" y="922"/>
                  <a:pt x="1138" y="921"/>
                </a:cubicBezTo>
                <a:cubicBezTo>
                  <a:pt x="1135" y="920"/>
                  <a:pt x="1135" y="915"/>
                  <a:pt x="1143" y="914"/>
                </a:cubicBezTo>
                <a:cubicBezTo>
                  <a:pt x="1140" y="921"/>
                  <a:pt x="1142" y="926"/>
                  <a:pt x="1152" y="919"/>
                </a:cubicBezTo>
                <a:cubicBezTo>
                  <a:pt x="1151" y="925"/>
                  <a:pt x="1144" y="921"/>
                  <a:pt x="1142" y="927"/>
                </a:cubicBezTo>
                <a:cubicBezTo>
                  <a:pt x="1156" y="924"/>
                  <a:pt x="1145" y="930"/>
                  <a:pt x="1147" y="932"/>
                </a:cubicBezTo>
                <a:cubicBezTo>
                  <a:pt x="1153" y="932"/>
                  <a:pt x="1156" y="929"/>
                  <a:pt x="1160" y="926"/>
                </a:cubicBezTo>
                <a:cubicBezTo>
                  <a:pt x="1151" y="930"/>
                  <a:pt x="1157" y="918"/>
                  <a:pt x="1155" y="915"/>
                </a:cubicBezTo>
                <a:cubicBezTo>
                  <a:pt x="1160" y="916"/>
                  <a:pt x="1162" y="911"/>
                  <a:pt x="1166" y="911"/>
                </a:cubicBezTo>
                <a:cubicBezTo>
                  <a:pt x="1167" y="914"/>
                  <a:pt x="1166" y="918"/>
                  <a:pt x="1172" y="918"/>
                </a:cubicBezTo>
                <a:cubicBezTo>
                  <a:pt x="1179" y="914"/>
                  <a:pt x="1178" y="911"/>
                  <a:pt x="1180" y="907"/>
                </a:cubicBezTo>
                <a:cubicBezTo>
                  <a:pt x="1183" y="915"/>
                  <a:pt x="1177" y="920"/>
                  <a:pt x="1168" y="929"/>
                </a:cubicBezTo>
                <a:cubicBezTo>
                  <a:pt x="1177" y="931"/>
                  <a:pt x="1165" y="943"/>
                  <a:pt x="1164" y="948"/>
                </a:cubicBezTo>
                <a:cubicBezTo>
                  <a:pt x="1159" y="951"/>
                  <a:pt x="1152" y="951"/>
                  <a:pt x="1147" y="955"/>
                </a:cubicBezTo>
                <a:cubicBezTo>
                  <a:pt x="1150" y="958"/>
                  <a:pt x="1148" y="965"/>
                  <a:pt x="1153" y="968"/>
                </a:cubicBezTo>
                <a:cubicBezTo>
                  <a:pt x="1158" y="966"/>
                  <a:pt x="1167" y="960"/>
                  <a:pt x="1164" y="967"/>
                </a:cubicBezTo>
                <a:cubicBezTo>
                  <a:pt x="1158" y="970"/>
                  <a:pt x="1157" y="965"/>
                  <a:pt x="1151" y="973"/>
                </a:cubicBezTo>
                <a:cubicBezTo>
                  <a:pt x="1162" y="969"/>
                  <a:pt x="1155" y="973"/>
                  <a:pt x="1157" y="977"/>
                </a:cubicBezTo>
                <a:cubicBezTo>
                  <a:pt x="1162" y="975"/>
                  <a:pt x="1166" y="973"/>
                  <a:pt x="1170" y="970"/>
                </a:cubicBezTo>
                <a:cubicBezTo>
                  <a:pt x="1169" y="970"/>
                  <a:pt x="1168" y="964"/>
                  <a:pt x="1173" y="963"/>
                </a:cubicBezTo>
                <a:cubicBezTo>
                  <a:pt x="1174" y="965"/>
                  <a:pt x="1169" y="971"/>
                  <a:pt x="1177" y="970"/>
                </a:cubicBezTo>
                <a:cubicBezTo>
                  <a:pt x="1183" y="965"/>
                  <a:pt x="1176" y="963"/>
                  <a:pt x="1182" y="962"/>
                </a:cubicBezTo>
                <a:cubicBezTo>
                  <a:pt x="1181" y="965"/>
                  <a:pt x="1186" y="963"/>
                  <a:pt x="1189" y="962"/>
                </a:cubicBezTo>
                <a:cubicBezTo>
                  <a:pt x="1186" y="968"/>
                  <a:pt x="1181" y="972"/>
                  <a:pt x="1176" y="974"/>
                </a:cubicBezTo>
                <a:cubicBezTo>
                  <a:pt x="1179" y="975"/>
                  <a:pt x="1175" y="981"/>
                  <a:pt x="1180" y="981"/>
                </a:cubicBezTo>
                <a:cubicBezTo>
                  <a:pt x="1176" y="987"/>
                  <a:pt x="1162" y="996"/>
                  <a:pt x="1170" y="997"/>
                </a:cubicBezTo>
                <a:cubicBezTo>
                  <a:pt x="1177" y="998"/>
                  <a:pt x="1179" y="988"/>
                  <a:pt x="1187" y="990"/>
                </a:cubicBezTo>
                <a:cubicBezTo>
                  <a:pt x="1184" y="997"/>
                  <a:pt x="1175" y="993"/>
                  <a:pt x="1172" y="1000"/>
                </a:cubicBezTo>
                <a:cubicBezTo>
                  <a:pt x="1173" y="1008"/>
                  <a:pt x="1174" y="1017"/>
                  <a:pt x="1187" y="1018"/>
                </a:cubicBezTo>
                <a:cubicBezTo>
                  <a:pt x="1176" y="1024"/>
                  <a:pt x="1190" y="1024"/>
                  <a:pt x="1190" y="1027"/>
                </a:cubicBezTo>
                <a:cubicBezTo>
                  <a:pt x="1188" y="1032"/>
                  <a:pt x="1176" y="1038"/>
                  <a:pt x="1181" y="1041"/>
                </a:cubicBezTo>
                <a:cubicBezTo>
                  <a:pt x="1189" y="1040"/>
                  <a:pt x="1202" y="1037"/>
                  <a:pt x="1207" y="1037"/>
                </a:cubicBezTo>
                <a:cubicBezTo>
                  <a:pt x="1203" y="1040"/>
                  <a:pt x="1201" y="1044"/>
                  <a:pt x="1199" y="1049"/>
                </a:cubicBezTo>
                <a:cubicBezTo>
                  <a:pt x="1191" y="1056"/>
                  <a:pt x="1196" y="1043"/>
                  <a:pt x="1188" y="1050"/>
                </a:cubicBezTo>
                <a:cubicBezTo>
                  <a:pt x="1190" y="1054"/>
                  <a:pt x="1193" y="1065"/>
                  <a:pt x="1203" y="1060"/>
                </a:cubicBezTo>
                <a:cubicBezTo>
                  <a:pt x="1205" y="1056"/>
                  <a:pt x="1196" y="1056"/>
                  <a:pt x="1204" y="1051"/>
                </a:cubicBezTo>
                <a:cubicBezTo>
                  <a:pt x="1216" y="1054"/>
                  <a:pt x="1209" y="1075"/>
                  <a:pt x="1221" y="1074"/>
                </a:cubicBezTo>
                <a:cubicBezTo>
                  <a:pt x="1221" y="1087"/>
                  <a:pt x="1211" y="1101"/>
                  <a:pt x="1228" y="1097"/>
                </a:cubicBezTo>
                <a:cubicBezTo>
                  <a:pt x="1224" y="1102"/>
                  <a:pt x="1218" y="1107"/>
                  <a:pt x="1224" y="1107"/>
                </a:cubicBezTo>
                <a:cubicBezTo>
                  <a:pt x="1226" y="1105"/>
                  <a:pt x="1229" y="1103"/>
                  <a:pt x="1231" y="1099"/>
                </a:cubicBezTo>
                <a:cubicBezTo>
                  <a:pt x="1235" y="1099"/>
                  <a:pt x="1240" y="1098"/>
                  <a:pt x="1244" y="1098"/>
                </a:cubicBezTo>
                <a:cubicBezTo>
                  <a:pt x="1228" y="1110"/>
                  <a:pt x="1255" y="1106"/>
                  <a:pt x="1244" y="1115"/>
                </a:cubicBezTo>
                <a:cubicBezTo>
                  <a:pt x="1247" y="1109"/>
                  <a:pt x="1239" y="1112"/>
                  <a:pt x="1235" y="1116"/>
                </a:cubicBezTo>
                <a:cubicBezTo>
                  <a:pt x="1240" y="1116"/>
                  <a:pt x="1231" y="1127"/>
                  <a:pt x="1240" y="1125"/>
                </a:cubicBezTo>
                <a:cubicBezTo>
                  <a:pt x="1248" y="1117"/>
                  <a:pt x="1245" y="1126"/>
                  <a:pt x="1252" y="1125"/>
                </a:cubicBezTo>
                <a:cubicBezTo>
                  <a:pt x="1251" y="1131"/>
                  <a:pt x="1244" y="1128"/>
                  <a:pt x="1243" y="1134"/>
                </a:cubicBezTo>
                <a:cubicBezTo>
                  <a:pt x="1245" y="1134"/>
                  <a:pt x="1248" y="1133"/>
                  <a:pt x="1247" y="1135"/>
                </a:cubicBezTo>
                <a:cubicBezTo>
                  <a:pt x="1239" y="1140"/>
                  <a:pt x="1236" y="1129"/>
                  <a:pt x="1225" y="1140"/>
                </a:cubicBezTo>
                <a:cubicBezTo>
                  <a:pt x="1237" y="1138"/>
                  <a:pt x="1223" y="1160"/>
                  <a:pt x="1243" y="1149"/>
                </a:cubicBezTo>
                <a:cubicBezTo>
                  <a:pt x="1241" y="1153"/>
                  <a:pt x="1238" y="1154"/>
                  <a:pt x="1236" y="1157"/>
                </a:cubicBezTo>
                <a:cubicBezTo>
                  <a:pt x="1245" y="1155"/>
                  <a:pt x="1241" y="1165"/>
                  <a:pt x="1249" y="1160"/>
                </a:cubicBezTo>
                <a:cubicBezTo>
                  <a:pt x="1253" y="1154"/>
                  <a:pt x="1241" y="1159"/>
                  <a:pt x="1247" y="1152"/>
                </a:cubicBezTo>
                <a:cubicBezTo>
                  <a:pt x="1259" y="1154"/>
                  <a:pt x="1257" y="1162"/>
                  <a:pt x="1271" y="1157"/>
                </a:cubicBezTo>
                <a:cubicBezTo>
                  <a:pt x="1267" y="1163"/>
                  <a:pt x="1260" y="1163"/>
                  <a:pt x="1256" y="1168"/>
                </a:cubicBezTo>
                <a:cubicBezTo>
                  <a:pt x="1263" y="1158"/>
                  <a:pt x="1248" y="1162"/>
                  <a:pt x="1242" y="1168"/>
                </a:cubicBezTo>
                <a:cubicBezTo>
                  <a:pt x="1250" y="1168"/>
                  <a:pt x="1250" y="1175"/>
                  <a:pt x="1256" y="1176"/>
                </a:cubicBezTo>
                <a:cubicBezTo>
                  <a:pt x="1259" y="1173"/>
                  <a:pt x="1262" y="1170"/>
                  <a:pt x="1264" y="1166"/>
                </a:cubicBezTo>
                <a:cubicBezTo>
                  <a:pt x="1275" y="1163"/>
                  <a:pt x="1272" y="1169"/>
                  <a:pt x="1278" y="1170"/>
                </a:cubicBezTo>
                <a:cubicBezTo>
                  <a:pt x="1276" y="1176"/>
                  <a:pt x="1271" y="1176"/>
                  <a:pt x="1268" y="1180"/>
                </a:cubicBezTo>
                <a:cubicBezTo>
                  <a:pt x="1285" y="1178"/>
                  <a:pt x="1280" y="1199"/>
                  <a:pt x="1296" y="1196"/>
                </a:cubicBezTo>
                <a:cubicBezTo>
                  <a:pt x="1292" y="1200"/>
                  <a:pt x="1286" y="1202"/>
                  <a:pt x="1281" y="1205"/>
                </a:cubicBezTo>
                <a:cubicBezTo>
                  <a:pt x="1281" y="1213"/>
                  <a:pt x="1293" y="1200"/>
                  <a:pt x="1292" y="1208"/>
                </a:cubicBezTo>
                <a:cubicBezTo>
                  <a:pt x="1289" y="1208"/>
                  <a:pt x="1286" y="1209"/>
                  <a:pt x="1285" y="1212"/>
                </a:cubicBezTo>
                <a:cubicBezTo>
                  <a:pt x="1288" y="1213"/>
                  <a:pt x="1294" y="1214"/>
                  <a:pt x="1298" y="1211"/>
                </a:cubicBezTo>
                <a:cubicBezTo>
                  <a:pt x="1297" y="1208"/>
                  <a:pt x="1295" y="1205"/>
                  <a:pt x="1295" y="1202"/>
                </a:cubicBezTo>
                <a:cubicBezTo>
                  <a:pt x="1299" y="1201"/>
                  <a:pt x="1302" y="1197"/>
                  <a:pt x="1304" y="1193"/>
                </a:cubicBezTo>
                <a:cubicBezTo>
                  <a:pt x="1311" y="1196"/>
                  <a:pt x="1311" y="1205"/>
                  <a:pt x="1315" y="1210"/>
                </a:cubicBezTo>
                <a:cubicBezTo>
                  <a:pt x="1323" y="1212"/>
                  <a:pt x="1327" y="1204"/>
                  <a:pt x="1332" y="1200"/>
                </a:cubicBezTo>
                <a:cubicBezTo>
                  <a:pt x="1330" y="1210"/>
                  <a:pt x="1328" y="1206"/>
                  <a:pt x="1322" y="1215"/>
                </a:cubicBezTo>
                <a:cubicBezTo>
                  <a:pt x="1305" y="1217"/>
                  <a:pt x="1309" y="1208"/>
                  <a:pt x="1302" y="1204"/>
                </a:cubicBezTo>
                <a:cubicBezTo>
                  <a:pt x="1301" y="1211"/>
                  <a:pt x="1297" y="1212"/>
                  <a:pt x="1296" y="1219"/>
                </a:cubicBezTo>
                <a:cubicBezTo>
                  <a:pt x="1287" y="1224"/>
                  <a:pt x="1285" y="1221"/>
                  <a:pt x="1276" y="1229"/>
                </a:cubicBezTo>
                <a:cubicBezTo>
                  <a:pt x="1279" y="1224"/>
                  <a:pt x="1270" y="1222"/>
                  <a:pt x="1269" y="1224"/>
                </a:cubicBezTo>
                <a:cubicBezTo>
                  <a:pt x="1262" y="1234"/>
                  <a:pt x="1277" y="1234"/>
                  <a:pt x="1284" y="1226"/>
                </a:cubicBezTo>
                <a:cubicBezTo>
                  <a:pt x="1278" y="1234"/>
                  <a:pt x="1288" y="1236"/>
                  <a:pt x="1293" y="1233"/>
                </a:cubicBezTo>
                <a:cubicBezTo>
                  <a:pt x="1298" y="1226"/>
                  <a:pt x="1287" y="1231"/>
                  <a:pt x="1291" y="1225"/>
                </a:cubicBezTo>
                <a:cubicBezTo>
                  <a:pt x="1293" y="1224"/>
                  <a:pt x="1295" y="1222"/>
                  <a:pt x="1296" y="1219"/>
                </a:cubicBezTo>
                <a:cubicBezTo>
                  <a:pt x="1314" y="1224"/>
                  <a:pt x="1306" y="1268"/>
                  <a:pt x="1334" y="1247"/>
                </a:cubicBezTo>
                <a:cubicBezTo>
                  <a:pt x="1335" y="1246"/>
                  <a:pt x="1336" y="1246"/>
                  <a:pt x="1337" y="1245"/>
                </a:cubicBezTo>
                <a:cubicBezTo>
                  <a:pt x="1336" y="1246"/>
                  <a:pt x="1335" y="1246"/>
                  <a:pt x="1334" y="1247"/>
                </a:cubicBezTo>
                <a:cubicBezTo>
                  <a:pt x="1330" y="1249"/>
                  <a:pt x="1328" y="1244"/>
                  <a:pt x="1334" y="1242"/>
                </a:cubicBezTo>
                <a:cubicBezTo>
                  <a:pt x="1336" y="1243"/>
                  <a:pt x="1338" y="1249"/>
                  <a:pt x="1341" y="1244"/>
                </a:cubicBezTo>
                <a:cubicBezTo>
                  <a:pt x="1339" y="1239"/>
                  <a:pt x="1331" y="1239"/>
                  <a:pt x="1321" y="1240"/>
                </a:cubicBezTo>
                <a:cubicBezTo>
                  <a:pt x="1331" y="1227"/>
                  <a:pt x="1315" y="1234"/>
                  <a:pt x="1319" y="1225"/>
                </a:cubicBezTo>
                <a:cubicBezTo>
                  <a:pt x="1327" y="1222"/>
                  <a:pt x="1321" y="1230"/>
                  <a:pt x="1324" y="1230"/>
                </a:cubicBezTo>
                <a:cubicBezTo>
                  <a:pt x="1328" y="1227"/>
                  <a:pt x="1333" y="1225"/>
                  <a:pt x="1335" y="1221"/>
                </a:cubicBezTo>
                <a:cubicBezTo>
                  <a:pt x="1342" y="1222"/>
                  <a:pt x="1349" y="1216"/>
                  <a:pt x="1345" y="1225"/>
                </a:cubicBezTo>
                <a:cubicBezTo>
                  <a:pt x="1338" y="1230"/>
                  <a:pt x="1333" y="1223"/>
                  <a:pt x="1327" y="1233"/>
                </a:cubicBezTo>
                <a:cubicBezTo>
                  <a:pt x="1339" y="1230"/>
                  <a:pt x="1347" y="1232"/>
                  <a:pt x="1353" y="1225"/>
                </a:cubicBezTo>
                <a:cubicBezTo>
                  <a:pt x="1357" y="1220"/>
                  <a:pt x="1346" y="1220"/>
                  <a:pt x="1356" y="1215"/>
                </a:cubicBezTo>
                <a:cubicBezTo>
                  <a:pt x="1356" y="1218"/>
                  <a:pt x="1357" y="1219"/>
                  <a:pt x="1361" y="1218"/>
                </a:cubicBezTo>
                <a:cubicBezTo>
                  <a:pt x="1350" y="1229"/>
                  <a:pt x="1364" y="1231"/>
                  <a:pt x="1346" y="1242"/>
                </a:cubicBezTo>
                <a:cubicBezTo>
                  <a:pt x="1358" y="1238"/>
                  <a:pt x="1376" y="1243"/>
                  <a:pt x="1369" y="1255"/>
                </a:cubicBezTo>
                <a:cubicBezTo>
                  <a:pt x="1371" y="1253"/>
                  <a:pt x="1373" y="1251"/>
                  <a:pt x="1376" y="1250"/>
                </a:cubicBezTo>
                <a:cubicBezTo>
                  <a:pt x="1375" y="1253"/>
                  <a:pt x="1374" y="1255"/>
                  <a:pt x="1378" y="1254"/>
                </a:cubicBezTo>
                <a:cubicBezTo>
                  <a:pt x="1375" y="1258"/>
                  <a:pt x="1370" y="1262"/>
                  <a:pt x="1365" y="1263"/>
                </a:cubicBezTo>
                <a:cubicBezTo>
                  <a:pt x="1365" y="1257"/>
                  <a:pt x="1360" y="1254"/>
                  <a:pt x="1356" y="1250"/>
                </a:cubicBezTo>
                <a:cubicBezTo>
                  <a:pt x="1353" y="1254"/>
                  <a:pt x="1347" y="1253"/>
                  <a:pt x="1345" y="1259"/>
                </a:cubicBezTo>
                <a:cubicBezTo>
                  <a:pt x="1358" y="1254"/>
                  <a:pt x="1354" y="1271"/>
                  <a:pt x="1368" y="1269"/>
                </a:cubicBezTo>
                <a:cubicBezTo>
                  <a:pt x="1371" y="1263"/>
                  <a:pt x="1368" y="1263"/>
                  <a:pt x="1375" y="1260"/>
                </a:cubicBezTo>
                <a:cubicBezTo>
                  <a:pt x="1382" y="1263"/>
                  <a:pt x="1380" y="1280"/>
                  <a:pt x="1394" y="1270"/>
                </a:cubicBezTo>
                <a:cubicBezTo>
                  <a:pt x="1387" y="1277"/>
                  <a:pt x="1380" y="1285"/>
                  <a:pt x="1394" y="1281"/>
                </a:cubicBezTo>
                <a:cubicBezTo>
                  <a:pt x="1392" y="1285"/>
                  <a:pt x="1389" y="1286"/>
                  <a:pt x="1388" y="1290"/>
                </a:cubicBezTo>
                <a:cubicBezTo>
                  <a:pt x="1379" y="1294"/>
                  <a:pt x="1389" y="1284"/>
                  <a:pt x="1381" y="1287"/>
                </a:cubicBezTo>
                <a:cubicBezTo>
                  <a:pt x="1376" y="1300"/>
                  <a:pt x="1376" y="1287"/>
                  <a:pt x="1372" y="1293"/>
                </a:cubicBezTo>
                <a:cubicBezTo>
                  <a:pt x="1369" y="1299"/>
                  <a:pt x="1376" y="1297"/>
                  <a:pt x="1377" y="1300"/>
                </a:cubicBezTo>
                <a:cubicBezTo>
                  <a:pt x="1384" y="1289"/>
                  <a:pt x="1388" y="1296"/>
                  <a:pt x="1395" y="1287"/>
                </a:cubicBezTo>
                <a:cubicBezTo>
                  <a:pt x="1390" y="1293"/>
                  <a:pt x="1387" y="1306"/>
                  <a:pt x="1399" y="1300"/>
                </a:cubicBezTo>
                <a:cubicBezTo>
                  <a:pt x="1396" y="1304"/>
                  <a:pt x="1399" y="1304"/>
                  <a:pt x="1397" y="1308"/>
                </a:cubicBezTo>
                <a:cubicBezTo>
                  <a:pt x="1385" y="1319"/>
                  <a:pt x="1383" y="1303"/>
                  <a:pt x="1375" y="1315"/>
                </a:cubicBezTo>
                <a:cubicBezTo>
                  <a:pt x="1375" y="1298"/>
                  <a:pt x="1359" y="1298"/>
                  <a:pt x="1350" y="1289"/>
                </a:cubicBezTo>
                <a:cubicBezTo>
                  <a:pt x="1342" y="1301"/>
                  <a:pt x="1362" y="1293"/>
                  <a:pt x="1351" y="1304"/>
                </a:cubicBezTo>
                <a:cubicBezTo>
                  <a:pt x="1356" y="1306"/>
                  <a:pt x="1358" y="1304"/>
                  <a:pt x="1365" y="1300"/>
                </a:cubicBezTo>
                <a:cubicBezTo>
                  <a:pt x="1364" y="1310"/>
                  <a:pt x="1367" y="1303"/>
                  <a:pt x="1357" y="1311"/>
                </a:cubicBezTo>
                <a:cubicBezTo>
                  <a:pt x="1363" y="1311"/>
                  <a:pt x="1360" y="1317"/>
                  <a:pt x="1368" y="1309"/>
                </a:cubicBezTo>
                <a:cubicBezTo>
                  <a:pt x="1371" y="1316"/>
                  <a:pt x="1355" y="1318"/>
                  <a:pt x="1349" y="1324"/>
                </a:cubicBezTo>
                <a:cubicBezTo>
                  <a:pt x="1357" y="1324"/>
                  <a:pt x="1350" y="1336"/>
                  <a:pt x="1357" y="1336"/>
                </a:cubicBezTo>
                <a:cubicBezTo>
                  <a:pt x="1360" y="1333"/>
                  <a:pt x="1363" y="1330"/>
                  <a:pt x="1366" y="1327"/>
                </a:cubicBezTo>
                <a:cubicBezTo>
                  <a:pt x="1358" y="1330"/>
                  <a:pt x="1361" y="1325"/>
                  <a:pt x="1357" y="1324"/>
                </a:cubicBezTo>
                <a:cubicBezTo>
                  <a:pt x="1358" y="1320"/>
                  <a:pt x="1369" y="1312"/>
                  <a:pt x="1369" y="1317"/>
                </a:cubicBezTo>
                <a:cubicBezTo>
                  <a:pt x="1366" y="1316"/>
                  <a:pt x="1357" y="1322"/>
                  <a:pt x="1362" y="1322"/>
                </a:cubicBezTo>
                <a:cubicBezTo>
                  <a:pt x="1367" y="1321"/>
                  <a:pt x="1371" y="1320"/>
                  <a:pt x="1374" y="1317"/>
                </a:cubicBezTo>
                <a:cubicBezTo>
                  <a:pt x="1376" y="1321"/>
                  <a:pt x="1375" y="1332"/>
                  <a:pt x="1381" y="1328"/>
                </a:cubicBezTo>
                <a:cubicBezTo>
                  <a:pt x="1385" y="1320"/>
                  <a:pt x="1375" y="1324"/>
                  <a:pt x="1379" y="1317"/>
                </a:cubicBezTo>
                <a:cubicBezTo>
                  <a:pt x="1388" y="1313"/>
                  <a:pt x="1383" y="1323"/>
                  <a:pt x="1391" y="1316"/>
                </a:cubicBezTo>
                <a:cubicBezTo>
                  <a:pt x="1378" y="1329"/>
                  <a:pt x="1390" y="1343"/>
                  <a:pt x="1403" y="1331"/>
                </a:cubicBezTo>
                <a:cubicBezTo>
                  <a:pt x="1402" y="1339"/>
                  <a:pt x="1392" y="1343"/>
                  <a:pt x="1399" y="1344"/>
                </a:cubicBezTo>
                <a:cubicBezTo>
                  <a:pt x="1403" y="1343"/>
                  <a:pt x="1405" y="1339"/>
                  <a:pt x="1408" y="1338"/>
                </a:cubicBezTo>
                <a:cubicBezTo>
                  <a:pt x="1405" y="1345"/>
                  <a:pt x="1412" y="1340"/>
                  <a:pt x="1416" y="1339"/>
                </a:cubicBezTo>
                <a:cubicBezTo>
                  <a:pt x="1416" y="1343"/>
                  <a:pt x="1414" y="1349"/>
                  <a:pt x="1415" y="1352"/>
                </a:cubicBezTo>
                <a:cubicBezTo>
                  <a:pt x="1404" y="1351"/>
                  <a:pt x="1391" y="1352"/>
                  <a:pt x="1378" y="1359"/>
                </a:cubicBezTo>
                <a:cubicBezTo>
                  <a:pt x="1380" y="1363"/>
                  <a:pt x="1385" y="1358"/>
                  <a:pt x="1390" y="1355"/>
                </a:cubicBezTo>
                <a:cubicBezTo>
                  <a:pt x="1385" y="1364"/>
                  <a:pt x="1395" y="1361"/>
                  <a:pt x="1392" y="1368"/>
                </a:cubicBezTo>
                <a:cubicBezTo>
                  <a:pt x="1387" y="1370"/>
                  <a:pt x="1385" y="1375"/>
                  <a:pt x="1383" y="1380"/>
                </a:cubicBezTo>
                <a:cubicBezTo>
                  <a:pt x="1395" y="1376"/>
                  <a:pt x="1387" y="1388"/>
                  <a:pt x="1389" y="1388"/>
                </a:cubicBezTo>
                <a:cubicBezTo>
                  <a:pt x="1392" y="1387"/>
                  <a:pt x="1396" y="1388"/>
                  <a:pt x="1398" y="1385"/>
                </a:cubicBezTo>
                <a:cubicBezTo>
                  <a:pt x="1399" y="1382"/>
                  <a:pt x="1389" y="1382"/>
                  <a:pt x="1398" y="1377"/>
                </a:cubicBezTo>
                <a:cubicBezTo>
                  <a:pt x="1398" y="1379"/>
                  <a:pt x="1407" y="1380"/>
                  <a:pt x="1408" y="1377"/>
                </a:cubicBezTo>
                <a:cubicBezTo>
                  <a:pt x="1403" y="1378"/>
                  <a:pt x="1401" y="1371"/>
                  <a:pt x="1408" y="1367"/>
                </a:cubicBezTo>
                <a:cubicBezTo>
                  <a:pt x="1422" y="1363"/>
                  <a:pt x="1415" y="1375"/>
                  <a:pt x="1427" y="1369"/>
                </a:cubicBezTo>
                <a:cubicBezTo>
                  <a:pt x="1426" y="1373"/>
                  <a:pt x="1422" y="1374"/>
                  <a:pt x="1420" y="1376"/>
                </a:cubicBezTo>
                <a:cubicBezTo>
                  <a:pt x="1424" y="1379"/>
                  <a:pt x="1424" y="1390"/>
                  <a:pt x="1434" y="1383"/>
                </a:cubicBezTo>
                <a:cubicBezTo>
                  <a:pt x="1430" y="1397"/>
                  <a:pt x="1444" y="1389"/>
                  <a:pt x="1449" y="1394"/>
                </a:cubicBezTo>
                <a:cubicBezTo>
                  <a:pt x="1449" y="1393"/>
                  <a:pt x="1444" y="1405"/>
                  <a:pt x="1454" y="1396"/>
                </a:cubicBezTo>
                <a:cubicBezTo>
                  <a:pt x="1453" y="1402"/>
                  <a:pt x="1449" y="1403"/>
                  <a:pt x="1447" y="1408"/>
                </a:cubicBezTo>
                <a:cubicBezTo>
                  <a:pt x="1458" y="1401"/>
                  <a:pt x="1455" y="1416"/>
                  <a:pt x="1463" y="1416"/>
                </a:cubicBezTo>
                <a:cubicBezTo>
                  <a:pt x="1459" y="1417"/>
                  <a:pt x="1457" y="1421"/>
                  <a:pt x="1455" y="1425"/>
                </a:cubicBezTo>
                <a:cubicBezTo>
                  <a:pt x="1454" y="1433"/>
                  <a:pt x="1462" y="1422"/>
                  <a:pt x="1463" y="1426"/>
                </a:cubicBezTo>
                <a:cubicBezTo>
                  <a:pt x="1460" y="1427"/>
                  <a:pt x="1457" y="1429"/>
                  <a:pt x="1456" y="1433"/>
                </a:cubicBezTo>
                <a:cubicBezTo>
                  <a:pt x="1465" y="1428"/>
                  <a:pt x="1454" y="1440"/>
                  <a:pt x="1459" y="1438"/>
                </a:cubicBezTo>
                <a:cubicBezTo>
                  <a:pt x="1464" y="1438"/>
                  <a:pt x="1464" y="1431"/>
                  <a:pt x="1469" y="1430"/>
                </a:cubicBezTo>
                <a:cubicBezTo>
                  <a:pt x="1470" y="1439"/>
                  <a:pt x="1484" y="1435"/>
                  <a:pt x="1484" y="1444"/>
                </a:cubicBezTo>
                <a:cubicBezTo>
                  <a:pt x="1480" y="1445"/>
                  <a:pt x="1478" y="1447"/>
                  <a:pt x="1476" y="1450"/>
                </a:cubicBezTo>
                <a:cubicBezTo>
                  <a:pt x="1486" y="1448"/>
                  <a:pt x="1489" y="1450"/>
                  <a:pt x="1480" y="1459"/>
                </a:cubicBezTo>
                <a:cubicBezTo>
                  <a:pt x="1489" y="1460"/>
                  <a:pt x="1501" y="1462"/>
                  <a:pt x="1493" y="1475"/>
                </a:cubicBezTo>
                <a:cubicBezTo>
                  <a:pt x="1501" y="1473"/>
                  <a:pt x="1498" y="1480"/>
                  <a:pt x="1502" y="1481"/>
                </a:cubicBezTo>
                <a:cubicBezTo>
                  <a:pt x="1508" y="1477"/>
                  <a:pt x="1508" y="1481"/>
                  <a:pt x="1516" y="1476"/>
                </a:cubicBezTo>
                <a:cubicBezTo>
                  <a:pt x="1511" y="1483"/>
                  <a:pt x="1510" y="1484"/>
                  <a:pt x="1514" y="1486"/>
                </a:cubicBezTo>
                <a:cubicBezTo>
                  <a:pt x="1507" y="1492"/>
                  <a:pt x="1506" y="1486"/>
                  <a:pt x="1502" y="1485"/>
                </a:cubicBezTo>
                <a:cubicBezTo>
                  <a:pt x="1498" y="1493"/>
                  <a:pt x="1490" y="1495"/>
                  <a:pt x="1483" y="1499"/>
                </a:cubicBezTo>
                <a:cubicBezTo>
                  <a:pt x="1484" y="1505"/>
                  <a:pt x="1486" y="1509"/>
                  <a:pt x="1495" y="1502"/>
                </a:cubicBezTo>
                <a:cubicBezTo>
                  <a:pt x="1497" y="1509"/>
                  <a:pt x="1494" y="1521"/>
                  <a:pt x="1510" y="1515"/>
                </a:cubicBezTo>
                <a:cubicBezTo>
                  <a:pt x="1511" y="1519"/>
                  <a:pt x="1499" y="1524"/>
                  <a:pt x="1504" y="1524"/>
                </a:cubicBezTo>
                <a:cubicBezTo>
                  <a:pt x="1507" y="1523"/>
                  <a:pt x="1508" y="1521"/>
                  <a:pt x="1510" y="1521"/>
                </a:cubicBezTo>
                <a:cubicBezTo>
                  <a:pt x="1505" y="1537"/>
                  <a:pt x="1529" y="1538"/>
                  <a:pt x="1530" y="1553"/>
                </a:cubicBezTo>
                <a:cubicBezTo>
                  <a:pt x="1534" y="1543"/>
                  <a:pt x="1532" y="1545"/>
                  <a:pt x="1537" y="1535"/>
                </a:cubicBezTo>
                <a:cubicBezTo>
                  <a:pt x="1529" y="1540"/>
                  <a:pt x="1538" y="1529"/>
                  <a:pt x="1530" y="1533"/>
                </a:cubicBezTo>
                <a:cubicBezTo>
                  <a:pt x="1529" y="1536"/>
                  <a:pt x="1532" y="1536"/>
                  <a:pt x="1528" y="1538"/>
                </a:cubicBezTo>
                <a:cubicBezTo>
                  <a:pt x="1518" y="1533"/>
                  <a:pt x="1524" y="1522"/>
                  <a:pt x="1515" y="1517"/>
                </a:cubicBezTo>
                <a:cubicBezTo>
                  <a:pt x="1520" y="1517"/>
                  <a:pt x="1523" y="1520"/>
                  <a:pt x="1525" y="1511"/>
                </a:cubicBezTo>
                <a:cubicBezTo>
                  <a:pt x="1532" y="1510"/>
                  <a:pt x="1533" y="1513"/>
                  <a:pt x="1527" y="1520"/>
                </a:cubicBezTo>
                <a:cubicBezTo>
                  <a:pt x="1532" y="1520"/>
                  <a:pt x="1547" y="1521"/>
                  <a:pt x="1547" y="1529"/>
                </a:cubicBezTo>
                <a:cubicBezTo>
                  <a:pt x="1544" y="1530"/>
                  <a:pt x="1540" y="1530"/>
                  <a:pt x="1539" y="1535"/>
                </a:cubicBezTo>
                <a:cubicBezTo>
                  <a:pt x="1537" y="1540"/>
                  <a:pt x="1546" y="1536"/>
                  <a:pt x="1547" y="1539"/>
                </a:cubicBezTo>
                <a:cubicBezTo>
                  <a:pt x="1548" y="1536"/>
                  <a:pt x="1549" y="1534"/>
                  <a:pt x="1550" y="1532"/>
                </a:cubicBezTo>
                <a:cubicBezTo>
                  <a:pt x="1556" y="1540"/>
                  <a:pt x="1564" y="1546"/>
                  <a:pt x="1573" y="1552"/>
                </a:cubicBezTo>
                <a:cubicBezTo>
                  <a:pt x="1573" y="1557"/>
                  <a:pt x="1568" y="1558"/>
                  <a:pt x="1567" y="1563"/>
                </a:cubicBezTo>
                <a:cubicBezTo>
                  <a:pt x="1570" y="1562"/>
                  <a:pt x="1573" y="1562"/>
                  <a:pt x="1576" y="1561"/>
                </a:cubicBezTo>
                <a:cubicBezTo>
                  <a:pt x="1575" y="1565"/>
                  <a:pt x="1571" y="1566"/>
                  <a:pt x="1569" y="1569"/>
                </a:cubicBezTo>
                <a:cubicBezTo>
                  <a:pt x="1573" y="1567"/>
                  <a:pt x="1570" y="1574"/>
                  <a:pt x="1576" y="1571"/>
                </a:cubicBezTo>
                <a:cubicBezTo>
                  <a:pt x="1577" y="1568"/>
                  <a:pt x="1578" y="1564"/>
                  <a:pt x="1581" y="1563"/>
                </a:cubicBezTo>
                <a:cubicBezTo>
                  <a:pt x="1580" y="1568"/>
                  <a:pt x="1587" y="1566"/>
                  <a:pt x="1585" y="1572"/>
                </a:cubicBezTo>
                <a:cubicBezTo>
                  <a:pt x="1582" y="1573"/>
                  <a:pt x="1578" y="1574"/>
                  <a:pt x="1577" y="1578"/>
                </a:cubicBezTo>
                <a:cubicBezTo>
                  <a:pt x="1583" y="1576"/>
                  <a:pt x="1580" y="1581"/>
                  <a:pt x="1587" y="1577"/>
                </a:cubicBezTo>
                <a:cubicBezTo>
                  <a:pt x="1588" y="1574"/>
                  <a:pt x="1591" y="1571"/>
                  <a:pt x="1594" y="1570"/>
                </a:cubicBezTo>
                <a:cubicBezTo>
                  <a:pt x="1585" y="1586"/>
                  <a:pt x="1603" y="1577"/>
                  <a:pt x="1604" y="1585"/>
                </a:cubicBezTo>
                <a:cubicBezTo>
                  <a:pt x="1601" y="1588"/>
                  <a:pt x="1595" y="1587"/>
                  <a:pt x="1594" y="1592"/>
                </a:cubicBezTo>
                <a:cubicBezTo>
                  <a:pt x="1594" y="1601"/>
                  <a:pt x="1602" y="1605"/>
                  <a:pt x="1608" y="1610"/>
                </a:cubicBezTo>
                <a:cubicBezTo>
                  <a:pt x="1615" y="1615"/>
                  <a:pt x="1621" y="1622"/>
                  <a:pt x="1618" y="1636"/>
                </a:cubicBezTo>
                <a:cubicBezTo>
                  <a:pt x="1622" y="1635"/>
                  <a:pt x="1622" y="1630"/>
                  <a:pt x="1626" y="1630"/>
                </a:cubicBezTo>
                <a:cubicBezTo>
                  <a:pt x="1630" y="1634"/>
                  <a:pt x="1622" y="1633"/>
                  <a:pt x="1621" y="1640"/>
                </a:cubicBezTo>
                <a:cubicBezTo>
                  <a:pt x="1625" y="1644"/>
                  <a:pt x="1624" y="1635"/>
                  <a:pt x="1630" y="1635"/>
                </a:cubicBezTo>
                <a:cubicBezTo>
                  <a:pt x="1630" y="1640"/>
                  <a:pt x="1625" y="1641"/>
                  <a:pt x="1625" y="1647"/>
                </a:cubicBezTo>
                <a:cubicBezTo>
                  <a:pt x="1632" y="1646"/>
                  <a:pt x="1630" y="1654"/>
                  <a:pt x="1638" y="1653"/>
                </a:cubicBezTo>
                <a:cubicBezTo>
                  <a:pt x="1639" y="1649"/>
                  <a:pt x="1641" y="1646"/>
                  <a:pt x="1644" y="1645"/>
                </a:cubicBezTo>
                <a:cubicBezTo>
                  <a:pt x="1644" y="1647"/>
                  <a:pt x="1647" y="1646"/>
                  <a:pt x="1650" y="1645"/>
                </a:cubicBezTo>
                <a:cubicBezTo>
                  <a:pt x="1646" y="1659"/>
                  <a:pt x="1661" y="1651"/>
                  <a:pt x="1660" y="1660"/>
                </a:cubicBezTo>
                <a:cubicBezTo>
                  <a:pt x="1651" y="1668"/>
                  <a:pt x="1653" y="1658"/>
                  <a:pt x="1648" y="1658"/>
                </a:cubicBezTo>
                <a:cubicBezTo>
                  <a:pt x="1647" y="1660"/>
                  <a:pt x="1645" y="1661"/>
                  <a:pt x="1644" y="1663"/>
                </a:cubicBezTo>
                <a:cubicBezTo>
                  <a:pt x="1650" y="1668"/>
                  <a:pt x="1654" y="1674"/>
                  <a:pt x="1660" y="1680"/>
                </a:cubicBezTo>
                <a:cubicBezTo>
                  <a:pt x="1661" y="1673"/>
                  <a:pt x="1660" y="1667"/>
                  <a:pt x="1655" y="1666"/>
                </a:cubicBezTo>
                <a:cubicBezTo>
                  <a:pt x="1659" y="1665"/>
                  <a:pt x="1660" y="1661"/>
                  <a:pt x="1663" y="1659"/>
                </a:cubicBezTo>
                <a:cubicBezTo>
                  <a:pt x="1659" y="1674"/>
                  <a:pt x="1667" y="1662"/>
                  <a:pt x="1669" y="1667"/>
                </a:cubicBezTo>
                <a:cubicBezTo>
                  <a:pt x="1667" y="1672"/>
                  <a:pt x="1664" y="1682"/>
                  <a:pt x="1668" y="1684"/>
                </a:cubicBezTo>
                <a:cubicBezTo>
                  <a:pt x="1674" y="1676"/>
                  <a:pt x="1673" y="1674"/>
                  <a:pt x="1677" y="1669"/>
                </a:cubicBezTo>
                <a:cubicBezTo>
                  <a:pt x="1674" y="1676"/>
                  <a:pt x="1681" y="1673"/>
                  <a:pt x="1676" y="1683"/>
                </a:cubicBezTo>
                <a:cubicBezTo>
                  <a:pt x="1682" y="1678"/>
                  <a:pt x="1689" y="1680"/>
                  <a:pt x="1682" y="1689"/>
                </a:cubicBezTo>
                <a:cubicBezTo>
                  <a:pt x="1696" y="1686"/>
                  <a:pt x="1697" y="1696"/>
                  <a:pt x="1702" y="1703"/>
                </a:cubicBezTo>
                <a:cubicBezTo>
                  <a:pt x="1708" y="1704"/>
                  <a:pt x="1717" y="1693"/>
                  <a:pt x="1717" y="1698"/>
                </a:cubicBezTo>
                <a:cubicBezTo>
                  <a:pt x="1707" y="1705"/>
                  <a:pt x="1718" y="1703"/>
                  <a:pt x="1710" y="1715"/>
                </a:cubicBezTo>
                <a:cubicBezTo>
                  <a:pt x="1729" y="1706"/>
                  <a:pt x="1726" y="1725"/>
                  <a:pt x="1743" y="1714"/>
                </a:cubicBezTo>
                <a:cubicBezTo>
                  <a:pt x="1740" y="1721"/>
                  <a:pt x="1749" y="1716"/>
                  <a:pt x="1750" y="1719"/>
                </a:cubicBezTo>
                <a:cubicBezTo>
                  <a:pt x="1731" y="1734"/>
                  <a:pt x="1761" y="1738"/>
                  <a:pt x="1770" y="1737"/>
                </a:cubicBezTo>
                <a:cubicBezTo>
                  <a:pt x="1763" y="1748"/>
                  <a:pt x="1759" y="1737"/>
                  <a:pt x="1755" y="1742"/>
                </a:cubicBezTo>
                <a:cubicBezTo>
                  <a:pt x="1754" y="1747"/>
                  <a:pt x="1753" y="1754"/>
                  <a:pt x="1755" y="1756"/>
                </a:cubicBezTo>
                <a:cubicBezTo>
                  <a:pt x="1761" y="1746"/>
                  <a:pt x="1758" y="1755"/>
                  <a:pt x="1761" y="1756"/>
                </a:cubicBezTo>
                <a:cubicBezTo>
                  <a:pt x="1767" y="1749"/>
                  <a:pt x="1767" y="1749"/>
                  <a:pt x="1773" y="1746"/>
                </a:cubicBezTo>
                <a:cubicBezTo>
                  <a:pt x="1772" y="1753"/>
                  <a:pt x="1764" y="1752"/>
                  <a:pt x="1762" y="1758"/>
                </a:cubicBezTo>
                <a:cubicBezTo>
                  <a:pt x="1760" y="1766"/>
                  <a:pt x="1765" y="1769"/>
                  <a:pt x="1754" y="1779"/>
                </a:cubicBezTo>
                <a:cubicBezTo>
                  <a:pt x="1762" y="1774"/>
                  <a:pt x="1768" y="1768"/>
                  <a:pt x="1776" y="1763"/>
                </a:cubicBezTo>
                <a:cubicBezTo>
                  <a:pt x="1771" y="1773"/>
                  <a:pt x="1777" y="1777"/>
                  <a:pt x="1774" y="1785"/>
                </a:cubicBezTo>
                <a:cubicBezTo>
                  <a:pt x="1780" y="1779"/>
                  <a:pt x="1780" y="1766"/>
                  <a:pt x="1786" y="1760"/>
                </a:cubicBezTo>
                <a:cubicBezTo>
                  <a:pt x="1794" y="1762"/>
                  <a:pt x="1775" y="1786"/>
                  <a:pt x="1794" y="1779"/>
                </a:cubicBezTo>
                <a:cubicBezTo>
                  <a:pt x="1789" y="1769"/>
                  <a:pt x="1799" y="1760"/>
                  <a:pt x="1795" y="1748"/>
                </a:cubicBezTo>
                <a:cubicBezTo>
                  <a:pt x="1797" y="1752"/>
                  <a:pt x="1807" y="1756"/>
                  <a:pt x="1802" y="1762"/>
                </a:cubicBezTo>
                <a:cubicBezTo>
                  <a:pt x="1802" y="1760"/>
                  <a:pt x="1801" y="1760"/>
                  <a:pt x="1799" y="1761"/>
                </a:cubicBezTo>
                <a:cubicBezTo>
                  <a:pt x="1794" y="1773"/>
                  <a:pt x="1796" y="1778"/>
                  <a:pt x="1799" y="1781"/>
                </a:cubicBezTo>
                <a:cubicBezTo>
                  <a:pt x="1794" y="1785"/>
                  <a:pt x="1792" y="1784"/>
                  <a:pt x="1788" y="1794"/>
                </a:cubicBezTo>
                <a:cubicBezTo>
                  <a:pt x="1791" y="1794"/>
                  <a:pt x="1790" y="1800"/>
                  <a:pt x="1795" y="1797"/>
                </a:cubicBezTo>
                <a:cubicBezTo>
                  <a:pt x="1798" y="1792"/>
                  <a:pt x="1791" y="1792"/>
                  <a:pt x="1799" y="1790"/>
                </a:cubicBezTo>
                <a:cubicBezTo>
                  <a:pt x="1801" y="1796"/>
                  <a:pt x="1799" y="1803"/>
                  <a:pt x="1811" y="1794"/>
                </a:cubicBezTo>
                <a:cubicBezTo>
                  <a:pt x="1805" y="1807"/>
                  <a:pt x="1816" y="1811"/>
                  <a:pt x="1822" y="1802"/>
                </a:cubicBezTo>
                <a:cubicBezTo>
                  <a:pt x="1821" y="1805"/>
                  <a:pt x="1820" y="1808"/>
                  <a:pt x="1820" y="1811"/>
                </a:cubicBezTo>
                <a:cubicBezTo>
                  <a:pt x="1828" y="1804"/>
                  <a:pt x="1826" y="1810"/>
                  <a:pt x="1831" y="1811"/>
                </a:cubicBezTo>
                <a:cubicBezTo>
                  <a:pt x="1828" y="1819"/>
                  <a:pt x="1823" y="1821"/>
                  <a:pt x="1825" y="1828"/>
                </a:cubicBezTo>
                <a:cubicBezTo>
                  <a:pt x="1833" y="1825"/>
                  <a:pt x="1842" y="1822"/>
                  <a:pt x="1843" y="1831"/>
                </a:cubicBezTo>
                <a:cubicBezTo>
                  <a:pt x="1837" y="1835"/>
                  <a:pt x="1835" y="1826"/>
                  <a:pt x="1829" y="1834"/>
                </a:cubicBezTo>
                <a:cubicBezTo>
                  <a:pt x="1833" y="1836"/>
                  <a:pt x="1828" y="1843"/>
                  <a:pt x="1830" y="1844"/>
                </a:cubicBezTo>
                <a:cubicBezTo>
                  <a:pt x="1841" y="1843"/>
                  <a:pt x="1841" y="1846"/>
                  <a:pt x="1853" y="1838"/>
                </a:cubicBezTo>
                <a:cubicBezTo>
                  <a:pt x="1852" y="1855"/>
                  <a:pt x="1882" y="1835"/>
                  <a:pt x="1876" y="1860"/>
                </a:cubicBezTo>
                <a:cubicBezTo>
                  <a:pt x="1879" y="1856"/>
                  <a:pt x="1881" y="1855"/>
                  <a:pt x="1884" y="1857"/>
                </a:cubicBezTo>
                <a:cubicBezTo>
                  <a:pt x="1885" y="1863"/>
                  <a:pt x="1872" y="1871"/>
                  <a:pt x="1878" y="1873"/>
                </a:cubicBezTo>
                <a:cubicBezTo>
                  <a:pt x="1883" y="1872"/>
                  <a:pt x="1882" y="1864"/>
                  <a:pt x="1888" y="1863"/>
                </a:cubicBezTo>
                <a:cubicBezTo>
                  <a:pt x="1894" y="1867"/>
                  <a:pt x="1894" y="1875"/>
                  <a:pt x="1905" y="1869"/>
                </a:cubicBezTo>
                <a:cubicBezTo>
                  <a:pt x="1907" y="1876"/>
                  <a:pt x="1898" y="1873"/>
                  <a:pt x="1897" y="1878"/>
                </a:cubicBezTo>
                <a:cubicBezTo>
                  <a:pt x="1901" y="1882"/>
                  <a:pt x="1905" y="1891"/>
                  <a:pt x="1916" y="1881"/>
                </a:cubicBezTo>
                <a:cubicBezTo>
                  <a:pt x="1918" y="1885"/>
                  <a:pt x="1918" y="1893"/>
                  <a:pt x="1927" y="1889"/>
                </a:cubicBezTo>
                <a:cubicBezTo>
                  <a:pt x="1926" y="1895"/>
                  <a:pt x="1922" y="1897"/>
                  <a:pt x="1922" y="1904"/>
                </a:cubicBezTo>
                <a:cubicBezTo>
                  <a:pt x="1933" y="1896"/>
                  <a:pt x="1924" y="1913"/>
                  <a:pt x="1932" y="1908"/>
                </a:cubicBezTo>
                <a:cubicBezTo>
                  <a:pt x="1935" y="1903"/>
                  <a:pt x="1940" y="1900"/>
                  <a:pt x="1944" y="1897"/>
                </a:cubicBezTo>
                <a:cubicBezTo>
                  <a:pt x="1942" y="1906"/>
                  <a:pt x="1930" y="1907"/>
                  <a:pt x="1928" y="1918"/>
                </a:cubicBezTo>
                <a:cubicBezTo>
                  <a:pt x="1932" y="1916"/>
                  <a:pt x="1932" y="1919"/>
                  <a:pt x="1933" y="1920"/>
                </a:cubicBezTo>
                <a:cubicBezTo>
                  <a:pt x="1936" y="1916"/>
                  <a:pt x="1938" y="1911"/>
                  <a:pt x="1943" y="1910"/>
                </a:cubicBezTo>
                <a:cubicBezTo>
                  <a:pt x="1943" y="1916"/>
                  <a:pt x="1935" y="1919"/>
                  <a:pt x="1939" y="1922"/>
                </a:cubicBezTo>
                <a:cubicBezTo>
                  <a:pt x="1945" y="1919"/>
                  <a:pt x="1948" y="1912"/>
                  <a:pt x="1951" y="1906"/>
                </a:cubicBezTo>
                <a:cubicBezTo>
                  <a:pt x="1947" y="1918"/>
                  <a:pt x="1957" y="1901"/>
                  <a:pt x="1957" y="1908"/>
                </a:cubicBezTo>
                <a:cubicBezTo>
                  <a:pt x="1953" y="1911"/>
                  <a:pt x="1956" y="1911"/>
                  <a:pt x="1955" y="1915"/>
                </a:cubicBezTo>
                <a:cubicBezTo>
                  <a:pt x="1951" y="1917"/>
                  <a:pt x="1951" y="1914"/>
                  <a:pt x="1949" y="1918"/>
                </a:cubicBezTo>
                <a:cubicBezTo>
                  <a:pt x="1946" y="1927"/>
                  <a:pt x="1954" y="1923"/>
                  <a:pt x="1957" y="1925"/>
                </a:cubicBezTo>
                <a:cubicBezTo>
                  <a:pt x="1960" y="1917"/>
                  <a:pt x="1950" y="1925"/>
                  <a:pt x="1955" y="1915"/>
                </a:cubicBezTo>
                <a:cubicBezTo>
                  <a:pt x="1967" y="1909"/>
                  <a:pt x="1964" y="1923"/>
                  <a:pt x="1975" y="1909"/>
                </a:cubicBezTo>
                <a:cubicBezTo>
                  <a:pt x="1969" y="1916"/>
                  <a:pt x="1972" y="1919"/>
                  <a:pt x="1968" y="1924"/>
                </a:cubicBezTo>
                <a:cubicBezTo>
                  <a:pt x="1966" y="1924"/>
                  <a:pt x="1960" y="1928"/>
                  <a:pt x="1957" y="1933"/>
                </a:cubicBezTo>
                <a:cubicBezTo>
                  <a:pt x="1960" y="1936"/>
                  <a:pt x="1962" y="1949"/>
                  <a:pt x="1971" y="1938"/>
                </a:cubicBezTo>
                <a:cubicBezTo>
                  <a:pt x="1965" y="1941"/>
                  <a:pt x="1965" y="1932"/>
                  <a:pt x="1970" y="1926"/>
                </a:cubicBezTo>
                <a:cubicBezTo>
                  <a:pt x="1979" y="1924"/>
                  <a:pt x="1982" y="1931"/>
                  <a:pt x="1994" y="1926"/>
                </a:cubicBezTo>
                <a:cubicBezTo>
                  <a:pt x="1992" y="1938"/>
                  <a:pt x="2007" y="1928"/>
                  <a:pt x="1996" y="1942"/>
                </a:cubicBezTo>
                <a:cubicBezTo>
                  <a:pt x="2005" y="1939"/>
                  <a:pt x="2006" y="1944"/>
                  <a:pt x="2014" y="1940"/>
                </a:cubicBezTo>
                <a:cubicBezTo>
                  <a:pt x="2005" y="1951"/>
                  <a:pt x="2022" y="1943"/>
                  <a:pt x="2019" y="1953"/>
                </a:cubicBezTo>
                <a:cubicBezTo>
                  <a:pt x="2011" y="1957"/>
                  <a:pt x="2015" y="1947"/>
                  <a:pt x="2008" y="1951"/>
                </a:cubicBezTo>
                <a:cubicBezTo>
                  <a:pt x="2006" y="1968"/>
                  <a:pt x="2000" y="1951"/>
                  <a:pt x="1995" y="1961"/>
                </a:cubicBezTo>
                <a:cubicBezTo>
                  <a:pt x="1995" y="1967"/>
                  <a:pt x="1999" y="1966"/>
                  <a:pt x="1998" y="1970"/>
                </a:cubicBezTo>
                <a:cubicBezTo>
                  <a:pt x="2011" y="1963"/>
                  <a:pt x="2018" y="1967"/>
                  <a:pt x="2030" y="1960"/>
                </a:cubicBezTo>
                <a:cubicBezTo>
                  <a:pt x="2028" y="1966"/>
                  <a:pt x="2020" y="1968"/>
                  <a:pt x="2018" y="1974"/>
                </a:cubicBezTo>
                <a:cubicBezTo>
                  <a:pt x="2013" y="1978"/>
                  <a:pt x="2011" y="1969"/>
                  <a:pt x="2006" y="1977"/>
                </a:cubicBezTo>
                <a:cubicBezTo>
                  <a:pt x="2013" y="1979"/>
                  <a:pt x="2021" y="1978"/>
                  <a:pt x="2019" y="1991"/>
                </a:cubicBezTo>
                <a:cubicBezTo>
                  <a:pt x="2026" y="1990"/>
                  <a:pt x="2037" y="1984"/>
                  <a:pt x="2033" y="1998"/>
                </a:cubicBezTo>
                <a:cubicBezTo>
                  <a:pt x="2040" y="2001"/>
                  <a:pt x="2057" y="1980"/>
                  <a:pt x="2056" y="1994"/>
                </a:cubicBezTo>
                <a:cubicBezTo>
                  <a:pt x="2050" y="1993"/>
                  <a:pt x="2047" y="1999"/>
                  <a:pt x="2041" y="2005"/>
                </a:cubicBezTo>
                <a:cubicBezTo>
                  <a:pt x="2054" y="2002"/>
                  <a:pt x="2061" y="2020"/>
                  <a:pt x="2072" y="2010"/>
                </a:cubicBezTo>
                <a:cubicBezTo>
                  <a:pt x="2075" y="1998"/>
                  <a:pt x="2066" y="2016"/>
                  <a:pt x="2069" y="2005"/>
                </a:cubicBezTo>
                <a:cubicBezTo>
                  <a:pt x="2072" y="2003"/>
                  <a:pt x="2076" y="2001"/>
                  <a:pt x="2079" y="2000"/>
                </a:cubicBezTo>
                <a:cubicBezTo>
                  <a:pt x="2073" y="2011"/>
                  <a:pt x="2078" y="2013"/>
                  <a:pt x="2082" y="2016"/>
                </a:cubicBezTo>
                <a:cubicBezTo>
                  <a:pt x="2093" y="2004"/>
                  <a:pt x="2093" y="2014"/>
                  <a:pt x="2101" y="2011"/>
                </a:cubicBezTo>
                <a:cubicBezTo>
                  <a:pt x="2102" y="2018"/>
                  <a:pt x="2098" y="2021"/>
                  <a:pt x="2101" y="2024"/>
                </a:cubicBezTo>
                <a:cubicBezTo>
                  <a:pt x="2113" y="2018"/>
                  <a:pt x="2101" y="2003"/>
                  <a:pt x="2114" y="2003"/>
                </a:cubicBezTo>
                <a:cubicBezTo>
                  <a:pt x="2106" y="2014"/>
                  <a:pt x="2109" y="2034"/>
                  <a:pt x="2118" y="2033"/>
                </a:cubicBezTo>
                <a:cubicBezTo>
                  <a:pt x="2119" y="2029"/>
                  <a:pt x="2121" y="2026"/>
                  <a:pt x="2123" y="2024"/>
                </a:cubicBezTo>
                <a:cubicBezTo>
                  <a:pt x="2124" y="2030"/>
                  <a:pt x="2119" y="2032"/>
                  <a:pt x="2119" y="2037"/>
                </a:cubicBezTo>
                <a:cubicBezTo>
                  <a:pt x="2127" y="2040"/>
                  <a:pt x="2134" y="2028"/>
                  <a:pt x="2132" y="2042"/>
                </a:cubicBezTo>
                <a:cubicBezTo>
                  <a:pt x="2136" y="2039"/>
                  <a:pt x="2137" y="2033"/>
                  <a:pt x="2141" y="2031"/>
                </a:cubicBezTo>
                <a:cubicBezTo>
                  <a:pt x="2142" y="2036"/>
                  <a:pt x="2137" y="2038"/>
                  <a:pt x="2137" y="2043"/>
                </a:cubicBezTo>
                <a:cubicBezTo>
                  <a:pt x="2146" y="2039"/>
                  <a:pt x="2152" y="2040"/>
                  <a:pt x="2151" y="2049"/>
                </a:cubicBezTo>
                <a:cubicBezTo>
                  <a:pt x="2158" y="2048"/>
                  <a:pt x="2155" y="2039"/>
                  <a:pt x="2162" y="2037"/>
                </a:cubicBezTo>
                <a:cubicBezTo>
                  <a:pt x="2164" y="2041"/>
                  <a:pt x="2169" y="2039"/>
                  <a:pt x="2171" y="2042"/>
                </a:cubicBezTo>
                <a:cubicBezTo>
                  <a:pt x="2166" y="2043"/>
                  <a:pt x="2163" y="2046"/>
                  <a:pt x="2162" y="2050"/>
                </a:cubicBezTo>
                <a:cubicBezTo>
                  <a:pt x="2181" y="2057"/>
                  <a:pt x="2194" y="2062"/>
                  <a:pt x="2209" y="2075"/>
                </a:cubicBezTo>
                <a:cubicBezTo>
                  <a:pt x="2209" y="2072"/>
                  <a:pt x="2210" y="2069"/>
                  <a:pt x="2213" y="2068"/>
                </a:cubicBezTo>
                <a:cubicBezTo>
                  <a:pt x="2210" y="2077"/>
                  <a:pt x="2218" y="2070"/>
                  <a:pt x="2218" y="2074"/>
                </a:cubicBezTo>
                <a:cubicBezTo>
                  <a:pt x="2215" y="2077"/>
                  <a:pt x="2213" y="2080"/>
                  <a:pt x="2213" y="2084"/>
                </a:cubicBezTo>
                <a:cubicBezTo>
                  <a:pt x="2220" y="2083"/>
                  <a:pt x="2220" y="2091"/>
                  <a:pt x="2229" y="2086"/>
                </a:cubicBezTo>
                <a:cubicBezTo>
                  <a:pt x="2229" y="2090"/>
                  <a:pt x="2227" y="2092"/>
                  <a:pt x="2226" y="2096"/>
                </a:cubicBezTo>
                <a:cubicBezTo>
                  <a:pt x="2240" y="2088"/>
                  <a:pt x="2237" y="2104"/>
                  <a:pt x="2246" y="2101"/>
                </a:cubicBezTo>
                <a:cubicBezTo>
                  <a:pt x="2246" y="2099"/>
                  <a:pt x="2248" y="2098"/>
                  <a:pt x="2249" y="2096"/>
                </a:cubicBezTo>
                <a:cubicBezTo>
                  <a:pt x="2244" y="2096"/>
                  <a:pt x="2244" y="2092"/>
                  <a:pt x="2242" y="2088"/>
                </a:cubicBezTo>
                <a:cubicBezTo>
                  <a:pt x="2248" y="2088"/>
                  <a:pt x="2254" y="2089"/>
                  <a:pt x="2262" y="2080"/>
                </a:cubicBezTo>
                <a:cubicBezTo>
                  <a:pt x="2263" y="2088"/>
                  <a:pt x="2251" y="2086"/>
                  <a:pt x="2251" y="2092"/>
                </a:cubicBezTo>
                <a:cubicBezTo>
                  <a:pt x="2265" y="2097"/>
                  <a:pt x="2303" y="2084"/>
                  <a:pt x="2309" y="2101"/>
                </a:cubicBezTo>
                <a:cubicBezTo>
                  <a:pt x="2316" y="2094"/>
                  <a:pt x="2314" y="2098"/>
                  <a:pt x="2318" y="2100"/>
                </a:cubicBezTo>
                <a:cubicBezTo>
                  <a:pt x="2310" y="2113"/>
                  <a:pt x="2301" y="2101"/>
                  <a:pt x="2296" y="2114"/>
                </a:cubicBezTo>
                <a:cubicBezTo>
                  <a:pt x="2304" y="2120"/>
                  <a:pt x="2316" y="2122"/>
                  <a:pt x="2331" y="2120"/>
                </a:cubicBezTo>
                <a:cubicBezTo>
                  <a:pt x="2331" y="2128"/>
                  <a:pt x="2326" y="2130"/>
                  <a:pt x="2329" y="2121"/>
                </a:cubicBezTo>
                <a:cubicBezTo>
                  <a:pt x="2326" y="2127"/>
                  <a:pt x="2314" y="2125"/>
                  <a:pt x="2309" y="2134"/>
                </a:cubicBezTo>
                <a:cubicBezTo>
                  <a:pt x="2316" y="2137"/>
                  <a:pt x="2331" y="2133"/>
                  <a:pt x="2335" y="2128"/>
                </a:cubicBezTo>
                <a:cubicBezTo>
                  <a:pt x="2333" y="2130"/>
                  <a:pt x="2333" y="2133"/>
                  <a:pt x="2333" y="2136"/>
                </a:cubicBezTo>
                <a:cubicBezTo>
                  <a:pt x="2353" y="2131"/>
                  <a:pt x="2364" y="2140"/>
                  <a:pt x="2393" y="2121"/>
                </a:cubicBezTo>
                <a:cubicBezTo>
                  <a:pt x="2392" y="2128"/>
                  <a:pt x="2388" y="2132"/>
                  <a:pt x="2384" y="2137"/>
                </a:cubicBezTo>
                <a:cubicBezTo>
                  <a:pt x="2384" y="2133"/>
                  <a:pt x="2388" y="2129"/>
                  <a:pt x="2385" y="2130"/>
                </a:cubicBezTo>
                <a:cubicBezTo>
                  <a:pt x="2382" y="2129"/>
                  <a:pt x="2380" y="2130"/>
                  <a:pt x="2379" y="2135"/>
                </a:cubicBezTo>
                <a:cubicBezTo>
                  <a:pt x="2382" y="2137"/>
                  <a:pt x="2383" y="2142"/>
                  <a:pt x="2387" y="2142"/>
                </a:cubicBezTo>
                <a:cubicBezTo>
                  <a:pt x="2388" y="2138"/>
                  <a:pt x="2392" y="2137"/>
                  <a:pt x="2394" y="2134"/>
                </a:cubicBezTo>
                <a:cubicBezTo>
                  <a:pt x="2397" y="2133"/>
                  <a:pt x="2392" y="2147"/>
                  <a:pt x="2396" y="2145"/>
                </a:cubicBezTo>
                <a:cubicBezTo>
                  <a:pt x="2399" y="2144"/>
                  <a:pt x="2402" y="2143"/>
                  <a:pt x="2402" y="2140"/>
                </a:cubicBezTo>
                <a:cubicBezTo>
                  <a:pt x="2397" y="2138"/>
                  <a:pt x="2397" y="2139"/>
                  <a:pt x="2401" y="2129"/>
                </a:cubicBezTo>
                <a:cubicBezTo>
                  <a:pt x="2397" y="2131"/>
                  <a:pt x="2395" y="2128"/>
                  <a:pt x="2393" y="2125"/>
                </a:cubicBezTo>
                <a:cubicBezTo>
                  <a:pt x="2399" y="2121"/>
                  <a:pt x="2389" y="2119"/>
                  <a:pt x="2395" y="2115"/>
                </a:cubicBezTo>
                <a:cubicBezTo>
                  <a:pt x="2400" y="2116"/>
                  <a:pt x="2397" y="2117"/>
                  <a:pt x="2396" y="2126"/>
                </a:cubicBezTo>
                <a:cubicBezTo>
                  <a:pt x="2403" y="2134"/>
                  <a:pt x="2415" y="2121"/>
                  <a:pt x="2422" y="2124"/>
                </a:cubicBezTo>
                <a:cubicBezTo>
                  <a:pt x="2414" y="2132"/>
                  <a:pt x="2402" y="2138"/>
                  <a:pt x="2399" y="2150"/>
                </a:cubicBezTo>
                <a:cubicBezTo>
                  <a:pt x="2401" y="2159"/>
                  <a:pt x="2417" y="2144"/>
                  <a:pt x="2422" y="2149"/>
                </a:cubicBezTo>
                <a:cubicBezTo>
                  <a:pt x="2419" y="2161"/>
                  <a:pt x="2427" y="2156"/>
                  <a:pt x="2430" y="2159"/>
                </a:cubicBezTo>
                <a:cubicBezTo>
                  <a:pt x="2434" y="2151"/>
                  <a:pt x="2451" y="2148"/>
                  <a:pt x="2447" y="2156"/>
                </a:cubicBezTo>
                <a:cubicBezTo>
                  <a:pt x="2444" y="2154"/>
                  <a:pt x="2437" y="2155"/>
                  <a:pt x="2437" y="2164"/>
                </a:cubicBezTo>
                <a:cubicBezTo>
                  <a:pt x="2443" y="2160"/>
                  <a:pt x="2444" y="2163"/>
                  <a:pt x="2448" y="2162"/>
                </a:cubicBezTo>
                <a:cubicBezTo>
                  <a:pt x="2449" y="2159"/>
                  <a:pt x="2453" y="2158"/>
                  <a:pt x="2453" y="2153"/>
                </a:cubicBezTo>
                <a:cubicBezTo>
                  <a:pt x="2464" y="2153"/>
                  <a:pt x="2460" y="2153"/>
                  <a:pt x="2473" y="2150"/>
                </a:cubicBezTo>
                <a:cubicBezTo>
                  <a:pt x="2471" y="2171"/>
                  <a:pt x="2491" y="2144"/>
                  <a:pt x="2488" y="2168"/>
                </a:cubicBezTo>
                <a:cubicBezTo>
                  <a:pt x="2494" y="2163"/>
                  <a:pt x="2494" y="2168"/>
                  <a:pt x="2501" y="2162"/>
                </a:cubicBezTo>
                <a:cubicBezTo>
                  <a:pt x="2493" y="2175"/>
                  <a:pt x="2487" y="2182"/>
                  <a:pt x="2477" y="2190"/>
                </a:cubicBezTo>
                <a:cubicBezTo>
                  <a:pt x="2490" y="2195"/>
                  <a:pt x="2502" y="2205"/>
                  <a:pt x="2522" y="2184"/>
                </a:cubicBezTo>
                <a:cubicBezTo>
                  <a:pt x="2529" y="2191"/>
                  <a:pt x="2544" y="2199"/>
                  <a:pt x="2562" y="2182"/>
                </a:cubicBezTo>
                <a:cubicBezTo>
                  <a:pt x="2563" y="2156"/>
                  <a:pt x="2524" y="2189"/>
                  <a:pt x="2524" y="2171"/>
                </a:cubicBezTo>
                <a:cubicBezTo>
                  <a:pt x="2525" y="2175"/>
                  <a:pt x="2515" y="2184"/>
                  <a:pt x="2515" y="2179"/>
                </a:cubicBezTo>
                <a:cubicBezTo>
                  <a:pt x="2517" y="2177"/>
                  <a:pt x="2519" y="2174"/>
                  <a:pt x="2519" y="2170"/>
                </a:cubicBezTo>
                <a:cubicBezTo>
                  <a:pt x="2511" y="2171"/>
                  <a:pt x="2495" y="2193"/>
                  <a:pt x="2489" y="2183"/>
                </a:cubicBezTo>
                <a:cubicBezTo>
                  <a:pt x="2500" y="2173"/>
                  <a:pt x="2522" y="2154"/>
                  <a:pt x="2531" y="2158"/>
                </a:cubicBezTo>
                <a:cubicBezTo>
                  <a:pt x="2529" y="2163"/>
                  <a:pt x="2519" y="2163"/>
                  <a:pt x="2521" y="2171"/>
                </a:cubicBezTo>
                <a:cubicBezTo>
                  <a:pt x="2532" y="2165"/>
                  <a:pt x="2539" y="2165"/>
                  <a:pt x="2553" y="2151"/>
                </a:cubicBezTo>
                <a:cubicBezTo>
                  <a:pt x="2556" y="2159"/>
                  <a:pt x="2561" y="2163"/>
                  <a:pt x="2565" y="2169"/>
                </a:cubicBezTo>
                <a:cubicBezTo>
                  <a:pt x="2578" y="2158"/>
                  <a:pt x="2580" y="2167"/>
                  <a:pt x="2591" y="2150"/>
                </a:cubicBezTo>
                <a:cubicBezTo>
                  <a:pt x="2592" y="2157"/>
                  <a:pt x="2583" y="2158"/>
                  <a:pt x="2585" y="2165"/>
                </a:cubicBezTo>
                <a:cubicBezTo>
                  <a:pt x="2590" y="2170"/>
                  <a:pt x="2588" y="2166"/>
                  <a:pt x="2584" y="2177"/>
                </a:cubicBezTo>
                <a:cubicBezTo>
                  <a:pt x="2601" y="2166"/>
                  <a:pt x="2601" y="2166"/>
                  <a:pt x="2601" y="2166"/>
                </a:cubicBezTo>
                <a:cubicBezTo>
                  <a:pt x="2601" y="2173"/>
                  <a:pt x="2604" y="2175"/>
                  <a:pt x="2610" y="2172"/>
                </a:cubicBezTo>
                <a:cubicBezTo>
                  <a:pt x="2612" y="2163"/>
                  <a:pt x="2607" y="2168"/>
                  <a:pt x="2606" y="2165"/>
                </a:cubicBezTo>
                <a:cubicBezTo>
                  <a:pt x="2613" y="2163"/>
                  <a:pt x="2616" y="2158"/>
                  <a:pt x="2618" y="2153"/>
                </a:cubicBezTo>
                <a:cubicBezTo>
                  <a:pt x="2620" y="2157"/>
                  <a:pt x="2627" y="2152"/>
                  <a:pt x="2625" y="2163"/>
                </a:cubicBezTo>
                <a:cubicBezTo>
                  <a:pt x="2620" y="2166"/>
                  <a:pt x="2616" y="2170"/>
                  <a:pt x="2617" y="2177"/>
                </a:cubicBezTo>
                <a:cubicBezTo>
                  <a:pt x="2626" y="2169"/>
                  <a:pt x="2636" y="2162"/>
                  <a:pt x="2645" y="2154"/>
                </a:cubicBezTo>
                <a:cubicBezTo>
                  <a:pt x="2641" y="2171"/>
                  <a:pt x="2663" y="2142"/>
                  <a:pt x="2659" y="2159"/>
                </a:cubicBezTo>
                <a:cubicBezTo>
                  <a:pt x="2655" y="2166"/>
                  <a:pt x="2653" y="2161"/>
                  <a:pt x="2650" y="2169"/>
                </a:cubicBezTo>
                <a:cubicBezTo>
                  <a:pt x="2650" y="2163"/>
                  <a:pt x="2643" y="2170"/>
                  <a:pt x="2641" y="2168"/>
                </a:cubicBezTo>
                <a:cubicBezTo>
                  <a:pt x="2640" y="2172"/>
                  <a:pt x="2638" y="2174"/>
                  <a:pt x="2638" y="2179"/>
                </a:cubicBezTo>
                <a:cubicBezTo>
                  <a:pt x="2650" y="2172"/>
                  <a:pt x="2650" y="2172"/>
                  <a:pt x="2650" y="2172"/>
                </a:cubicBezTo>
                <a:cubicBezTo>
                  <a:pt x="2644" y="2185"/>
                  <a:pt x="2656" y="2175"/>
                  <a:pt x="2656" y="2183"/>
                </a:cubicBezTo>
                <a:cubicBezTo>
                  <a:pt x="2643" y="2190"/>
                  <a:pt x="2637" y="2177"/>
                  <a:pt x="2621" y="2201"/>
                </a:cubicBezTo>
                <a:cubicBezTo>
                  <a:pt x="2626" y="2211"/>
                  <a:pt x="2660" y="2184"/>
                  <a:pt x="2648" y="2214"/>
                </a:cubicBezTo>
                <a:cubicBezTo>
                  <a:pt x="2650" y="2215"/>
                  <a:pt x="2654" y="2212"/>
                  <a:pt x="2659" y="2209"/>
                </a:cubicBezTo>
                <a:cubicBezTo>
                  <a:pt x="2659" y="2206"/>
                  <a:pt x="2659" y="2203"/>
                  <a:pt x="2661" y="2201"/>
                </a:cubicBezTo>
                <a:cubicBezTo>
                  <a:pt x="2666" y="2207"/>
                  <a:pt x="2675" y="2208"/>
                  <a:pt x="2683" y="2209"/>
                </a:cubicBezTo>
                <a:cubicBezTo>
                  <a:pt x="2691" y="2210"/>
                  <a:pt x="2699" y="2211"/>
                  <a:pt x="2704" y="2219"/>
                </a:cubicBezTo>
                <a:cubicBezTo>
                  <a:pt x="2705" y="2215"/>
                  <a:pt x="2708" y="2213"/>
                  <a:pt x="2710" y="2210"/>
                </a:cubicBezTo>
                <a:cubicBezTo>
                  <a:pt x="2708" y="2220"/>
                  <a:pt x="2717" y="2211"/>
                  <a:pt x="2717" y="2217"/>
                </a:cubicBezTo>
                <a:cubicBezTo>
                  <a:pt x="2710" y="2223"/>
                  <a:pt x="2707" y="2217"/>
                  <a:pt x="2706" y="2227"/>
                </a:cubicBezTo>
                <a:cubicBezTo>
                  <a:pt x="2711" y="2230"/>
                  <a:pt x="2716" y="2234"/>
                  <a:pt x="2724" y="2233"/>
                </a:cubicBezTo>
                <a:cubicBezTo>
                  <a:pt x="2725" y="2239"/>
                  <a:pt x="2721" y="2241"/>
                  <a:pt x="2721" y="2246"/>
                </a:cubicBezTo>
                <a:cubicBezTo>
                  <a:pt x="2724" y="2244"/>
                  <a:pt x="2725" y="2241"/>
                  <a:pt x="2729" y="2239"/>
                </a:cubicBezTo>
                <a:cubicBezTo>
                  <a:pt x="2729" y="2244"/>
                  <a:pt x="2726" y="2248"/>
                  <a:pt x="2727" y="2254"/>
                </a:cubicBezTo>
                <a:cubicBezTo>
                  <a:pt x="2734" y="2250"/>
                  <a:pt x="2732" y="2253"/>
                  <a:pt x="2738" y="2247"/>
                </a:cubicBezTo>
                <a:cubicBezTo>
                  <a:pt x="2736" y="2255"/>
                  <a:pt x="2730" y="2261"/>
                  <a:pt x="2728" y="2270"/>
                </a:cubicBezTo>
                <a:cubicBezTo>
                  <a:pt x="2734" y="2269"/>
                  <a:pt x="2741" y="2264"/>
                  <a:pt x="2741" y="2273"/>
                </a:cubicBezTo>
                <a:cubicBezTo>
                  <a:pt x="2740" y="2274"/>
                  <a:pt x="2738" y="2274"/>
                  <a:pt x="2737" y="2275"/>
                </a:cubicBezTo>
                <a:cubicBezTo>
                  <a:pt x="2737" y="2277"/>
                  <a:pt x="2737" y="2278"/>
                  <a:pt x="2735" y="2279"/>
                </a:cubicBezTo>
                <a:cubicBezTo>
                  <a:pt x="2738" y="2270"/>
                  <a:pt x="2729" y="2271"/>
                  <a:pt x="2728" y="2277"/>
                </a:cubicBezTo>
                <a:cubicBezTo>
                  <a:pt x="2735" y="2280"/>
                  <a:pt x="2740" y="2283"/>
                  <a:pt x="2750" y="2276"/>
                </a:cubicBezTo>
                <a:cubicBezTo>
                  <a:pt x="2746" y="2287"/>
                  <a:pt x="2754" y="2281"/>
                  <a:pt x="2750" y="2290"/>
                </a:cubicBezTo>
                <a:cubicBezTo>
                  <a:pt x="2752" y="2285"/>
                  <a:pt x="2757" y="2282"/>
                  <a:pt x="2757" y="2288"/>
                </a:cubicBezTo>
                <a:cubicBezTo>
                  <a:pt x="2750" y="2293"/>
                  <a:pt x="2746" y="2300"/>
                  <a:pt x="2746" y="2309"/>
                </a:cubicBezTo>
                <a:cubicBezTo>
                  <a:pt x="2741" y="2310"/>
                  <a:pt x="2736" y="2309"/>
                  <a:pt x="2731" y="2310"/>
                </a:cubicBezTo>
                <a:cubicBezTo>
                  <a:pt x="2731" y="2316"/>
                  <a:pt x="2723" y="2317"/>
                  <a:pt x="2725" y="2325"/>
                </a:cubicBezTo>
                <a:cubicBezTo>
                  <a:pt x="2737" y="2313"/>
                  <a:pt x="2744" y="2316"/>
                  <a:pt x="2751" y="2317"/>
                </a:cubicBezTo>
                <a:cubicBezTo>
                  <a:pt x="2755" y="2310"/>
                  <a:pt x="2764" y="2298"/>
                  <a:pt x="2766" y="2307"/>
                </a:cubicBezTo>
                <a:cubicBezTo>
                  <a:pt x="2762" y="2310"/>
                  <a:pt x="2761" y="2307"/>
                  <a:pt x="2755" y="2312"/>
                </a:cubicBezTo>
                <a:cubicBezTo>
                  <a:pt x="2753" y="2318"/>
                  <a:pt x="2754" y="2325"/>
                  <a:pt x="2755" y="2327"/>
                </a:cubicBezTo>
                <a:cubicBezTo>
                  <a:pt x="2757" y="2324"/>
                  <a:pt x="2762" y="2312"/>
                  <a:pt x="2764" y="2318"/>
                </a:cubicBezTo>
                <a:cubicBezTo>
                  <a:pt x="2762" y="2319"/>
                  <a:pt x="2758" y="2329"/>
                  <a:pt x="2762" y="2326"/>
                </a:cubicBezTo>
                <a:cubicBezTo>
                  <a:pt x="2768" y="2323"/>
                  <a:pt x="2768" y="2315"/>
                  <a:pt x="2775" y="2313"/>
                </a:cubicBezTo>
                <a:cubicBezTo>
                  <a:pt x="2776" y="2317"/>
                  <a:pt x="2769" y="2329"/>
                  <a:pt x="2773" y="2328"/>
                </a:cubicBezTo>
                <a:cubicBezTo>
                  <a:pt x="2775" y="2322"/>
                  <a:pt x="2785" y="2310"/>
                  <a:pt x="2788" y="2313"/>
                </a:cubicBezTo>
                <a:cubicBezTo>
                  <a:pt x="2786" y="2321"/>
                  <a:pt x="2782" y="2319"/>
                  <a:pt x="2781" y="2323"/>
                </a:cubicBezTo>
                <a:cubicBezTo>
                  <a:pt x="2787" y="2319"/>
                  <a:pt x="2777" y="2336"/>
                  <a:pt x="2783" y="2331"/>
                </a:cubicBezTo>
                <a:cubicBezTo>
                  <a:pt x="2787" y="2315"/>
                  <a:pt x="2803" y="2315"/>
                  <a:pt x="2806" y="2322"/>
                </a:cubicBezTo>
                <a:cubicBezTo>
                  <a:pt x="2810" y="2317"/>
                  <a:pt x="2812" y="2313"/>
                  <a:pt x="2814" y="2307"/>
                </a:cubicBezTo>
                <a:cubicBezTo>
                  <a:pt x="2815" y="2313"/>
                  <a:pt x="2818" y="2313"/>
                  <a:pt x="2821" y="2305"/>
                </a:cubicBezTo>
                <a:cubicBezTo>
                  <a:pt x="2821" y="2311"/>
                  <a:pt x="2827" y="2306"/>
                  <a:pt x="2827" y="2312"/>
                </a:cubicBezTo>
                <a:cubicBezTo>
                  <a:pt x="2819" y="2321"/>
                  <a:pt x="2806" y="2325"/>
                  <a:pt x="2799" y="2324"/>
                </a:cubicBezTo>
                <a:cubicBezTo>
                  <a:pt x="2799" y="2327"/>
                  <a:pt x="2798" y="2328"/>
                  <a:pt x="2797" y="2330"/>
                </a:cubicBezTo>
                <a:cubicBezTo>
                  <a:pt x="2820" y="2325"/>
                  <a:pt x="2826" y="2337"/>
                  <a:pt x="2852" y="2325"/>
                </a:cubicBezTo>
                <a:cubicBezTo>
                  <a:pt x="2851" y="2333"/>
                  <a:pt x="2855" y="2330"/>
                  <a:pt x="2854" y="2336"/>
                </a:cubicBezTo>
                <a:cubicBezTo>
                  <a:pt x="2842" y="2346"/>
                  <a:pt x="2831" y="2342"/>
                  <a:pt x="2818" y="2359"/>
                </a:cubicBezTo>
                <a:cubicBezTo>
                  <a:pt x="2818" y="2361"/>
                  <a:pt x="2818" y="2362"/>
                  <a:pt x="2818" y="2364"/>
                </a:cubicBezTo>
                <a:cubicBezTo>
                  <a:pt x="2826" y="2360"/>
                  <a:pt x="2836" y="2354"/>
                  <a:pt x="2844" y="2351"/>
                </a:cubicBezTo>
                <a:cubicBezTo>
                  <a:pt x="2852" y="2348"/>
                  <a:pt x="2859" y="2349"/>
                  <a:pt x="2860" y="2360"/>
                </a:cubicBezTo>
                <a:cubicBezTo>
                  <a:pt x="2873" y="2358"/>
                  <a:pt x="2892" y="2353"/>
                  <a:pt x="2891" y="2369"/>
                </a:cubicBezTo>
                <a:cubicBezTo>
                  <a:pt x="2894" y="2364"/>
                  <a:pt x="2897" y="2363"/>
                  <a:pt x="2899" y="2366"/>
                </a:cubicBezTo>
                <a:cubicBezTo>
                  <a:pt x="2894" y="2369"/>
                  <a:pt x="2891" y="2372"/>
                  <a:pt x="2892" y="2378"/>
                </a:cubicBezTo>
                <a:cubicBezTo>
                  <a:pt x="2895" y="2378"/>
                  <a:pt x="2896" y="2381"/>
                  <a:pt x="2896" y="2390"/>
                </a:cubicBezTo>
                <a:cubicBezTo>
                  <a:pt x="2900" y="2387"/>
                  <a:pt x="2901" y="2390"/>
                  <a:pt x="2903" y="2382"/>
                </a:cubicBezTo>
                <a:cubicBezTo>
                  <a:pt x="2901" y="2383"/>
                  <a:pt x="2898" y="2386"/>
                  <a:pt x="2897" y="2384"/>
                </a:cubicBezTo>
                <a:cubicBezTo>
                  <a:pt x="2904" y="2373"/>
                  <a:pt x="2909" y="2380"/>
                  <a:pt x="2917" y="2372"/>
                </a:cubicBezTo>
                <a:cubicBezTo>
                  <a:pt x="2909" y="2396"/>
                  <a:pt x="2923" y="2400"/>
                  <a:pt x="2927" y="2413"/>
                </a:cubicBezTo>
                <a:cubicBezTo>
                  <a:pt x="2921" y="2421"/>
                  <a:pt x="2925" y="2430"/>
                  <a:pt x="2926" y="2438"/>
                </a:cubicBezTo>
                <a:close/>
                <a:moveTo>
                  <a:pt x="1371" y="1276"/>
                </a:moveTo>
                <a:cubicBezTo>
                  <a:pt x="1373" y="1276"/>
                  <a:pt x="1371" y="1279"/>
                  <a:pt x="1370" y="1282"/>
                </a:cubicBezTo>
                <a:cubicBezTo>
                  <a:pt x="1374" y="1281"/>
                  <a:pt x="1377" y="1277"/>
                  <a:pt x="1378" y="1273"/>
                </a:cubicBezTo>
                <a:cubicBezTo>
                  <a:pt x="1375" y="1273"/>
                  <a:pt x="1371" y="1274"/>
                  <a:pt x="1367" y="1275"/>
                </a:cubicBezTo>
                <a:cubicBezTo>
                  <a:pt x="1366" y="1277"/>
                  <a:pt x="1369" y="1276"/>
                  <a:pt x="1371" y="1276"/>
                </a:cubicBezTo>
                <a:close/>
                <a:moveTo>
                  <a:pt x="970" y="416"/>
                </a:moveTo>
                <a:cubicBezTo>
                  <a:pt x="980" y="413"/>
                  <a:pt x="974" y="406"/>
                  <a:pt x="973" y="402"/>
                </a:cubicBezTo>
                <a:cubicBezTo>
                  <a:pt x="968" y="408"/>
                  <a:pt x="969" y="412"/>
                  <a:pt x="970" y="416"/>
                </a:cubicBezTo>
                <a:close/>
                <a:moveTo>
                  <a:pt x="964" y="434"/>
                </a:moveTo>
                <a:cubicBezTo>
                  <a:pt x="971" y="432"/>
                  <a:pt x="978" y="423"/>
                  <a:pt x="974" y="422"/>
                </a:cubicBezTo>
                <a:cubicBezTo>
                  <a:pt x="966" y="424"/>
                  <a:pt x="967" y="431"/>
                  <a:pt x="964" y="434"/>
                </a:cubicBezTo>
                <a:close/>
                <a:moveTo>
                  <a:pt x="967" y="347"/>
                </a:moveTo>
                <a:cubicBezTo>
                  <a:pt x="972" y="346"/>
                  <a:pt x="977" y="346"/>
                  <a:pt x="981" y="342"/>
                </a:cubicBezTo>
                <a:cubicBezTo>
                  <a:pt x="976" y="345"/>
                  <a:pt x="970" y="340"/>
                  <a:pt x="978" y="340"/>
                </a:cubicBezTo>
                <a:cubicBezTo>
                  <a:pt x="977" y="337"/>
                  <a:pt x="972" y="337"/>
                  <a:pt x="966" y="337"/>
                </a:cubicBezTo>
                <a:cubicBezTo>
                  <a:pt x="963" y="344"/>
                  <a:pt x="969" y="342"/>
                  <a:pt x="967" y="347"/>
                </a:cubicBezTo>
                <a:close/>
                <a:moveTo>
                  <a:pt x="954" y="500"/>
                </a:moveTo>
                <a:cubicBezTo>
                  <a:pt x="952" y="505"/>
                  <a:pt x="959" y="506"/>
                  <a:pt x="967" y="507"/>
                </a:cubicBezTo>
                <a:cubicBezTo>
                  <a:pt x="973" y="501"/>
                  <a:pt x="962" y="501"/>
                  <a:pt x="954" y="500"/>
                </a:cubicBezTo>
                <a:close/>
                <a:moveTo>
                  <a:pt x="156" y="746"/>
                </a:moveTo>
                <a:cubicBezTo>
                  <a:pt x="159" y="741"/>
                  <a:pt x="162" y="736"/>
                  <a:pt x="154" y="734"/>
                </a:cubicBezTo>
                <a:cubicBezTo>
                  <a:pt x="147" y="740"/>
                  <a:pt x="149" y="748"/>
                  <a:pt x="156" y="746"/>
                </a:cubicBezTo>
                <a:close/>
                <a:moveTo>
                  <a:pt x="161" y="833"/>
                </a:moveTo>
                <a:cubicBezTo>
                  <a:pt x="157" y="839"/>
                  <a:pt x="155" y="844"/>
                  <a:pt x="162" y="847"/>
                </a:cubicBezTo>
                <a:cubicBezTo>
                  <a:pt x="163" y="842"/>
                  <a:pt x="170" y="835"/>
                  <a:pt x="161" y="833"/>
                </a:cubicBezTo>
                <a:close/>
                <a:moveTo>
                  <a:pt x="167" y="765"/>
                </a:moveTo>
                <a:cubicBezTo>
                  <a:pt x="158" y="768"/>
                  <a:pt x="157" y="779"/>
                  <a:pt x="163" y="782"/>
                </a:cubicBezTo>
                <a:cubicBezTo>
                  <a:pt x="172" y="774"/>
                  <a:pt x="163" y="771"/>
                  <a:pt x="167" y="765"/>
                </a:cubicBezTo>
                <a:close/>
                <a:moveTo>
                  <a:pt x="53" y="918"/>
                </a:moveTo>
                <a:cubicBezTo>
                  <a:pt x="48" y="925"/>
                  <a:pt x="50" y="933"/>
                  <a:pt x="59" y="931"/>
                </a:cubicBezTo>
                <a:cubicBezTo>
                  <a:pt x="63" y="925"/>
                  <a:pt x="65" y="919"/>
                  <a:pt x="53" y="918"/>
                </a:cubicBezTo>
                <a:close/>
                <a:moveTo>
                  <a:pt x="75" y="1055"/>
                </a:moveTo>
                <a:cubicBezTo>
                  <a:pt x="68" y="1060"/>
                  <a:pt x="78" y="1065"/>
                  <a:pt x="83" y="1061"/>
                </a:cubicBezTo>
                <a:cubicBezTo>
                  <a:pt x="91" y="1055"/>
                  <a:pt x="79" y="1057"/>
                  <a:pt x="75" y="1055"/>
                </a:cubicBezTo>
                <a:close/>
                <a:moveTo>
                  <a:pt x="157" y="1084"/>
                </a:moveTo>
                <a:cubicBezTo>
                  <a:pt x="153" y="1089"/>
                  <a:pt x="159" y="1091"/>
                  <a:pt x="164" y="1092"/>
                </a:cubicBezTo>
                <a:cubicBezTo>
                  <a:pt x="165" y="1088"/>
                  <a:pt x="165" y="1084"/>
                  <a:pt x="157" y="1084"/>
                </a:cubicBezTo>
                <a:close/>
                <a:moveTo>
                  <a:pt x="173" y="1148"/>
                </a:moveTo>
                <a:cubicBezTo>
                  <a:pt x="180" y="1141"/>
                  <a:pt x="175" y="1137"/>
                  <a:pt x="168" y="1140"/>
                </a:cubicBezTo>
                <a:cubicBezTo>
                  <a:pt x="164" y="1145"/>
                  <a:pt x="169" y="1146"/>
                  <a:pt x="173" y="1148"/>
                </a:cubicBezTo>
                <a:close/>
                <a:moveTo>
                  <a:pt x="202" y="1195"/>
                </a:moveTo>
                <a:cubicBezTo>
                  <a:pt x="204" y="1192"/>
                  <a:pt x="202" y="1191"/>
                  <a:pt x="205" y="1187"/>
                </a:cubicBezTo>
                <a:cubicBezTo>
                  <a:pt x="198" y="1187"/>
                  <a:pt x="194" y="1192"/>
                  <a:pt x="186" y="1188"/>
                </a:cubicBezTo>
                <a:cubicBezTo>
                  <a:pt x="189" y="1181"/>
                  <a:pt x="196" y="1187"/>
                  <a:pt x="200" y="1184"/>
                </a:cubicBezTo>
                <a:cubicBezTo>
                  <a:pt x="198" y="1175"/>
                  <a:pt x="188" y="1171"/>
                  <a:pt x="179" y="1169"/>
                </a:cubicBezTo>
                <a:cubicBezTo>
                  <a:pt x="177" y="1180"/>
                  <a:pt x="178" y="1181"/>
                  <a:pt x="167" y="1196"/>
                </a:cubicBezTo>
                <a:cubicBezTo>
                  <a:pt x="181" y="1194"/>
                  <a:pt x="186" y="1198"/>
                  <a:pt x="202" y="1195"/>
                </a:cubicBezTo>
                <a:close/>
                <a:moveTo>
                  <a:pt x="211" y="1226"/>
                </a:moveTo>
                <a:cubicBezTo>
                  <a:pt x="222" y="1216"/>
                  <a:pt x="210" y="1216"/>
                  <a:pt x="212" y="1210"/>
                </a:cubicBezTo>
                <a:cubicBezTo>
                  <a:pt x="209" y="1210"/>
                  <a:pt x="208" y="1214"/>
                  <a:pt x="204" y="1214"/>
                </a:cubicBezTo>
                <a:cubicBezTo>
                  <a:pt x="202" y="1212"/>
                  <a:pt x="206" y="1208"/>
                  <a:pt x="208" y="1205"/>
                </a:cubicBezTo>
                <a:cubicBezTo>
                  <a:pt x="194" y="1207"/>
                  <a:pt x="199" y="1204"/>
                  <a:pt x="190" y="1205"/>
                </a:cubicBezTo>
                <a:cubicBezTo>
                  <a:pt x="188" y="1213"/>
                  <a:pt x="188" y="1221"/>
                  <a:pt x="196" y="1226"/>
                </a:cubicBezTo>
                <a:cubicBezTo>
                  <a:pt x="205" y="1215"/>
                  <a:pt x="202" y="1226"/>
                  <a:pt x="211" y="1226"/>
                </a:cubicBezTo>
                <a:close/>
                <a:moveTo>
                  <a:pt x="216" y="1260"/>
                </a:moveTo>
                <a:cubicBezTo>
                  <a:pt x="217" y="1264"/>
                  <a:pt x="212" y="1270"/>
                  <a:pt x="220" y="1270"/>
                </a:cubicBezTo>
                <a:cubicBezTo>
                  <a:pt x="225" y="1263"/>
                  <a:pt x="224" y="1260"/>
                  <a:pt x="216" y="1260"/>
                </a:cubicBezTo>
                <a:close/>
                <a:moveTo>
                  <a:pt x="231" y="1318"/>
                </a:moveTo>
                <a:cubicBezTo>
                  <a:pt x="226" y="1326"/>
                  <a:pt x="231" y="1330"/>
                  <a:pt x="236" y="1334"/>
                </a:cubicBezTo>
                <a:cubicBezTo>
                  <a:pt x="245" y="1328"/>
                  <a:pt x="238" y="1321"/>
                  <a:pt x="231" y="1318"/>
                </a:cubicBezTo>
                <a:close/>
                <a:moveTo>
                  <a:pt x="287" y="1434"/>
                </a:moveTo>
                <a:cubicBezTo>
                  <a:pt x="294" y="1430"/>
                  <a:pt x="288" y="1429"/>
                  <a:pt x="289" y="1425"/>
                </a:cubicBezTo>
                <a:cubicBezTo>
                  <a:pt x="282" y="1425"/>
                  <a:pt x="278" y="1434"/>
                  <a:pt x="287" y="1434"/>
                </a:cubicBezTo>
                <a:close/>
                <a:moveTo>
                  <a:pt x="505" y="1793"/>
                </a:moveTo>
                <a:cubicBezTo>
                  <a:pt x="503" y="1790"/>
                  <a:pt x="495" y="1790"/>
                  <a:pt x="491" y="1793"/>
                </a:cubicBezTo>
                <a:cubicBezTo>
                  <a:pt x="491" y="1795"/>
                  <a:pt x="492" y="1797"/>
                  <a:pt x="490" y="1800"/>
                </a:cubicBezTo>
                <a:cubicBezTo>
                  <a:pt x="497" y="1800"/>
                  <a:pt x="503" y="1800"/>
                  <a:pt x="505" y="1793"/>
                </a:cubicBezTo>
                <a:close/>
                <a:moveTo>
                  <a:pt x="544" y="1852"/>
                </a:moveTo>
                <a:cubicBezTo>
                  <a:pt x="538" y="1861"/>
                  <a:pt x="551" y="1857"/>
                  <a:pt x="551" y="1862"/>
                </a:cubicBezTo>
                <a:cubicBezTo>
                  <a:pt x="559" y="1858"/>
                  <a:pt x="548" y="1853"/>
                  <a:pt x="544" y="1852"/>
                </a:cubicBezTo>
                <a:close/>
                <a:moveTo>
                  <a:pt x="768" y="2109"/>
                </a:moveTo>
                <a:cubicBezTo>
                  <a:pt x="766" y="2111"/>
                  <a:pt x="764" y="2114"/>
                  <a:pt x="763" y="2118"/>
                </a:cubicBezTo>
                <a:cubicBezTo>
                  <a:pt x="767" y="2115"/>
                  <a:pt x="775" y="2113"/>
                  <a:pt x="773" y="2119"/>
                </a:cubicBezTo>
                <a:cubicBezTo>
                  <a:pt x="782" y="2113"/>
                  <a:pt x="773" y="2109"/>
                  <a:pt x="768" y="2109"/>
                </a:cubicBezTo>
                <a:close/>
                <a:moveTo>
                  <a:pt x="783" y="2122"/>
                </a:moveTo>
                <a:cubicBezTo>
                  <a:pt x="775" y="2130"/>
                  <a:pt x="782" y="2133"/>
                  <a:pt x="792" y="2130"/>
                </a:cubicBezTo>
                <a:cubicBezTo>
                  <a:pt x="787" y="2135"/>
                  <a:pt x="780" y="2139"/>
                  <a:pt x="777" y="2148"/>
                </a:cubicBezTo>
                <a:cubicBezTo>
                  <a:pt x="784" y="2147"/>
                  <a:pt x="793" y="2132"/>
                  <a:pt x="794" y="2143"/>
                </a:cubicBezTo>
                <a:cubicBezTo>
                  <a:pt x="805" y="2131"/>
                  <a:pt x="791" y="2125"/>
                  <a:pt x="783" y="2122"/>
                </a:cubicBezTo>
                <a:close/>
                <a:moveTo>
                  <a:pt x="803" y="2144"/>
                </a:moveTo>
                <a:cubicBezTo>
                  <a:pt x="802" y="2149"/>
                  <a:pt x="808" y="2148"/>
                  <a:pt x="809" y="2152"/>
                </a:cubicBezTo>
                <a:cubicBezTo>
                  <a:pt x="820" y="2149"/>
                  <a:pt x="812" y="2135"/>
                  <a:pt x="803" y="2144"/>
                </a:cubicBezTo>
                <a:close/>
                <a:moveTo>
                  <a:pt x="2401" y="2860"/>
                </a:moveTo>
                <a:cubicBezTo>
                  <a:pt x="2403" y="2855"/>
                  <a:pt x="2408" y="2852"/>
                  <a:pt x="2408" y="2845"/>
                </a:cubicBezTo>
                <a:cubicBezTo>
                  <a:pt x="2402" y="2850"/>
                  <a:pt x="2401" y="2847"/>
                  <a:pt x="2396" y="2850"/>
                </a:cubicBezTo>
                <a:cubicBezTo>
                  <a:pt x="2395" y="2859"/>
                  <a:pt x="2400" y="2855"/>
                  <a:pt x="2401" y="2860"/>
                </a:cubicBezTo>
                <a:close/>
                <a:moveTo>
                  <a:pt x="2599" y="2488"/>
                </a:moveTo>
                <a:cubicBezTo>
                  <a:pt x="2599" y="2489"/>
                  <a:pt x="2598" y="2489"/>
                  <a:pt x="2598" y="2490"/>
                </a:cubicBezTo>
                <a:cubicBezTo>
                  <a:pt x="2598" y="2490"/>
                  <a:pt x="2598" y="2490"/>
                  <a:pt x="2599" y="2490"/>
                </a:cubicBezTo>
                <a:cubicBezTo>
                  <a:pt x="2599" y="2489"/>
                  <a:pt x="2599" y="2489"/>
                  <a:pt x="2599" y="2488"/>
                </a:cubicBezTo>
                <a:close/>
                <a:moveTo>
                  <a:pt x="2566" y="2197"/>
                </a:moveTo>
                <a:cubicBezTo>
                  <a:pt x="2565" y="2185"/>
                  <a:pt x="2577" y="2181"/>
                  <a:pt x="2577" y="2170"/>
                </a:cubicBezTo>
                <a:cubicBezTo>
                  <a:pt x="2576" y="2169"/>
                  <a:pt x="2573" y="2170"/>
                  <a:pt x="2570" y="2172"/>
                </a:cubicBezTo>
                <a:cubicBezTo>
                  <a:pt x="2570" y="2185"/>
                  <a:pt x="2561" y="2196"/>
                  <a:pt x="2556" y="2192"/>
                </a:cubicBezTo>
                <a:cubicBezTo>
                  <a:pt x="2554" y="2203"/>
                  <a:pt x="2562" y="2196"/>
                  <a:pt x="2566" y="2197"/>
                </a:cubicBezTo>
                <a:close/>
                <a:moveTo>
                  <a:pt x="2459" y="2190"/>
                </a:moveTo>
                <a:cubicBezTo>
                  <a:pt x="2460" y="2196"/>
                  <a:pt x="2471" y="2193"/>
                  <a:pt x="2475" y="2187"/>
                </a:cubicBezTo>
                <a:cubicBezTo>
                  <a:pt x="2471" y="2187"/>
                  <a:pt x="2468" y="2183"/>
                  <a:pt x="2459" y="2190"/>
                </a:cubicBezTo>
                <a:close/>
                <a:moveTo>
                  <a:pt x="2287" y="2115"/>
                </a:moveTo>
                <a:cubicBezTo>
                  <a:pt x="2290" y="2114"/>
                  <a:pt x="2292" y="2112"/>
                  <a:pt x="2295" y="2111"/>
                </a:cubicBezTo>
                <a:cubicBezTo>
                  <a:pt x="2293" y="2108"/>
                  <a:pt x="2294" y="2103"/>
                  <a:pt x="2288" y="2108"/>
                </a:cubicBezTo>
                <a:cubicBezTo>
                  <a:pt x="2287" y="2110"/>
                  <a:pt x="2287" y="2113"/>
                  <a:pt x="2287" y="2115"/>
                </a:cubicBezTo>
                <a:close/>
                <a:moveTo>
                  <a:pt x="2272" y="2103"/>
                </a:moveTo>
                <a:cubicBezTo>
                  <a:pt x="2272" y="2112"/>
                  <a:pt x="2279" y="2111"/>
                  <a:pt x="2283" y="2115"/>
                </a:cubicBezTo>
                <a:cubicBezTo>
                  <a:pt x="2285" y="2103"/>
                  <a:pt x="2280" y="2100"/>
                  <a:pt x="2272" y="2103"/>
                </a:cubicBezTo>
                <a:close/>
                <a:moveTo>
                  <a:pt x="2257" y="2102"/>
                </a:moveTo>
                <a:cubicBezTo>
                  <a:pt x="2258" y="2108"/>
                  <a:pt x="2268" y="2100"/>
                  <a:pt x="2267" y="2108"/>
                </a:cubicBezTo>
                <a:cubicBezTo>
                  <a:pt x="2273" y="2099"/>
                  <a:pt x="2266" y="2095"/>
                  <a:pt x="2257" y="2102"/>
                </a:cubicBezTo>
                <a:close/>
                <a:moveTo>
                  <a:pt x="2086" y="2014"/>
                </a:moveTo>
                <a:cubicBezTo>
                  <a:pt x="2091" y="2013"/>
                  <a:pt x="2089" y="2023"/>
                  <a:pt x="2096" y="2020"/>
                </a:cubicBezTo>
                <a:cubicBezTo>
                  <a:pt x="2096" y="2013"/>
                  <a:pt x="2094" y="2010"/>
                  <a:pt x="2086" y="2014"/>
                </a:cubicBezTo>
                <a:close/>
                <a:moveTo>
                  <a:pt x="1980" y="1957"/>
                </a:moveTo>
                <a:cubicBezTo>
                  <a:pt x="1980" y="1965"/>
                  <a:pt x="1988" y="1953"/>
                  <a:pt x="1989" y="1960"/>
                </a:cubicBezTo>
                <a:cubicBezTo>
                  <a:pt x="1999" y="1950"/>
                  <a:pt x="1982" y="1953"/>
                  <a:pt x="1980" y="1957"/>
                </a:cubicBezTo>
                <a:close/>
                <a:moveTo>
                  <a:pt x="1970" y="1951"/>
                </a:moveTo>
                <a:cubicBezTo>
                  <a:pt x="1978" y="1946"/>
                  <a:pt x="1980" y="1950"/>
                  <a:pt x="1985" y="1945"/>
                </a:cubicBezTo>
                <a:cubicBezTo>
                  <a:pt x="1983" y="1942"/>
                  <a:pt x="1982" y="1937"/>
                  <a:pt x="1976" y="1940"/>
                </a:cubicBezTo>
                <a:cubicBezTo>
                  <a:pt x="1975" y="1945"/>
                  <a:pt x="1970" y="1945"/>
                  <a:pt x="1970" y="1951"/>
                </a:cubicBezTo>
                <a:close/>
                <a:moveTo>
                  <a:pt x="1887" y="1885"/>
                </a:moveTo>
                <a:cubicBezTo>
                  <a:pt x="1894" y="1877"/>
                  <a:pt x="1885" y="1876"/>
                  <a:pt x="1886" y="1870"/>
                </a:cubicBezTo>
                <a:cubicBezTo>
                  <a:pt x="1874" y="1883"/>
                  <a:pt x="1890" y="1874"/>
                  <a:pt x="1887" y="1885"/>
                </a:cubicBezTo>
                <a:close/>
                <a:moveTo>
                  <a:pt x="1852" y="1865"/>
                </a:moveTo>
                <a:cubicBezTo>
                  <a:pt x="1856" y="1867"/>
                  <a:pt x="1860" y="1869"/>
                  <a:pt x="1869" y="1865"/>
                </a:cubicBezTo>
                <a:cubicBezTo>
                  <a:pt x="1871" y="1857"/>
                  <a:pt x="1868" y="1857"/>
                  <a:pt x="1868" y="1852"/>
                </a:cubicBezTo>
                <a:cubicBezTo>
                  <a:pt x="1859" y="1860"/>
                  <a:pt x="1861" y="1859"/>
                  <a:pt x="1853" y="1858"/>
                </a:cubicBezTo>
                <a:cubicBezTo>
                  <a:pt x="1853" y="1860"/>
                  <a:pt x="1852" y="1863"/>
                  <a:pt x="1852" y="1865"/>
                </a:cubicBezTo>
                <a:close/>
                <a:moveTo>
                  <a:pt x="1818" y="1832"/>
                </a:moveTo>
                <a:cubicBezTo>
                  <a:pt x="1829" y="1825"/>
                  <a:pt x="1818" y="1825"/>
                  <a:pt x="1822" y="1816"/>
                </a:cubicBezTo>
                <a:cubicBezTo>
                  <a:pt x="1815" y="1822"/>
                  <a:pt x="1821" y="1826"/>
                  <a:pt x="1818" y="1832"/>
                </a:cubicBezTo>
                <a:close/>
                <a:moveTo>
                  <a:pt x="1645" y="1661"/>
                </a:moveTo>
                <a:cubicBezTo>
                  <a:pt x="1650" y="1652"/>
                  <a:pt x="1643" y="1655"/>
                  <a:pt x="1642" y="1651"/>
                </a:cubicBezTo>
                <a:cubicBezTo>
                  <a:pt x="1635" y="1656"/>
                  <a:pt x="1639" y="1663"/>
                  <a:pt x="1645" y="1661"/>
                </a:cubicBezTo>
                <a:close/>
                <a:moveTo>
                  <a:pt x="1550" y="1562"/>
                </a:moveTo>
                <a:cubicBezTo>
                  <a:pt x="1555" y="1556"/>
                  <a:pt x="1548" y="1555"/>
                  <a:pt x="1554" y="1553"/>
                </a:cubicBezTo>
                <a:cubicBezTo>
                  <a:pt x="1554" y="1550"/>
                  <a:pt x="1549" y="1556"/>
                  <a:pt x="1550" y="1552"/>
                </a:cubicBezTo>
                <a:cubicBezTo>
                  <a:pt x="1545" y="1555"/>
                  <a:pt x="1544" y="1565"/>
                  <a:pt x="1550" y="1562"/>
                </a:cubicBezTo>
                <a:close/>
                <a:moveTo>
                  <a:pt x="1400" y="1419"/>
                </a:moveTo>
                <a:cubicBezTo>
                  <a:pt x="1408" y="1415"/>
                  <a:pt x="1415" y="1410"/>
                  <a:pt x="1419" y="1400"/>
                </a:cubicBezTo>
                <a:cubicBezTo>
                  <a:pt x="1410" y="1400"/>
                  <a:pt x="1408" y="1411"/>
                  <a:pt x="1401" y="1413"/>
                </a:cubicBezTo>
                <a:cubicBezTo>
                  <a:pt x="1401" y="1415"/>
                  <a:pt x="1402" y="1416"/>
                  <a:pt x="1400" y="1419"/>
                </a:cubicBezTo>
                <a:close/>
                <a:moveTo>
                  <a:pt x="1426" y="1406"/>
                </a:moveTo>
                <a:cubicBezTo>
                  <a:pt x="1420" y="1407"/>
                  <a:pt x="1417" y="1413"/>
                  <a:pt x="1411" y="1413"/>
                </a:cubicBezTo>
                <a:cubicBezTo>
                  <a:pt x="1411" y="1421"/>
                  <a:pt x="1413" y="1427"/>
                  <a:pt x="1423" y="1426"/>
                </a:cubicBezTo>
                <a:cubicBezTo>
                  <a:pt x="1426" y="1424"/>
                  <a:pt x="1427" y="1420"/>
                  <a:pt x="1430" y="1419"/>
                </a:cubicBezTo>
                <a:cubicBezTo>
                  <a:pt x="1431" y="1413"/>
                  <a:pt x="1426" y="1412"/>
                  <a:pt x="1426" y="1406"/>
                </a:cubicBezTo>
                <a:close/>
                <a:moveTo>
                  <a:pt x="1445" y="1449"/>
                </a:moveTo>
                <a:cubicBezTo>
                  <a:pt x="1442" y="1447"/>
                  <a:pt x="1445" y="1440"/>
                  <a:pt x="1439" y="1441"/>
                </a:cubicBezTo>
                <a:cubicBezTo>
                  <a:pt x="1430" y="1449"/>
                  <a:pt x="1435" y="1453"/>
                  <a:pt x="1445" y="1449"/>
                </a:cubicBezTo>
                <a:close/>
                <a:moveTo>
                  <a:pt x="1480" y="1482"/>
                </a:moveTo>
                <a:cubicBezTo>
                  <a:pt x="1481" y="1488"/>
                  <a:pt x="1484" y="1494"/>
                  <a:pt x="1496" y="1486"/>
                </a:cubicBezTo>
                <a:cubicBezTo>
                  <a:pt x="1497" y="1479"/>
                  <a:pt x="1490" y="1480"/>
                  <a:pt x="1480" y="1482"/>
                </a:cubicBezTo>
                <a:close/>
                <a:moveTo>
                  <a:pt x="1477" y="1525"/>
                </a:moveTo>
                <a:cubicBezTo>
                  <a:pt x="1472" y="1535"/>
                  <a:pt x="1478" y="1536"/>
                  <a:pt x="1487" y="1534"/>
                </a:cubicBezTo>
                <a:cubicBezTo>
                  <a:pt x="1488" y="1530"/>
                  <a:pt x="1490" y="1528"/>
                  <a:pt x="1492" y="1525"/>
                </a:cubicBezTo>
                <a:cubicBezTo>
                  <a:pt x="1488" y="1529"/>
                  <a:pt x="1481" y="1528"/>
                  <a:pt x="1477" y="1525"/>
                </a:cubicBezTo>
                <a:close/>
                <a:moveTo>
                  <a:pt x="1464" y="1488"/>
                </a:moveTo>
                <a:cubicBezTo>
                  <a:pt x="1464" y="1496"/>
                  <a:pt x="1466" y="1501"/>
                  <a:pt x="1477" y="1499"/>
                </a:cubicBezTo>
                <a:cubicBezTo>
                  <a:pt x="1471" y="1497"/>
                  <a:pt x="1474" y="1487"/>
                  <a:pt x="1464" y="1488"/>
                </a:cubicBezTo>
                <a:close/>
                <a:moveTo>
                  <a:pt x="1465" y="1466"/>
                </a:moveTo>
                <a:cubicBezTo>
                  <a:pt x="1462" y="1474"/>
                  <a:pt x="1470" y="1472"/>
                  <a:pt x="1468" y="1477"/>
                </a:cubicBezTo>
                <a:cubicBezTo>
                  <a:pt x="1476" y="1471"/>
                  <a:pt x="1471" y="1465"/>
                  <a:pt x="1465" y="1466"/>
                </a:cubicBezTo>
                <a:close/>
                <a:moveTo>
                  <a:pt x="1460" y="1456"/>
                </a:moveTo>
                <a:cubicBezTo>
                  <a:pt x="1462" y="1455"/>
                  <a:pt x="1462" y="1453"/>
                  <a:pt x="1464" y="1451"/>
                </a:cubicBezTo>
                <a:cubicBezTo>
                  <a:pt x="1467" y="1452"/>
                  <a:pt x="1463" y="1459"/>
                  <a:pt x="1472" y="1455"/>
                </a:cubicBezTo>
                <a:cubicBezTo>
                  <a:pt x="1473" y="1449"/>
                  <a:pt x="1468" y="1450"/>
                  <a:pt x="1465" y="1449"/>
                </a:cubicBezTo>
                <a:cubicBezTo>
                  <a:pt x="1463" y="1451"/>
                  <a:pt x="1461" y="1453"/>
                  <a:pt x="1460" y="1456"/>
                </a:cubicBezTo>
                <a:close/>
                <a:moveTo>
                  <a:pt x="1460" y="1489"/>
                </a:moveTo>
                <a:cubicBezTo>
                  <a:pt x="1464" y="1488"/>
                  <a:pt x="1466" y="1484"/>
                  <a:pt x="1468" y="1479"/>
                </a:cubicBezTo>
                <a:cubicBezTo>
                  <a:pt x="1465" y="1480"/>
                  <a:pt x="1464" y="1480"/>
                  <a:pt x="1464" y="1478"/>
                </a:cubicBezTo>
                <a:cubicBezTo>
                  <a:pt x="1462" y="1479"/>
                  <a:pt x="1461" y="1483"/>
                  <a:pt x="1458" y="1484"/>
                </a:cubicBezTo>
                <a:cubicBezTo>
                  <a:pt x="1458" y="1486"/>
                  <a:pt x="1460" y="1486"/>
                  <a:pt x="1460" y="1489"/>
                </a:cubicBezTo>
                <a:close/>
                <a:moveTo>
                  <a:pt x="1433" y="1422"/>
                </a:moveTo>
                <a:cubicBezTo>
                  <a:pt x="1436" y="1422"/>
                  <a:pt x="1439" y="1421"/>
                  <a:pt x="1440" y="1419"/>
                </a:cubicBezTo>
                <a:cubicBezTo>
                  <a:pt x="1443" y="1419"/>
                  <a:pt x="1440" y="1422"/>
                  <a:pt x="1440" y="1425"/>
                </a:cubicBezTo>
                <a:cubicBezTo>
                  <a:pt x="1445" y="1424"/>
                  <a:pt x="1450" y="1423"/>
                  <a:pt x="1451" y="1416"/>
                </a:cubicBezTo>
                <a:cubicBezTo>
                  <a:pt x="1449" y="1417"/>
                  <a:pt x="1448" y="1419"/>
                  <a:pt x="1446" y="1420"/>
                </a:cubicBezTo>
                <a:cubicBezTo>
                  <a:pt x="1447" y="1416"/>
                  <a:pt x="1450" y="1414"/>
                  <a:pt x="1452" y="1410"/>
                </a:cubicBezTo>
                <a:cubicBezTo>
                  <a:pt x="1443" y="1416"/>
                  <a:pt x="1446" y="1415"/>
                  <a:pt x="1436" y="1416"/>
                </a:cubicBezTo>
                <a:cubicBezTo>
                  <a:pt x="1435" y="1418"/>
                  <a:pt x="1434" y="1420"/>
                  <a:pt x="1433" y="1422"/>
                </a:cubicBezTo>
                <a:close/>
                <a:moveTo>
                  <a:pt x="1432" y="1407"/>
                </a:moveTo>
                <a:cubicBezTo>
                  <a:pt x="1434" y="1403"/>
                  <a:pt x="1432" y="1403"/>
                  <a:pt x="1429" y="1404"/>
                </a:cubicBezTo>
                <a:cubicBezTo>
                  <a:pt x="1430" y="1401"/>
                  <a:pt x="1431" y="1400"/>
                  <a:pt x="1433" y="1399"/>
                </a:cubicBezTo>
                <a:cubicBezTo>
                  <a:pt x="1431" y="1395"/>
                  <a:pt x="1427" y="1397"/>
                  <a:pt x="1422" y="1394"/>
                </a:cubicBezTo>
                <a:cubicBezTo>
                  <a:pt x="1421" y="1402"/>
                  <a:pt x="1427" y="1404"/>
                  <a:pt x="1432" y="1407"/>
                </a:cubicBezTo>
                <a:close/>
                <a:moveTo>
                  <a:pt x="1395" y="1397"/>
                </a:moveTo>
                <a:cubicBezTo>
                  <a:pt x="1401" y="1392"/>
                  <a:pt x="1405" y="1394"/>
                  <a:pt x="1410" y="1394"/>
                </a:cubicBezTo>
                <a:cubicBezTo>
                  <a:pt x="1412" y="1390"/>
                  <a:pt x="1409" y="1390"/>
                  <a:pt x="1412" y="1386"/>
                </a:cubicBezTo>
                <a:cubicBezTo>
                  <a:pt x="1413" y="1388"/>
                  <a:pt x="1419" y="1388"/>
                  <a:pt x="1418" y="1392"/>
                </a:cubicBezTo>
                <a:cubicBezTo>
                  <a:pt x="1426" y="1385"/>
                  <a:pt x="1414" y="1382"/>
                  <a:pt x="1414" y="1376"/>
                </a:cubicBezTo>
                <a:cubicBezTo>
                  <a:pt x="1407" y="1382"/>
                  <a:pt x="1401" y="1389"/>
                  <a:pt x="1395" y="1397"/>
                </a:cubicBezTo>
                <a:close/>
                <a:moveTo>
                  <a:pt x="1377" y="1365"/>
                </a:moveTo>
                <a:cubicBezTo>
                  <a:pt x="1376" y="1370"/>
                  <a:pt x="1377" y="1374"/>
                  <a:pt x="1384" y="1372"/>
                </a:cubicBezTo>
                <a:cubicBezTo>
                  <a:pt x="1388" y="1365"/>
                  <a:pt x="1385" y="1363"/>
                  <a:pt x="1380" y="1363"/>
                </a:cubicBezTo>
                <a:cubicBezTo>
                  <a:pt x="1380" y="1364"/>
                  <a:pt x="1379" y="1365"/>
                  <a:pt x="1377" y="1365"/>
                </a:cubicBezTo>
                <a:close/>
                <a:moveTo>
                  <a:pt x="1359" y="1336"/>
                </a:moveTo>
                <a:cubicBezTo>
                  <a:pt x="1359" y="1343"/>
                  <a:pt x="1364" y="1346"/>
                  <a:pt x="1366" y="1352"/>
                </a:cubicBezTo>
                <a:cubicBezTo>
                  <a:pt x="1375" y="1350"/>
                  <a:pt x="1383" y="1342"/>
                  <a:pt x="1378" y="1338"/>
                </a:cubicBezTo>
                <a:cubicBezTo>
                  <a:pt x="1375" y="1339"/>
                  <a:pt x="1373" y="1342"/>
                  <a:pt x="1370" y="1343"/>
                </a:cubicBezTo>
                <a:cubicBezTo>
                  <a:pt x="1371" y="1342"/>
                  <a:pt x="1368" y="1337"/>
                  <a:pt x="1371" y="1335"/>
                </a:cubicBezTo>
                <a:cubicBezTo>
                  <a:pt x="1370" y="1334"/>
                  <a:pt x="1365" y="1336"/>
                  <a:pt x="1359" y="1336"/>
                </a:cubicBezTo>
                <a:close/>
                <a:moveTo>
                  <a:pt x="1347" y="1307"/>
                </a:moveTo>
                <a:cubicBezTo>
                  <a:pt x="1339" y="1309"/>
                  <a:pt x="1341" y="1317"/>
                  <a:pt x="1347" y="1317"/>
                </a:cubicBezTo>
                <a:cubicBezTo>
                  <a:pt x="1354" y="1308"/>
                  <a:pt x="1343" y="1313"/>
                  <a:pt x="1347" y="1307"/>
                </a:cubicBezTo>
                <a:close/>
                <a:moveTo>
                  <a:pt x="1338" y="1281"/>
                </a:moveTo>
                <a:cubicBezTo>
                  <a:pt x="1347" y="1277"/>
                  <a:pt x="1350" y="1277"/>
                  <a:pt x="1348" y="1286"/>
                </a:cubicBezTo>
                <a:cubicBezTo>
                  <a:pt x="1351" y="1284"/>
                  <a:pt x="1352" y="1280"/>
                  <a:pt x="1354" y="1277"/>
                </a:cubicBezTo>
                <a:cubicBezTo>
                  <a:pt x="1349" y="1276"/>
                  <a:pt x="1345" y="1272"/>
                  <a:pt x="1338" y="1281"/>
                </a:cubicBezTo>
                <a:close/>
                <a:moveTo>
                  <a:pt x="1325" y="1257"/>
                </a:moveTo>
                <a:cubicBezTo>
                  <a:pt x="1327" y="1261"/>
                  <a:pt x="1329" y="1266"/>
                  <a:pt x="1338" y="1266"/>
                </a:cubicBezTo>
                <a:cubicBezTo>
                  <a:pt x="1340" y="1258"/>
                  <a:pt x="1332" y="1257"/>
                  <a:pt x="1325" y="1257"/>
                </a:cubicBezTo>
                <a:close/>
                <a:moveTo>
                  <a:pt x="1314" y="1274"/>
                </a:moveTo>
                <a:cubicBezTo>
                  <a:pt x="1286" y="1288"/>
                  <a:pt x="1329" y="1284"/>
                  <a:pt x="1326" y="1293"/>
                </a:cubicBezTo>
                <a:cubicBezTo>
                  <a:pt x="1331" y="1291"/>
                  <a:pt x="1333" y="1281"/>
                  <a:pt x="1333" y="1280"/>
                </a:cubicBezTo>
                <a:cubicBezTo>
                  <a:pt x="1328" y="1280"/>
                  <a:pt x="1326" y="1283"/>
                  <a:pt x="1323" y="1284"/>
                </a:cubicBezTo>
                <a:cubicBezTo>
                  <a:pt x="1327" y="1274"/>
                  <a:pt x="1340" y="1278"/>
                  <a:pt x="1344" y="1269"/>
                </a:cubicBezTo>
                <a:cubicBezTo>
                  <a:pt x="1339" y="1271"/>
                  <a:pt x="1330" y="1271"/>
                  <a:pt x="1323" y="1280"/>
                </a:cubicBezTo>
                <a:cubicBezTo>
                  <a:pt x="1321" y="1277"/>
                  <a:pt x="1332" y="1266"/>
                  <a:pt x="1318" y="1273"/>
                </a:cubicBezTo>
                <a:cubicBezTo>
                  <a:pt x="1325" y="1265"/>
                  <a:pt x="1317" y="1256"/>
                  <a:pt x="1309" y="1259"/>
                </a:cubicBezTo>
                <a:cubicBezTo>
                  <a:pt x="1299" y="1267"/>
                  <a:pt x="1312" y="1270"/>
                  <a:pt x="1314" y="1274"/>
                </a:cubicBezTo>
                <a:close/>
                <a:moveTo>
                  <a:pt x="196" y="387"/>
                </a:moveTo>
                <a:cubicBezTo>
                  <a:pt x="197" y="387"/>
                  <a:pt x="198" y="386"/>
                  <a:pt x="199" y="386"/>
                </a:cubicBezTo>
                <a:cubicBezTo>
                  <a:pt x="200" y="384"/>
                  <a:pt x="202" y="383"/>
                  <a:pt x="206" y="381"/>
                </a:cubicBezTo>
                <a:cubicBezTo>
                  <a:pt x="204" y="380"/>
                  <a:pt x="203" y="379"/>
                  <a:pt x="203" y="377"/>
                </a:cubicBezTo>
                <a:cubicBezTo>
                  <a:pt x="202" y="379"/>
                  <a:pt x="202" y="382"/>
                  <a:pt x="196" y="387"/>
                </a:cubicBezTo>
                <a:close/>
                <a:moveTo>
                  <a:pt x="279" y="679"/>
                </a:moveTo>
                <a:cubicBezTo>
                  <a:pt x="280" y="679"/>
                  <a:pt x="280" y="678"/>
                  <a:pt x="281" y="678"/>
                </a:cubicBezTo>
                <a:cubicBezTo>
                  <a:pt x="280" y="677"/>
                  <a:pt x="279" y="677"/>
                  <a:pt x="278" y="677"/>
                </a:cubicBezTo>
                <a:cubicBezTo>
                  <a:pt x="273" y="682"/>
                  <a:pt x="280" y="685"/>
                  <a:pt x="281" y="689"/>
                </a:cubicBezTo>
                <a:cubicBezTo>
                  <a:pt x="290" y="687"/>
                  <a:pt x="286" y="681"/>
                  <a:pt x="281" y="678"/>
                </a:cubicBezTo>
                <a:cubicBezTo>
                  <a:pt x="281" y="678"/>
                  <a:pt x="280" y="679"/>
                  <a:pt x="279" y="679"/>
                </a:cubicBezTo>
                <a:close/>
                <a:moveTo>
                  <a:pt x="524" y="463"/>
                </a:moveTo>
                <a:cubicBezTo>
                  <a:pt x="526" y="462"/>
                  <a:pt x="528" y="462"/>
                  <a:pt x="530" y="462"/>
                </a:cubicBezTo>
                <a:cubicBezTo>
                  <a:pt x="530" y="461"/>
                  <a:pt x="530" y="459"/>
                  <a:pt x="530" y="458"/>
                </a:cubicBezTo>
                <a:cubicBezTo>
                  <a:pt x="529" y="458"/>
                  <a:pt x="529" y="458"/>
                  <a:pt x="528" y="457"/>
                </a:cubicBezTo>
                <a:cubicBezTo>
                  <a:pt x="526" y="460"/>
                  <a:pt x="524" y="460"/>
                  <a:pt x="521" y="459"/>
                </a:cubicBezTo>
                <a:cubicBezTo>
                  <a:pt x="522" y="460"/>
                  <a:pt x="523" y="462"/>
                  <a:pt x="524" y="463"/>
                </a:cubicBezTo>
                <a:close/>
                <a:moveTo>
                  <a:pt x="564" y="434"/>
                </a:moveTo>
                <a:cubicBezTo>
                  <a:pt x="564" y="435"/>
                  <a:pt x="564" y="436"/>
                  <a:pt x="562" y="437"/>
                </a:cubicBezTo>
                <a:cubicBezTo>
                  <a:pt x="562" y="437"/>
                  <a:pt x="563" y="437"/>
                  <a:pt x="563" y="437"/>
                </a:cubicBezTo>
                <a:cubicBezTo>
                  <a:pt x="563" y="437"/>
                  <a:pt x="563" y="437"/>
                  <a:pt x="563" y="437"/>
                </a:cubicBezTo>
                <a:cubicBezTo>
                  <a:pt x="565" y="436"/>
                  <a:pt x="565" y="435"/>
                  <a:pt x="564" y="434"/>
                </a:cubicBezTo>
                <a:close/>
                <a:moveTo>
                  <a:pt x="628" y="553"/>
                </a:moveTo>
                <a:cubicBezTo>
                  <a:pt x="637" y="552"/>
                  <a:pt x="640" y="543"/>
                  <a:pt x="632" y="543"/>
                </a:cubicBezTo>
                <a:cubicBezTo>
                  <a:pt x="627" y="547"/>
                  <a:pt x="632" y="549"/>
                  <a:pt x="628" y="553"/>
                </a:cubicBezTo>
                <a:close/>
                <a:moveTo>
                  <a:pt x="648" y="579"/>
                </a:moveTo>
                <a:cubicBezTo>
                  <a:pt x="645" y="579"/>
                  <a:pt x="643" y="582"/>
                  <a:pt x="640" y="581"/>
                </a:cubicBezTo>
                <a:cubicBezTo>
                  <a:pt x="632" y="589"/>
                  <a:pt x="648" y="590"/>
                  <a:pt x="647" y="596"/>
                </a:cubicBezTo>
                <a:cubicBezTo>
                  <a:pt x="653" y="589"/>
                  <a:pt x="641" y="586"/>
                  <a:pt x="648" y="579"/>
                </a:cubicBezTo>
                <a:close/>
                <a:moveTo>
                  <a:pt x="656" y="449"/>
                </a:moveTo>
                <a:cubicBezTo>
                  <a:pt x="656" y="447"/>
                  <a:pt x="659" y="444"/>
                  <a:pt x="663" y="442"/>
                </a:cubicBezTo>
                <a:cubicBezTo>
                  <a:pt x="664" y="440"/>
                  <a:pt x="664" y="437"/>
                  <a:pt x="665" y="435"/>
                </a:cubicBezTo>
                <a:cubicBezTo>
                  <a:pt x="662" y="437"/>
                  <a:pt x="656" y="437"/>
                  <a:pt x="652" y="440"/>
                </a:cubicBezTo>
                <a:cubicBezTo>
                  <a:pt x="664" y="441"/>
                  <a:pt x="646" y="448"/>
                  <a:pt x="656" y="449"/>
                </a:cubicBezTo>
                <a:close/>
                <a:moveTo>
                  <a:pt x="723" y="399"/>
                </a:moveTo>
                <a:cubicBezTo>
                  <a:pt x="716" y="400"/>
                  <a:pt x="708" y="395"/>
                  <a:pt x="702" y="401"/>
                </a:cubicBezTo>
                <a:cubicBezTo>
                  <a:pt x="702" y="401"/>
                  <a:pt x="702" y="401"/>
                  <a:pt x="702" y="401"/>
                </a:cubicBezTo>
                <a:cubicBezTo>
                  <a:pt x="702" y="401"/>
                  <a:pt x="702" y="401"/>
                  <a:pt x="701" y="402"/>
                </a:cubicBezTo>
                <a:cubicBezTo>
                  <a:pt x="706" y="403"/>
                  <a:pt x="709" y="400"/>
                  <a:pt x="714" y="402"/>
                </a:cubicBezTo>
                <a:cubicBezTo>
                  <a:pt x="712" y="405"/>
                  <a:pt x="709" y="405"/>
                  <a:pt x="706" y="405"/>
                </a:cubicBezTo>
                <a:cubicBezTo>
                  <a:pt x="702" y="408"/>
                  <a:pt x="708" y="409"/>
                  <a:pt x="713" y="410"/>
                </a:cubicBezTo>
                <a:cubicBezTo>
                  <a:pt x="716" y="407"/>
                  <a:pt x="720" y="408"/>
                  <a:pt x="723" y="409"/>
                </a:cubicBezTo>
                <a:cubicBezTo>
                  <a:pt x="726" y="406"/>
                  <a:pt x="728" y="404"/>
                  <a:pt x="730" y="402"/>
                </a:cubicBezTo>
                <a:cubicBezTo>
                  <a:pt x="725" y="402"/>
                  <a:pt x="721" y="406"/>
                  <a:pt x="716" y="405"/>
                </a:cubicBezTo>
                <a:cubicBezTo>
                  <a:pt x="711" y="403"/>
                  <a:pt x="722" y="403"/>
                  <a:pt x="723" y="399"/>
                </a:cubicBezTo>
                <a:close/>
                <a:moveTo>
                  <a:pt x="783" y="355"/>
                </a:moveTo>
                <a:cubicBezTo>
                  <a:pt x="792" y="354"/>
                  <a:pt x="795" y="345"/>
                  <a:pt x="787" y="345"/>
                </a:cubicBezTo>
                <a:cubicBezTo>
                  <a:pt x="782" y="349"/>
                  <a:pt x="787" y="351"/>
                  <a:pt x="783" y="355"/>
                </a:cubicBezTo>
                <a:close/>
                <a:moveTo>
                  <a:pt x="803" y="381"/>
                </a:moveTo>
                <a:cubicBezTo>
                  <a:pt x="800" y="381"/>
                  <a:pt x="798" y="384"/>
                  <a:pt x="795" y="383"/>
                </a:cubicBezTo>
                <a:cubicBezTo>
                  <a:pt x="787" y="391"/>
                  <a:pt x="803" y="392"/>
                  <a:pt x="802" y="398"/>
                </a:cubicBezTo>
                <a:cubicBezTo>
                  <a:pt x="808" y="391"/>
                  <a:pt x="796" y="388"/>
                  <a:pt x="803" y="381"/>
                </a:cubicBezTo>
                <a:close/>
                <a:moveTo>
                  <a:pt x="802" y="369"/>
                </a:moveTo>
                <a:cubicBezTo>
                  <a:pt x="802" y="366"/>
                  <a:pt x="794" y="365"/>
                  <a:pt x="789" y="366"/>
                </a:cubicBezTo>
                <a:cubicBezTo>
                  <a:pt x="785" y="370"/>
                  <a:pt x="786" y="373"/>
                  <a:pt x="791" y="374"/>
                </a:cubicBezTo>
                <a:cubicBezTo>
                  <a:pt x="794" y="369"/>
                  <a:pt x="799" y="375"/>
                  <a:pt x="802" y="369"/>
                </a:cubicBezTo>
                <a:close/>
                <a:moveTo>
                  <a:pt x="795" y="329"/>
                </a:moveTo>
                <a:cubicBezTo>
                  <a:pt x="792" y="331"/>
                  <a:pt x="790" y="333"/>
                  <a:pt x="787" y="333"/>
                </a:cubicBezTo>
                <a:cubicBezTo>
                  <a:pt x="788" y="339"/>
                  <a:pt x="786" y="343"/>
                  <a:pt x="795" y="345"/>
                </a:cubicBezTo>
                <a:cubicBezTo>
                  <a:pt x="789" y="341"/>
                  <a:pt x="800" y="333"/>
                  <a:pt x="795" y="329"/>
                </a:cubicBezTo>
                <a:close/>
                <a:moveTo>
                  <a:pt x="814" y="458"/>
                </a:moveTo>
                <a:cubicBezTo>
                  <a:pt x="817" y="462"/>
                  <a:pt x="809" y="469"/>
                  <a:pt x="815" y="472"/>
                </a:cubicBezTo>
                <a:cubicBezTo>
                  <a:pt x="826" y="466"/>
                  <a:pt x="812" y="461"/>
                  <a:pt x="825" y="462"/>
                </a:cubicBezTo>
                <a:cubicBezTo>
                  <a:pt x="828" y="456"/>
                  <a:pt x="819" y="453"/>
                  <a:pt x="830" y="447"/>
                </a:cubicBezTo>
                <a:cubicBezTo>
                  <a:pt x="826" y="446"/>
                  <a:pt x="828" y="442"/>
                  <a:pt x="821" y="444"/>
                </a:cubicBezTo>
                <a:cubicBezTo>
                  <a:pt x="816" y="455"/>
                  <a:pt x="791" y="456"/>
                  <a:pt x="783" y="452"/>
                </a:cubicBezTo>
                <a:cubicBezTo>
                  <a:pt x="779" y="463"/>
                  <a:pt x="800" y="454"/>
                  <a:pt x="814" y="458"/>
                </a:cubicBezTo>
                <a:close/>
                <a:moveTo>
                  <a:pt x="824" y="362"/>
                </a:moveTo>
                <a:cubicBezTo>
                  <a:pt x="816" y="362"/>
                  <a:pt x="819" y="367"/>
                  <a:pt x="815" y="370"/>
                </a:cubicBezTo>
                <a:cubicBezTo>
                  <a:pt x="818" y="371"/>
                  <a:pt x="822" y="371"/>
                  <a:pt x="826" y="372"/>
                </a:cubicBezTo>
                <a:cubicBezTo>
                  <a:pt x="830" y="366"/>
                  <a:pt x="840" y="368"/>
                  <a:pt x="838" y="363"/>
                </a:cubicBezTo>
                <a:cubicBezTo>
                  <a:pt x="832" y="360"/>
                  <a:pt x="829" y="370"/>
                  <a:pt x="823" y="370"/>
                </a:cubicBezTo>
                <a:cubicBezTo>
                  <a:pt x="822" y="368"/>
                  <a:pt x="826" y="364"/>
                  <a:pt x="824" y="362"/>
                </a:cubicBezTo>
                <a:close/>
                <a:moveTo>
                  <a:pt x="866" y="406"/>
                </a:moveTo>
                <a:cubicBezTo>
                  <a:pt x="861" y="406"/>
                  <a:pt x="857" y="410"/>
                  <a:pt x="853" y="414"/>
                </a:cubicBezTo>
                <a:cubicBezTo>
                  <a:pt x="859" y="415"/>
                  <a:pt x="867" y="408"/>
                  <a:pt x="866" y="406"/>
                </a:cubicBezTo>
                <a:close/>
                <a:moveTo>
                  <a:pt x="841" y="640"/>
                </a:moveTo>
                <a:cubicBezTo>
                  <a:pt x="837" y="644"/>
                  <a:pt x="841" y="642"/>
                  <a:pt x="844" y="642"/>
                </a:cubicBezTo>
                <a:cubicBezTo>
                  <a:pt x="847" y="649"/>
                  <a:pt x="844" y="658"/>
                  <a:pt x="858" y="655"/>
                </a:cubicBezTo>
                <a:cubicBezTo>
                  <a:pt x="860" y="649"/>
                  <a:pt x="848" y="648"/>
                  <a:pt x="853" y="639"/>
                </a:cubicBezTo>
                <a:cubicBezTo>
                  <a:pt x="849" y="638"/>
                  <a:pt x="845" y="639"/>
                  <a:pt x="841" y="640"/>
                </a:cubicBezTo>
                <a:close/>
                <a:moveTo>
                  <a:pt x="879" y="740"/>
                </a:moveTo>
                <a:cubicBezTo>
                  <a:pt x="883" y="742"/>
                  <a:pt x="884" y="746"/>
                  <a:pt x="884" y="750"/>
                </a:cubicBezTo>
                <a:cubicBezTo>
                  <a:pt x="885" y="751"/>
                  <a:pt x="887" y="752"/>
                  <a:pt x="890" y="753"/>
                </a:cubicBezTo>
                <a:cubicBezTo>
                  <a:pt x="893" y="744"/>
                  <a:pt x="897" y="728"/>
                  <a:pt x="879" y="735"/>
                </a:cubicBezTo>
                <a:cubicBezTo>
                  <a:pt x="879" y="737"/>
                  <a:pt x="879" y="739"/>
                  <a:pt x="879" y="740"/>
                </a:cubicBezTo>
                <a:close/>
                <a:moveTo>
                  <a:pt x="886" y="724"/>
                </a:moveTo>
                <a:cubicBezTo>
                  <a:pt x="892" y="718"/>
                  <a:pt x="888" y="714"/>
                  <a:pt x="879" y="717"/>
                </a:cubicBezTo>
                <a:cubicBezTo>
                  <a:pt x="882" y="719"/>
                  <a:pt x="877" y="724"/>
                  <a:pt x="886" y="724"/>
                </a:cubicBezTo>
                <a:close/>
                <a:moveTo>
                  <a:pt x="933" y="901"/>
                </a:moveTo>
                <a:cubicBezTo>
                  <a:pt x="923" y="904"/>
                  <a:pt x="929" y="910"/>
                  <a:pt x="936" y="909"/>
                </a:cubicBezTo>
                <a:cubicBezTo>
                  <a:pt x="942" y="901"/>
                  <a:pt x="942" y="901"/>
                  <a:pt x="942" y="901"/>
                </a:cubicBezTo>
                <a:cubicBezTo>
                  <a:pt x="940" y="902"/>
                  <a:pt x="930" y="906"/>
                  <a:pt x="933" y="901"/>
                </a:cubicBezTo>
                <a:close/>
                <a:moveTo>
                  <a:pt x="965" y="882"/>
                </a:moveTo>
                <a:cubicBezTo>
                  <a:pt x="960" y="886"/>
                  <a:pt x="954" y="885"/>
                  <a:pt x="951" y="892"/>
                </a:cubicBezTo>
                <a:cubicBezTo>
                  <a:pt x="956" y="896"/>
                  <a:pt x="961" y="889"/>
                  <a:pt x="969" y="888"/>
                </a:cubicBezTo>
                <a:cubicBezTo>
                  <a:pt x="973" y="881"/>
                  <a:pt x="963" y="881"/>
                  <a:pt x="971" y="871"/>
                </a:cubicBezTo>
                <a:cubicBezTo>
                  <a:pt x="965" y="870"/>
                  <a:pt x="959" y="870"/>
                  <a:pt x="956" y="876"/>
                </a:cubicBezTo>
                <a:cubicBezTo>
                  <a:pt x="962" y="876"/>
                  <a:pt x="961" y="881"/>
                  <a:pt x="965" y="882"/>
                </a:cubicBezTo>
                <a:close/>
                <a:moveTo>
                  <a:pt x="947" y="903"/>
                </a:moveTo>
                <a:cubicBezTo>
                  <a:pt x="940" y="912"/>
                  <a:pt x="961" y="905"/>
                  <a:pt x="947" y="913"/>
                </a:cubicBezTo>
                <a:cubicBezTo>
                  <a:pt x="950" y="914"/>
                  <a:pt x="958" y="913"/>
                  <a:pt x="968" y="909"/>
                </a:cubicBezTo>
                <a:cubicBezTo>
                  <a:pt x="974" y="915"/>
                  <a:pt x="979" y="921"/>
                  <a:pt x="972" y="935"/>
                </a:cubicBezTo>
                <a:cubicBezTo>
                  <a:pt x="976" y="935"/>
                  <a:pt x="979" y="935"/>
                  <a:pt x="983" y="935"/>
                </a:cubicBezTo>
                <a:cubicBezTo>
                  <a:pt x="982" y="940"/>
                  <a:pt x="961" y="956"/>
                  <a:pt x="974" y="958"/>
                </a:cubicBezTo>
                <a:cubicBezTo>
                  <a:pt x="976" y="955"/>
                  <a:pt x="975" y="953"/>
                  <a:pt x="973" y="952"/>
                </a:cubicBezTo>
                <a:cubicBezTo>
                  <a:pt x="985" y="943"/>
                  <a:pt x="984" y="956"/>
                  <a:pt x="986" y="960"/>
                </a:cubicBezTo>
                <a:cubicBezTo>
                  <a:pt x="991" y="956"/>
                  <a:pt x="993" y="940"/>
                  <a:pt x="979" y="946"/>
                </a:cubicBezTo>
                <a:cubicBezTo>
                  <a:pt x="986" y="937"/>
                  <a:pt x="1004" y="937"/>
                  <a:pt x="1001" y="944"/>
                </a:cubicBezTo>
                <a:cubicBezTo>
                  <a:pt x="1012" y="938"/>
                  <a:pt x="996" y="936"/>
                  <a:pt x="1001" y="929"/>
                </a:cubicBezTo>
                <a:cubicBezTo>
                  <a:pt x="996" y="931"/>
                  <a:pt x="998" y="933"/>
                  <a:pt x="996" y="935"/>
                </a:cubicBezTo>
                <a:cubicBezTo>
                  <a:pt x="989" y="934"/>
                  <a:pt x="989" y="930"/>
                  <a:pt x="983" y="929"/>
                </a:cubicBezTo>
                <a:cubicBezTo>
                  <a:pt x="985" y="925"/>
                  <a:pt x="991" y="928"/>
                  <a:pt x="995" y="927"/>
                </a:cubicBezTo>
                <a:cubicBezTo>
                  <a:pt x="990" y="920"/>
                  <a:pt x="967" y="918"/>
                  <a:pt x="981" y="904"/>
                </a:cubicBezTo>
                <a:cubicBezTo>
                  <a:pt x="967" y="906"/>
                  <a:pt x="960" y="904"/>
                  <a:pt x="947" y="903"/>
                </a:cubicBezTo>
                <a:close/>
                <a:moveTo>
                  <a:pt x="994" y="919"/>
                </a:moveTo>
                <a:cubicBezTo>
                  <a:pt x="998" y="914"/>
                  <a:pt x="991" y="914"/>
                  <a:pt x="992" y="910"/>
                </a:cubicBezTo>
                <a:cubicBezTo>
                  <a:pt x="982" y="914"/>
                  <a:pt x="992" y="918"/>
                  <a:pt x="994" y="919"/>
                </a:cubicBezTo>
                <a:close/>
                <a:moveTo>
                  <a:pt x="1004" y="692"/>
                </a:moveTo>
                <a:cubicBezTo>
                  <a:pt x="1006" y="687"/>
                  <a:pt x="1000" y="691"/>
                  <a:pt x="996" y="688"/>
                </a:cubicBezTo>
                <a:cubicBezTo>
                  <a:pt x="992" y="692"/>
                  <a:pt x="993" y="693"/>
                  <a:pt x="992" y="695"/>
                </a:cubicBezTo>
                <a:cubicBezTo>
                  <a:pt x="997" y="697"/>
                  <a:pt x="999" y="692"/>
                  <a:pt x="1004" y="692"/>
                </a:cubicBezTo>
                <a:close/>
                <a:moveTo>
                  <a:pt x="983" y="864"/>
                </a:moveTo>
                <a:cubicBezTo>
                  <a:pt x="976" y="869"/>
                  <a:pt x="983" y="868"/>
                  <a:pt x="982" y="871"/>
                </a:cubicBezTo>
                <a:cubicBezTo>
                  <a:pt x="987" y="871"/>
                  <a:pt x="993" y="860"/>
                  <a:pt x="983" y="864"/>
                </a:cubicBezTo>
                <a:close/>
                <a:moveTo>
                  <a:pt x="983" y="585"/>
                </a:moveTo>
                <a:cubicBezTo>
                  <a:pt x="979" y="589"/>
                  <a:pt x="977" y="591"/>
                  <a:pt x="977" y="594"/>
                </a:cubicBezTo>
                <a:cubicBezTo>
                  <a:pt x="980" y="593"/>
                  <a:pt x="982" y="592"/>
                  <a:pt x="985" y="593"/>
                </a:cubicBezTo>
                <a:cubicBezTo>
                  <a:pt x="989" y="588"/>
                  <a:pt x="988" y="586"/>
                  <a:pt x="983" y="585"/>
                </a:cubicBezTo>
                <a:close/>
                <a:moveTo>
                  <a:pt x="985" y="892"/>
                </a:moveTo>
                <a:cubicBezTo>
                  <a:pt x="986" y="888"/>
                  <a:pt x="981" y="887"/>
                  <a:pt x="983" y="883"/>
                </a:cubicBezTo>
                <a:cubicBezTo>
                  <a:pt x="973" y="887"/>
                  <a:pt x="978" y="893"/>
                  <a:pt x="985" y="892"/>
                </a:cubicBezTo>
                <a:close/>
                <a:moveTo>
                  <a:pt x="999" y="1018"/>
                </a:moveTo>
                <a:cubicBezTo>
                  <a:pt x="1003" y="1014"/>
                  <a:pt x="1007" y="1010"/>
                  <a:pt x="1013" y="1008"/>
                </a:cubicBezTo>
                <a:cubicBezTo>
                  <a:pt x="1003" y="1007"/>
                  <a:pt x="994" y="1000"/>
                  <a:pt x="998" y="987"/>
                </a:cubicBezTo>
                <a:cubicBezTo>
                  <a:pt x="986" y="998"/>
                  <a:pt x="988" y="1012"/>
                  <a:pt x="1000" y="1014"/>
                </a:cubicBezTo>
                <a:cubicBezTo>
                  <a:pt x="995" y="1016"/>
                  <a:pt x="989" y="1021"/>
                  <a:pt x="991" y="1024"/>
                </a:cubicBezTo>
                <a:cubicBezTo>
                  <a:pt x="1003" y="1021"/>
                  <a:pt x="998" y="1024"/>
                  <a:pt x="999" y="1032"/>
                </a:cubicBezTo>
                <a:cubicBezTo>
                  <a:pt x="1009" y="1030"/>
                  <a:pt x="1009" y="1035"/>
                  <a:pt x="1015" y="1032"/>
                </a:cubicBezTo>
                <a:cubicBezTo>
                  <a:pt x="1019" y="1026"/>
                  <a:pt x="1014" y="1021"/>
                  <a:pt x="1009" y="1028"/>
                </a:cubicBezTo>
                <a:cubicBezTo>
                  <a:pt x="1006" y="1024"/>
                  <a:pt x="1013" y="1021"/>
                  <a:pt x="1002" y="1024"/>
                </a:cubicBezTo>
                <a:cubicBezTo>
                  <a:pt x="1005" y="1022"/>
                  <a:pt x="1009" y="1022"/>
                  <a:pt x="1011" y="1018"/>
                </a:cubicBezTo>
                <a:cubicBezTo>
                  <a:pt x="1008" y="1014"/>
                  <a:pt x="1007" y="1014"/>
                  <a:pt x="999" y="1018"/>
                </a:cubicBezTo>
                <a:close/>
                <a:moveTo>
                  <a:pt x="1022" y="1004"/>
                </a:moveTo>
                <a:cubicBezTo>
                  <a:pt x="1011" y="1006"/>
                  <a:pt x="1017" y="1014"/>
                  <a:pt x="1013" y="1014"/>
                </a:cubicBezTo>
                <a:cubicBezTo>
                  <a:pt x="1014" y="1017"/>
                  <a:pt x="1018" y="1019"/>
                  <a:pt x="1023" y="1020"/>
                </a:cubicBezTo>
                <a:cubicBezTo>
                  <a:pt x="1023" y="1014"/>
                  <a:pt x="1021" y="1010"/>
                  <a:pt x="1022" y="1004"/>
                </a:cubicBezTo>
                <a:close/>
                <a:moveTo>
                  <a:pt x="1014" y="1049"/>
                </a:moveTo>
                <a:cubicBezTo>
                  <a:pt x="1010" y="1059"/>
                  <a:pt x="1023" y="1055"/>
                  <a:pt x="1009" y="1065"/>
                </a:cubicBezTo>
                <a:cubicBezTo>
                  <a:pt x="1014" y="1065"/>
                  <a:pt x="1017" y="1061"/>
                  <a:pt x="1020" y="1057"/>
                </a:cubicBezTo>
                <a:cubicBezTo>
                  <a:pt x="1026" y="1063"/>
                  <a:pt x="1031" y="1073"/>
                  <a:pt x="1039" y="1076"/>
                </a:cubicBezTo>
                <a:cubicBezTo>
                  <a:pt x="1042" y="1062"/>
                  <a:pt x="1020" y="1060"/>
                  <a:pt x="1036" y="1043"/>
                </a:cubicBezTo>
                <a:cubicBezTo>
                  <a:pt x="1024" y="1051"/>
                  <a:pt x="1023" y="1049"/>
                  <a:pt x="1014" y="1049"/>
                </a:cubicBezTo>
                <a:close/>
                <a:moveTo>
                  <a:pt x="1034" y="815"/>
                </a:moveTo>
                <a:cubicBezTo>
                  <a:pt x="1035" y="809"/>
                  <a:pt x="1034" y="804"/>
                  <a:pt x="1030" y="800"/>
                </a:cubicBezTo>
                <a:cubicBezTo>
                  <a:pt x="1020" y="807"/>
                  <a:pt x="1028" y="813"/>
                  <a:pt x="1034" y="815"/>
                </a:cubicBezTo>
                <a:close/>
                <a:moveTo>
                  <a:pt x="1061" y="1190"/>
                </a:moveTo>
                <a:cubicBezTo>
                  <a:pt x="1055" y="1189"/>
                  <a:pt x="1053" y="1194"/>
                  <a:pt x="1048" y="1193"/>
                </a:cubicBezTo>
                <a:cubicBezTo>
                  <a:pt x="1052" y="1199"/>
                  <a:pt x="1049" y="1216"/>
                  <a:pt x="1061" y="1212"/>
                </a:cubicBezTo>
                <a:cubicBezTo>
                  <a:pt x="1064" y="1203"/>
                  <a:pt x="1049" y="1205"/>
                  <a:pt x="1061" y="1190"/>
                </a:cubicBezTo>
                <a:close/>
                <a:moveTo>
                  <a:pt x="1074" y="1219"/>
                </a:moveTo>
                <a:cubicBezTo>
                  <a:pt x="1074" y="1220"/>
                  <a:pt x="1074" y="1220"/>
                  <a:pt x="1074" y="1221"/>
                </a:cubicBezTo>
                <a:cubicBezTo>
                  <a:pt x="1075" y="1223"/>
                  <a:pt x="1078" y="1223"/>
                  <a:pt x="1083" y="1222"/>
                </a:cubicBezTo>
                <a:cubicBezTo>
                  <a:pt x="1090" y="1214"/>
                  <a:pt x="1080" y="1213"/>
                  <a:pt x="1074" y="1217"/>
                </a:cubicBezTo>
                <a:cubicBezTo>
                  <a:pt x="1073" y="1218"/>
                  <a:pt x="1073" y="1219"/>
                  <a:pt x="1074" y="1219"/>
                </a:cubicBezTo>
                <a:close/>
                <a:moveTo>
                  <a:pt x="1109" y="1274"/>
                </a:moveTo>
                <a:cubicBezTo>
                  <a:pt x="1105" y="1275"/>
                  <a:pt x="1103" y="1278"/>
                  <a:pt x="1100" y="1278"/>
                </a:cubicBezTo>
                <a:cubicBezTo>
                  <a:pt x="1094" y="1287"/>
                  <a:pt x="1108" y="1293"/>
                  <a:pt x="1115" y="1281"/>
                </a:cubicBezTo>
                <a:cubicBezTo>
                  <a:pt x="1099" y="1286"/>
                  <a:pt x="1113" y="1279"/>
                  <a:pt x="1109" y="1274"/>
                </a:cubicBezTo>
                <a:close/>
                <a:moveTo>
                  <a:pt x="1102" y="1326"/>
                </a:moveTo>
                <a:cubicBezTo>
                  <a:pt x="1099" y="1333"/>
                  <a:pt x="1104" y="1333"/>
                  <a:pt x="1109" y="1333"/>
                </a:cubicBezTo>
                <a:cubicBezTo>
                  <a:pt x="1112" y="1327"/>
                  <a:pt x="1110" y="1325"/>
                  <a:pt x="1102" y="1326"/>
                </a:cubicBezTo>
                <a:close/>
                <a:moveTo>
                  <a:pt x="1075" y="1277"/>
                </a:moveTo>
                <a:cubicBezTo>
                  <a:pt x="1081" y="1270"/>
                  <a:pt x="1072" y="1273"/>
                  <a:pt x="1073" y="1269"/>
                </a:cubicBezTo>
                <a:cubicBezTo>
                  <a:pt x="1066" y="1272"/>
                  <a:pt x="1067" y="1280"/>
                  <a:pt x="1075" y="1277"/>
                </a:cubicBezTo>
                <a:close/>
                <a:moveTo>
                  <a:pt x="1184" y="1098"/>
                </a:moveTo>
                <a:cubicBezTo>
                  <a:pt x="1180" y="1103"/>
                  <a:pt x="1183" y="1104"/>
                  <a:pt x="1189" y="1103"/>
                </a:cubicBezTo>
                <a:cubicBezTo>
                  <a:pt x="1193" y="1098"/>
                  <a:pt x="1190" y="1097"/>
                  <a:pt x="1184" y="1098"/>
                </a:cubicBezTo>
                <a:close/>
                <a:moveTo>
                  <a:pt x="1133" y="1283"/>
                </a:moveTo>
                <a:cubicBezTo>
                  <a:pt x="1119" y="1290"/>
                  <a:pt x="1125" y="1283"/>
                  <a:pt x="1112" y="1287"/>
                </a:cubicBezTo>
                <a:cubicBezTo>
                  <a:pt x="1108" y="1292"/>
                  <a:pt x="1115" y="1290"/>
                  <a:pt x="1113" y="1293"/>
                </a:cubicBezTo>
                <a:cubicBezTo>
                  <a:pt x="1121" y="1292"/>
                  <a:pt x="1130" y="1292"/>
                  <a:pt x="1133" y="1283"/>
                </a:cubicBezTo>
                <a:close/>
                <a:moveTo>
                  <a:pt x="551" y="462"/>
                </a:moveTo>
                <a:cubicBezTo>
                  <a:pt x="551" y="462"/>
                  <a:pt x="551" y="461"/>
                  <a:pt x="551" y="461"/>
                </a:cubicBezTo>
                <a:cubicBezTo>
                  <a:pt x="551" y="461"/>
                  <a:pt x="550" y="461"/>
                  <a:pt x="550" y="461"/>
                </a:cubicBezTo>
                <a:cubicBezTo>
                  <a:pt x="550" y="461"/>
                  <a:pt x="551" y="462"/>
                  <a:pt x="551" y="462"/>
                </a:cubicBezTo>
                <a:close/>
                <a:moveTo>
                  <a:pt x="556" y="448"/>
                </a:moveTo>
                <a:cubicBezTo>
                  <a:pt x="559" y="449"/>
                  <a:pt x="555" y="450"/>
                  <a:pt x="554" y="454"/>
                </a:cubicBezTo>
                <a:cubicBezTo>
                  <a:pt x="556" y="452"/>
                  <a:pt x="558" y="451"/>
                  <a:pt x="560" y="449"/>
                </a:cubicBezTo>
                <a:cubicBezTo>
                  <a:pt x="558" y="448"/>
                  <a:pt x="557" y="448"/>
                  <a:pt x="556" y="448"/>
                </a:cubicBezTo>
                <a:close/>
                <a:moveTo>
                  <a:pt x="1015" y="1037"/>
                </a:moveTo>
                <a:cubicBezTo>
                  <a:pt x="1003" y="1041"/>
                  <a:pt x="1010" y="1046"/>
                  <a:pt x="1013" y="1047"/>
                </a:cubicBezTo>
                <a:cubicBezTo>
                  <a:pt x="1024" y="1043"/>
                  <a:pt x="1008" y="1044"/>
                  <a:pt x="1015" y="1037"/>
                </a:cubicBezTo>
                <a:close/>
                <a:moveTo>
                  <a:pt x="1012" y="1109"/>
                </a:moveTo>
                <a:cubicBezTo>
                  <a:pt x="1012" y="1109"/>
                  <a:pt x="1012" y="1109"/>
                  <a:pt x="1012" y="1109"/>
                </a:cubicBezTo>
                <a:cubicBezTo>
                  <a:pt x="1012" y="1109"/>
                  <a:pt x="1012" y="1109"/>
                  <a:pt x="1012" y="1109"/>
                </a:cubicBezTo>
                <a:cubicBezTo>
                  <a:pt x="1013" y="1112"/>
                  <a:pt x="1015" y="1115"/>
                  <a:pt x="1019" y="1115"/>
                </a:cubicBezTo>
                <a:cubicBezTo>
                  <a:pt x="1020" y="1115"/>
                  <a:pt x="1021" y="1114"/>
                  <a:pt x="1021" y="1113"/>
                </a:cubicBezTo>
                <a:cubicBezTo>
                  <a:pt x="1022" y="1106"/>
                  <a:pt x="1015" y="1105"/>
                  <a:pt x="1020" y="1096"/>
                </a:cubicBezTo>
                <a:cubicBezTo>
                  <a:pt x="1017" y="1097"/>
                  <a:pt x="1012" y="1099"/>
                  <a:pt x="1013" y="1096"/>
                </a:cubicBezTo>
                <a:cubicBezTo>
                  <a:pt x="1011" y="1099"/>
                  <a:pt x="1010" y="1105"/>
                  <a:pt x="1012" y="1109"/>
                </a:cubicBezTo>
                <a:close/>
                <a:moveTo>
                  <a:pt x="679" y="531"/>
                </a:moveTo>
                <a:cubicBezTo>
                  <a:pt x="673" y="526"/>
                  <a:pt x="674" y="519"/>
                  <a:pt x="672" y="513"/>
                </a:cubicBezTo>
                <a:cubicBezTo>
                  <a:pt x="662" y="521"/>
                  <a:pt x="669" y="530"/>
                  <a:pt x="672" y="534"/>
                </a:cubicBezTo>
                <a:cubicBezTo>
                  <a:pt x="674" y="534"/>
                  <a:pt x="677" y="532"/>
                  <a:pt x="679" y="531"/>
                </a:cubicBezTo>
                <a:close/>
                <a:moveTo>
                  <a:pt x="668" y="451"/>
                </a:moveTo>
                <a:cubicBezTo>
                  <a:pt x="668" y="451"/>
                  <a:pt x="669" y="450"/>
                  <a:pt x="669" y="449"/>
                </a:cubicBezTo>
                <a:cubicBezTo>
                  <a:pt x="668" y="450"/>
                  <a:pt x="667" y="451"/>
                  <a:pt x="666" y="452"/>
                </a:cubicBezTo>
                <a:cubicBezTo>
                  <a:pt x="667" y="451"/>
                  <a:pt x="668" y="451"/>
                  <a:pt x="668" y="451"/>
                </a:cubicBezTo>
                <a:close/>
                <a:moveTo>
                  <a:pt x="1035" y="1212"/>
                </a:moveTo>
                <a:cubicBezTo>
                  <a:pt x="1037" y="1211"/>
                  <a:pt x="1038" y="1209"/>
                  <a:pt x="1039" y="1208"/>
                </a:cubicBezTo>
                <a:cubicBezTo>
                  <a:pt x="1037" y="1206"/>
                  <a:pt x="1034" y="1206"/>
                  <a:pt x="1031" y="1208"/>
                </a:cubicBezTo>
                <a:cubicBezTo>
                  <a:pt x="1031" y="1212"/>
                  <a:pt x="1031" y="1215"/>
                  <a:pt x="1039" y="1213"/>
                </a:cubicBezTo>
                <a:cubicBezTo>
                  <a:pt x="1039" y="1213"/>
                  <a:pt x="1039" y="1213"/>
                  <a:pt x="1039" y="1212"/>
                </a:cubicBezTo>
                <a:cubicBezTo>
                  <a:pt x="1038" y="1212"/>
                  <a:pt x="1037" y="1212"/>
                  <a:pt x="1035" y="1212"/>
                </a:cubicBezTo>
                <a:close/>
                <a:moveTo>
                  <a:pt x="988" y="1112"/>
                </a:moveTo>
                <a:cubicBezTo>
                  <a:pt x="985" y="1118"/>
                  <a:pt x="987" y="1123"/>
                  <a:pt x="994" y="1119"/>
                </a:cubicBezTo>
                <a:cubicBezTo>
                  <a:pt x="993" y="1115"/>
                  <a:pt x="988" y="1113"/>
                  <a:pt x="990" y="1109"/>
                </a:cubicBezTo>
                <a:cubicBezTo>
                  <a:pt x="988" y="1110"/>
                  <a:pt x="987" y="1111"/>
                  <a:pt x="986" y="1112"/>
                </a:cubicBezTo>
                <a:cubicBezTo>
                  <a:pt x="987" y="1112"/>
                  <a:pt x="987" y="1112"/>
                  <a:pt x="988" y="1112"/>
                </a:cubicBezTo>
                <a:close/>
                <a:moveTo>
                  <a:pt x="988" y="1123"/>
                </a:moveTo>
                <a:cubicBezTo>
                  <a:pt x="989" y="1124"/>
                  <a:pt x="989" y="1124"/>
                  <a:pt x="989" y="1125"/>
                </a:cubicBezTo>
                <a:cubicBezTo>
                  <a:pt x="991" y="1124"/>
                  <a:pt x="992" y="1124"/>
                  <a:pt x="993" y="1124"/>
                </a:cubicBezTo>
                <a:cubicBezTo>
                  <a:pt x="994" y="1123"/>
                  <a:pt x="995" y="1122"/>
                  <a:pt x="995" y="1120"/>
                </a:cubicBezTo>
                <a:cubicBezTo>
                  <a:pt x="992" y="1121"/>
                  <a:pt x="990" y="1121"/>
                  <a:pt x="988" y="1123"/>
                </a:cubicBezTo>
                <a:close/>
                <a:moveTo>
                  <a:pt x="888" y="1281"/>
                </a:moveTo>
                <a:cubicBezTo>
                  <a:pt x="888" y="1282"/>
                  <a:pt x="888" y="1283"/>
                  <a:pt x="888" y="1284"/>
                </a:cubicBezTo>
                <a:cubicBezTo>
                  <a:pt x="889" y="1285"/>
                  <a:pt x="891" y="1285"/>
                  <a:pt x="893" y="1285"/>
                </a:cubicBezTo>
                <a:cubicBezTo>
                  <a:pt x="894" y="1283"/>
                  <a:pt x="893" y="1282"/>
                  <a:pt x="888" y="1281"/>
                </a:cubicBezTo>
                <a:close/>
                <a:moveTo>
                  <a:pt x="790" y="1083"/>
                </a:moveTo>
                <a:cubicBezTo>
                  <a:pt x="787" y="1085"/>
                  <a:pt x="785" y="1087"/>
                  <a:pt x="785" y="1090"/>
                </a:cubicBezTo>
                <a:cubicBezTo>
                  <a:pt x="788" y="1087"/>
                  <a:pt x="791" y="1085"/>
                  <a:pt x="790" y="1083"/>
                </a:cubicBezTo>
                <a:close/>
                <a:moveTo>
                  <a:pt x="730" y="966"/>
                </a:moveTo>
                <a:cubicBezTo>
                  <a:pt x="732" y="966"/>
                  <a:pt x="734" y="966"/>
                  <a:pt x="735" y="965"/>
                </a:cubicBezTo>
                <a:cubicBezTo>
                  <a:pt x="735" y="968"/>
                  <a:pt x="732" y="972"/>
                  <a:pt x="740" y="971"/>
                </a:cubicBezTo>
                <a:cubicBezTo>
                  <a:pt x="726" y="984"/>
                  <a:pt x="742" y="982"/>
                  <a:pt x="747" y="988"/>
                </a:cubicBezTo>
                <a:cubicBezTo>
                  <a:pt x="746" y="981"/>
                  <a:pt x="746" y="973"/>
                  <a:pt x="745" y="966"/>
                </a:cubicBezTo>
                <a:cubicBezTo>
                  <a:pt x="741" y="966"/>
                  <a:pt x="739" y="964"/>
                  <a:pt x="737" y="962"/>
                </a:cubicBezTo>
                <a:cubicBezTo>
                  <a:pt x="734" y="963"/>
                  <a:pt x="731" y="963"/>
                  <a:pt x="729" y="964"/>
                </a:cubicBezTo>
                <a:cubicBezTo>
                  <a:pt x="729" y="965"/>
                  <a:pt x="730" y="965"/>
                  <a:pt x="730" y="966"/>
                </a:cubicBezTo>
                <a:close/>
                <a:moveTo>
                  <a:pt x="700" y="880"/>
                </a:moveTo>
                <a:cubicBezTo>
                  <a:pt x="701" y="880"/>
                  <a:pt x="701" y="880"/>
                  <a:pt x="702" y="880"/>
                </a:cubicBezTo>
                <a:cubicBezTo>
                  <a:pt x="703" y="877"/>
                  <a:pt x="700" y="875"/>
                  <a:pt x="707" y="869"/>
                </a:cubicBezTo>
                <a:cubicBezTo>
                  <a:pt x="703" y="868"/>
                  <a:pt x="704" y="864"/>
                  <a:pt x="697" y="864"/>
                </a:cubicBezTo>
                <a:cubicBezTo>
                  <a:pt x="696" y="865"/>
                  <a:pt x="695" y="865"/>
                  <a:pt x="694" y="866"/>
                </a:cubicBezTo>
                <a:cubicBezTo>
                  <a:pt x="689" y="874"/>
                  <a:pt x="701" y="874"/>
                  <a:pt x="700" y="880"/>
                </a:cubicBezTo>
                <a:close/>
                <a:moveTo>
                  <a:pt x="692" y="851"/>
                </a:moveTo>
                <a:cubicBezTo>
                  <a:pt x="693" y="851"/>
                  <a:pt x="694" y="851"/>
                  <a:pt x="694" y="850"/>
                </a:cubicBezTo>
                <a:cubicBezTo>
                  <a:pt x="694" y="851"/>
                  <a:pt x="693" y="851"/>
                  <a:pt x="693" y="851"/>
                </a:cubicBezTo>
                <a:cubicBezTo>
                  <a:pt x="694" y="853"/>
                  <a:pt x="697" y="854"/>
                  <a:pt x="704" y="853"/>
                </a:cubicBezTo>
                <a:cubicBezTo>
                  <a:pt x="705" y="847"/>
                  <a:pt x="693" y="846"/>
                  <a:pt x="699" y="837"/>
                </a:cubicBezTo>
                <a:cubicBezTo>
                  <a:pt x="694" y="836"/>
                  <a:pt x="690" y="837"/>
                  <a:pt x="686" y="838"/>
                </a:cubicBezTo>
                <a:cubicBezTo>
                  <a:pt x="682" y="842"/>
                  <a:pt x="686" y="840"/>
                  <a:pt x="689" y="840"/>
                </a:cubicBezTo>
                <a:cubicBezTo>
                  <a:pt x="691" y="844"/>
                  <a:pt x="691" y="848"/>
                  <a:pt x="692" y="851"/>
                </a:cubicBezTo>
                <a:close/>
                <a:moveTo>
                  <a:pt x="678" y="487"/>
                </a:moveTo>
                <a:cubicBezTo>
                  <a:pt x="678" y="488"/>
                  <a:pt x="679" y="490"/>
                  <a:pt x="681" y="491"/>
                </a:cubicBezTo>
                <a:cubicBezTo>
                  <a:pt x="681" y="489"/>
                  <a:pt x="682" y="487"/>
                  <a:pt x="683" y="486"/>
                </a:cubicBezTo>
                <a:cubicBezTo>
                  <a:pt x="683" y="485"/>
                  <a:pt x="682" y="485"/>
                  <a:pt x="680" y="485"/>
                </a:cubicBezTo>
                <a:cubicBezTo>
                  <a:pt x="679" y="486"/>
                  <a:pt x="679" y="486"/>
                  <a:pt x="678" y="487"/>
                </a:cubicBezTo>
                <a:close/>
                <a:moveTo>
                  <a:pt x="689" y="495"/>
                </a:moveTo>
                <a:cubicBezTo>
                  <a:pt x="690" y="494"/>
                  <a:pt x="690" y="494"/>
                  <a:pt x="691" y="493"/>
                </a:cubicBezTo>
                <a:cubicBezTo>
                  <a:pt x="690" y="493"/>
                  <a:pt x="689" y="493"/>
                  <a:pt x="688" y="493"/>
                </a:cubicBezTo>
                <a:cubicBezTo>
                  <a:pt x="689" y="493"/>
                  <a:pt x="689" y="494"/>
                  <a:pt x="689" y="495"/>
                </a:cubicBezTo>
                <a:close/>
                <a:moveTo>
                  <a:pt x="742" y="779"/>
                </a:moveTo>
                <a:cubicBezTo>
                  <a:pt x="742" y="780"/>
                  <a:pt x="742" y="781"/>
                  <a:pt x="742" y="781"/>
                </a:cubicBezTo>
                <a:cubicBezTo>
                  <a:pt x="743" y="782"/>
                  <a:pt x="745" y="783"/>
                  <a:pt x="748" y="783"/>
                </a:cubicBezTo>
                <a:cubicBezTo>
                  <a:pt x="747" y="782"/>
                  <a:pt x="747" y="781"/>
                  <a:pt x="747" y="779"/>
                </a:cubicBezTo>
                <a:cubicBezTo>
                  <a:pt x="746" y="779"/>
                  <a:pt x="745" y="779"/>
                  <a:pt x="742" y="779"/>
                </a:cubicBezTo>
                <a:close/>
                <a:moveTo>
                  <a:pt x="821" y="652"/>
                </a:moveTo>
                <a:cubicBezTo>
                  <a:pt x="819" y="653"/>
                  <a:pt x="818" y="653"/>
                  <a:pt x="817" y="655"/>
                </a:cubicBezTo>
                <a:cubicBezTo>
                  <a:pt x="817" y="656"/>
                  <a:pt x="817" y="657"/>
                  <a:pt x="818" y="657"/>
                </a:cubicBezTo>
                <a:cubicBezTo>
                  <a:pt x="820" y="655"/>
                  <a:pt x="821" y="653"/>
                  <a:pt x="821" y="652"/>
                </a:cubicBezTo>
                <a:close/>
                <a:moveTo>
                  <a:pt x="868" y="1214"/>
                </a:moveTo>
                <a:cubicBezTo>
                  <a:pt x="867" y="1210"/>
                  <a:pt x="866" y="1207"/>
                  <a:pt x="867" y="1202"/>
                </a:cubicBezTo>
                <a:cubicBezTo>
                  <a:pt x="867" y="1202"/>
                  <a:pt x="867" y="1202"/>
                  <a:pt x="866" y="1202"/>
                </a:cubicBezTo>
                <a:cubicBezTo>
                  <a:pt x="866" y="1207"/>
                  <a:pt x="864" y="1209"/>
                  <a:pt x="860" y="1211"/>
                </a:cubicBezTo>
                <a:cubicBezTo>
                  <a:pt x="860" y="1212"/>
                  <a:pt x="860" y="1212"/>
                  <a:pt x="858" y="1212"/>
                </a:cubicBezTo>
                <a:cubicBezTo>
                  <a:pt x="859" y="1214"/>
                  <a:pt x="860" y="1215"/>
                  <a:pt x="861" y="1216"/>
                </a:cubicBezTo>
                <a:cubicBezTo>
                  <a:pt x="864" y="1215"/>
                  <a:pt x="866" y="1214"/>
                  <a:pt x="868" y="1214"/>
                </a:cubicBezTo>
                <a:close/>
                <a:moveTo>
                  <a:pt x="793" y="1055"/>
                </a:moveTo>
                <a:cubicBezTo>
                  <a:pt x="795" y="1053"/>
                  <a:pt x="798" y="1050"/>
                  <a:pt x="802" y="1049"/>
                </a:cubicBezTo>
                <a:cubicBezTo>
                  <a:pt x="802" y="1049"/>
                  <a:pt x="802" y="1049"/>
                  <a:pt x="802" y="1049"/>
                </a:cubicBezTo>
                <a:cubicBezTo>
                  <a:pt x="801" y="1049"/>
                  <a:pt x="801" y="1048"/>
                  <a:pt x="801" y="1048"/>
                </a:cubicBezTo>
                <a:cubicBezTo>
                  <a:pt x="799" y="1048"/>
                  <a:pt x="796" y="1049"/>
                  <a:pt x="792" y="1050"/>
                </a:cubicBezTo>
                <a:cubicBezTo>
                  <a:pt x="792" y="1052"/>
                  <a:pt x="792" y="1053"/>
                  <a:pt x="793" y="1055"/>
                </a:cubicBezTo>
                <a:close/>
                <a:moveTo>
                  <a:pt x="801" y="1043"/>
                </a:moveTo>
                <a:cubicBezTo>
                  <a:pt x="801" y="1043"/>
                  <a:pt x="801" y="1042"/>
                  <a:pt x="802" y="1042"/>
                </a:cubicBezTo>
                <a:cubicBezTo>
                  <a:pt x="801" y="1041"/>
                  <a:pt x="800" y="1041"/>
                  <a:pt x="799" y="1040"/>
                </a:cubicBezTo>
                <a:cubicBezTo>
                  <a:pt x="799" y="1041"/>
                  <a:pt x="799" y="1041"/>
                  <a:pt x="798" y="1042"/>
                </a:cubicBezTo>
                <a:cubicBezTo>
                  <a:pt x="800" y="1042"/>
                  <a:pt x="800" y="1042"/>
                  <a:pt x="801" y="1043"/>
                </a:cubicBezTo>
                <a:close/>
                <a:moveTo>
                  <a:pt x="714" y="722"/>
                </a:moveTo>
                <a:cubicBezTo>
                  <a:pt x="704" y="723"/>
                  <a:pt x="703" y="733"/>
                  <a:pt x="706" y="738"/>
                </a:cubicBezTo>
                <a:cubicBezTo>
                  <a:pt x="706" y="734"/>
                  <a:pt x="707" y="731"/>
                  <a:pt x="711" y="727"/>
                </a:cubicBezTo>
                <a:cubicBezTo>
                  <a:pt x="711" y="726"/>
                  <a:pt x="712" y="724"/>
                  <a:pt x="714" y="722"/>
                </a:cubicBezTo>
                <a:close/>
                <a:moveTo>
                  <a:pt x="707" y="754"/>
                </a:moveTo>
                <a:cubicBezTo>
                  <a:pt x="707" y="755"/>
                  <a:pt x="706" y="756"/>
                  <a:pt x="705" y="757"/>
                </a:cubicBezTo>
                <a:cubicBezTo>
                  <a:pt x="715" y="757"/>
                  <a:pt x="707" y="764"/>
                  <a:pt x="715" y="764"/>
                </a:cubicBezTo>
                <a:cubicBezTo>
                  <a:pt x="717" y="763"/>
                  <a:pt x="717" y="761"/>
                  <a:pt x="717" y="760"/>
                </a:cubicBezTo>
                <a:cubicBezTo>
                  <a:pt x="716" y="759"/>
                  <a:pt x="715" y="759"/>
                  <a:pt x="713" y="759"/>
                </a:cubicBezTo>
                <a:cubicBezTo>
                  <a:pt x="715" y="756"/>
                  <a:pt x="717" y="756"/>
                  <a:pt x="719" y="755"/>
                </a:cubicBezTo>
                <a:cubicBezTo>
                  <a:pt x="720" y="754"/>
                  <a:pt x="721" y="752"/>
                  <a:pt x="723" y="750"/>
                </a:cubicBezTo>
                <a:cubicBezTo>
                  <a:pt x="723" y="750"/>
                  <a:pt x="723" y="750"/>
                  <a:pt x="723" y="750"/>
                </a:cubicBezTo>
                <a:cubicBezTo>
                  <a:pt x="714" y="750"/>
                  <a:pt x="716" y="750"/>
                  <a:pt x="708" y="748"/>
                </a:cubicBezTo>
                <a:cubicBezTo>
                  <a:pt x="703" y="752"/>
                  <a:pt x="705" y="753"/>
                  <a:pt x="704" y="755"/>
                </a:cubicBezTo>
                <a:cubicBezTo>
                  <a:pt x="705" y="755"/>
                  <a:pt x="707" y="755"/>
                  <a:pt x="707" y="754"/>
                </a:cubicBezTo>
                <a:close/>
                <a:moveTo>
                  <a:pt x="729" y="839"/>
                </a:moveTo>
                <a:cubicBezTo>
                  <a:pt x="734" y="838"/>
                  <a:pt x="736" y="831"/>
                  <a:pt x="732" y="830"/>
                </a:cubicBezTo>
                <a:cubicBezTo>
                  <a:pt x="732" y="830"/>
                  <a:pt x="731" y="831"/>
                  <a:pt x="731" y="832"/>
                </a:cubicBezTo>
                <a:cubicBezTo>
                  <a:pt x="730" y="832"/>
                  <a:pt x="729" y="832"/>
                  <a:pt x="728" y="832"/>
                </a:cubicBezTo>
                <a:cubicBezTo>
                  <a:pt x="726" y="835"/>
                  <a:pt x="732" y="835"/>
                  <a:pt x="729" y="839"/>
                </a:cubicBezTo>
                <a:close/>
                <a:moveTo>
                  <a:pt x="727" y="827"/>
                </a:moveTo>
                <a:cubicBezTo>
                  <a:pt x="726" y="827"/>
                  <a:pt x="726" y="827"/>
                  <a:pt x="725" y="827"/>
                </a:cubicBezTo>
                <a:cubicBezTo>
                  <a:pt x="725" y="828"/>
                  <a:pt x="725" y="828"/>
                  <a:pt x="725" y="828"/>
                </a:cubicBezTo>
                <a:cubicBezTo>
                  <a:pt x="726" y="828"/>
                  <a:pt x="726" y="828"/>
                  <a:pt x="727" y="827"/>
                </a:cubicBezTo>
                <a:close/>
                <a:moveTo>
                  <a:pt x="739" y="823"/>
                </a:moveTo>
                <a:cubicBezTo>
                  <a:pt x="738" y="823"/>
                  <a:pt x="738" y="823"/>
                  <a:pt x="738" y="823"/>
                </a:cubicBezTo>
                <a:cubicBezTo>
                  <a:pt x="737" y="824"/>
                  <a:pt x="735" y="826"/>
                  <a:pt x="734" y="827"/>
                </a:cubicBezTo>
                <a:cubicBezTo>
                  <a:pt x="736" y="826"/>
                  <a:pt x="738" y="825"/>
                  <a:pt x="739" y="823"/>
                </a:cubicBezTo>
                <a:close/>
                <a:moveTo>
                  <a:pt x="738" y="822"/>
                </a:moveTo>
                <a:cubicBezTo>
                  <a:pt x="737" y="822"/>
                  <a:pt x="736" y="822"/>
                  <a:pt x="735" y="823"/>
                </a:cubicBezTo>
                <a:cubicBezTo>
                  <a:pt x="736" y="823"/>
                  <a:pt x="737" y="823"/>
                  <a:pt x="738" y="822"/>
                </a:cubicBezTo>
                <a:close/>
                <a:moveTo>
                  <a:pt x="720" y="788"/>
                </a:moveTo>
                <a:cubicBezTo>
                  <a:pt x="713" y="795"/>
                  <a:pt x="718" y="797"/>
                  <a:pt x="725" y="798"/>
                </a:cubicBezTo>
                <a:cubicBezTo>
                  <a:pt x="724" y="797"/>
                  <a:pt x="724" y="796"/>
                  <a:pt x="725" y="795"/>
                </a:cubicBezTo>
                <a:cubicBezTo>
                  <a:pt x="725" y="792"/>
                  <a:pt x="724" y="789"/>
                  <a:pt x="720" y="788"/>
                </a:cubicBezTo>
                <a:close/>
                <a:moveTo>
                  <a:pt x="722" y="852"/>
                </a:moveTo>
                <a:cubicBezTo>
                  <a:pt x="726" y="852"/>
                  <a:pt x="729" y="851"/>
                  <a:pt x="733" y="851"/>
                </a:cubicBezTo>
                <a:cubicBezTo>
                  <a:pt x="732" y="850"/>
                  <a:pt x="732" y="849"/>
                  <a:pt x="732" y="848"/>
                </a:cubicBezTo>
                <a:cubicBezTo>
                  <a:pt x="728" y="848"/>
                  <a:pt x="726" y="846"/>
                  <a:pt x="721" y="848"/>
                </a:cubicBezTo>
                <a:cubicBezTo>
                  <a:pt x="720" y="850"/>
                  <a:pt x="721" y="851"/>
                  <a:pt x="722" y="852"/>
                </a:cubicBezTo>
                <a:close/>
                <a:moveTo>
                  <a:pt x="725" y="892"/>
                </a:moveTo>
                <a:cubicBezTo>
                  <a:pt x="729" y="888"/>
                  <a:pt x="731" y="885"/>
                  <a:pt x="731" y="883"/>
                </a:cubicBezTo>
                <a:cubicBezTo>
                  <a:pt x="726" y="883"/>
                  <a:pt x="721" y="888"/>
                  <a:pt x="721" y="890"/>
                </a:cubicBezTo>
                <a:cubicBezTo>
                  <a:pt x="722" y="891"/>
                  <a:pt x="722" y="891"/>
                  <a:pt x="723" y="892"/>
                </a:cubicBezTo>
                <a:cubicBezTo>
                  <a:pt x="723" y="892"/>
                  <a:pt x="724" y="892"/>
                  <a:pt x="725" y="892"/>
                </a:cubicBezTo>
                <a:close/>
                <a:moveTo>
                  <a:pt x="724" y="902"/>
                </a:moveTo>
                <a:cubicBezTo>
                  <a:pt x="726" y="901"/>
                  <a:pt x="728" y="900"/>
                  <a:pt x="730" y="899"/>
                </a:cubicBezTo>
                <a:cubicBezTo>
                  <a:pt x="728" y="899"/>
                  <a:pt x="727" y="898"/>
                  <a:pt x="725" y="898"/>
                </a:cubicBezTo>
                <a:cubicBezTo>
                  <a:pt x="723" y="900"/>
                  <a:pt x="723" y="901"/>
                  <a:pt x="724" y="902"/>
                </a:cubicBezTo>
                <a:close/>
                <a:moveTo>
                  <a:pt x="728" y="903"/>
                </a:moveTo>
                <a:cubicBezTo>
                  <a:pt x="731" y="903"/>
                  <a:pt x="733" y="904"/>
                  <a:pt x="734" y="905"/>
                </a:cubicBezTo>
                <a:cubicBezTo>
                  <a:pt x="735" y="902"/>
                  <a:pt x="734" y="900"/>
                  <a:pt x="731" y="899"/>
                </a:cubicBezTo>
                <a:cubicBezTo>
                  <a:pt x="730" y="901"/>
                  <a:pt x="729" y="902"/>
                  <a:pt x="728" y="903"/>
                </a:cubicBezTo>
                <a:close/>
                <a:moveTo>
                  <a:pt x="739" y="882"/>
                </a:moveTo>
                <a:cubicBezTo>
                  <a:pt x="737" y="880"/>
                  <a:pt x="739" y="876"/>
                  <a:pt x="743" y="873"/>
                </a:cubicBezTo>
                <a:cubicBezTo>
                  <a:pt x="739" y="867"/>
                  <a:pt x="736" y="861"/>
                  <a:pt x="734" y="854"/>
                </a:cubicBezTo>
                <a:cubicBezTo>
                  <a:pt x="729" y="856"/>
                  <a:pt x="724" y="854"/>
                  <a:pt x="720" y="857"/>
                </a:cubicBezTo>
                <a:cubicBezTo>
                  <a:pt x="714" y="865"/>
                  <a:pt x="737" y="855"/>
                  <a:pt x="731" y="864"/>
                </a:cubicBezTo>
                <a:cubicBezTo>
                  <a:pt x="726" y="863"/>
                  <a:pt x="722" y="865"/>
                  <a:pt x="719" y="869"/>
                </a:cubicBezTo>
                <a:cubicBezTo>
                  <a:pt x="725" y="873"/>
                  <a:pt x="726" y="869"/>
                  <a:pt x="734" y="868"/>
                </a:cubicBezTo>
                <a:cubicBezTo>
                  <a:pt x="727" y="874"/>
                  <a:pt x="740" y="870"/>
                  <a:pt x="732" y="876"/>
                </a:cubicBezTo>
                <a:cubicBezTo>
                  <a:pt x="726" y="880"/>
                  <a:pt x="729" y="872"/>
                  <a:pt x="722" y="877"/>
                </a:cubicBezTo>
                <a:cubicBezTo>
                  <a:pt x="715" y="884"/>
                  <a:pt x="734" y="880"/>
                  <a:pt x="739" y="882"/>
                </a:cubicBezTo>
                <a:close/>
                <a:moveTo>
                  <a:pt x="743" y="913"/>
                </a:moveTo>
                <a:cubicBezTo>
                  <a:pt x="746" y="912"/>
                  <a:pt x="747" y="910"/>
                  <a:pt x="748" y="908"/>
                </a:cubicBezTo>
                <a:cubicBezTo>
                  <a:pt x="746" y="909"/>
                  <a:pt x="744" y="910"/>
                  <a:pt x="742" y="910"/>
                </a:cubicBezTo>
                <a:cubicBezTo>
                  <a:pt x="741" y="912"/>
                  <a:pt x="741" y="913"/>
                  <a:pt x="743" y="913"/>
                </a:cubicBezTo>
                <a:close/>
                <a:moveTo>
                  <a:pt x="748" y="914"/>
                </a:moveTo>
                <a:cubicBezTo>
                  <a:pt x="750" y="914"/>
                  <a:pt x="751" y="914"/>
                  <a:pt x="753" y="914"/>
                </a:cubicBezTo>
                <a:cubicBezTo>
                  <a:pt x="753" y="912"/>
                  <a:pt x="753" y="910"/>
                  <a:pt x="753" y="909"/>
                </a:cubicBezTo>
                <a:cubicBezTo>
                  <a:pt x="751" y="910"/>
                  <a:pt x="749" y="912"/>
                  <a:pt x="748" y="914"/>
                </a:cubicBezTo>
                <a:close/>
                <a:moveTo>
                  <a:pt x="748" y="838"/>
                </a:moveTo>
                <a:cubicBezTo>
                  <a:pt x="744" y="838"/>
                  <a:pt x="740" y="840"/>
                  <a:pt x="738" y="845"/>
                </a:cubicBezTo>
                <a:cubicBezTo>
                  <a:pt x="744" y="846"/>
                  <a:pt x="743" y="852"/>
                  <a:pt x="751" y="852"/>
                </a:cubicBezTo>
                <a:cubicBezTo>
                  <a:pt x="760" y="843"/>
                  <a:pt x="747" y="843"/>
                  <a:pt x="748" y="838"/>
                </a:cubicBezTo>
                <a:close/>
                <a:moveTo>
                  <a:pt x="749" y="830"/>
                </a:moveTo>
                <a:cubicBezTo>
                  <a:pt x="749" y="830"/>
                  <a:pt x="749" y="830"/>
                  <a:pt x="748" y="830"/>
                </a:cubicBezTo>
                <a:cubicBezTo>
                  <a:pt x="748" y="830"/>
                  <a:pt x="748" y="831"/>
                  <a:pt x="748" y="831"/>
                </a:cubicBezTo>
                <a:cubicBezTo>
                  <a:pt x="748" y="832"/>
                  <a:pt x="747" y="832"/>
                  <a:pt x="747" y="832"/>
                </a:cubicBezTo>
                <a:cubicBezTo>
                  <a:pt x="748" y="832"/>
                  <a:pt x="749" y="831"/>
                  <a:pt x="749" y="830"/>
                </a:cubicBezTo>
                <a:close/>
                <a:moveTo>
                  <a:pt x="747" y="817"/>
                </a:moveTo>
                <a:cubicBezTo>
                  <a:pt x="746" y="817"/>
                  <a:pt x="745" y="817"/>
                  <a:pt x="744" y="817"/>
                </a:cubicBezTo>
                <a:cubicBezTo>
                  <a:pt x="745" y="818"/>
                  <a:pt x="746" y="819"/>
                  <a:pt x="746" y="820"/>
                </a:cubicBezTo>
                <a:cubicBezTo>
                  <a:pt x="747" y="819"/>
                  <a:pt x="747" y="818"/>
                  <a:pt x="747" y="817"/>
                </a:cubicBezTo>
                <a:close/>
                <a:moveTo>
                  <a:pt x="738" y="810"/>
                </a:moveTo>
                <a:cubicBezTo>
                  <a:pt x="739" y="809"/>
                  <a:pt x="739" y="808"/>
                  <a:pt x="739" y="807"/>
                </a:cubicBezTo>
                <a:cubicBezTo>
                  <a:pt x="738" y="807"/>
                  <a:pt x="737" y="807"/>
                  <a:pt x="736" y="807"/>
                </a:cubicBezTo>
                <a:cubicBezTo>
                  <a:pt x="737" y="808"/>
                  <a:pt x="737" y="809"/>
                  <a:pt x="738" y="810"/>
                </a:cubicBezTo>
                <a:close/>
                <a:moveTo>
                  <a:pt x="716" y="719"/>
                </a:moveTo>
                <a:cubicBezTo>
                  <a:pt x="713" y="722"/>
                  <a:pt x="713" y="726"/>
                  <a:pt x="719" y="728"/>
                </a:cubicBezTo>
                <a:cubicBezTo>
                  <a:pt x="719" y="728"/>
                  <a:pt x="719" y="728"/>
                  <a:pt x="720" y="727"/>
                </a:cubicBezTo>
                <a:cubicBezTo>
                  <a:pt x="721" y="724"/>
                  <a:pt x="719" y="721"/>
                  <a:pt x="716" y="719"/>
                </a:cubicBezTo>
                <a:close/>
                <a:moveTo>
                  <a:pt x="717" y="708"/>
                </a:moveTo>
                <a:cubicBezTo>
                  <a:pt x="718" y="707"/>
                  <a:pt x="718" y="706"/>
                  <a:pt x="719" y="705"/>
                </a:cubicBezTo>
                <a:cubicBezTo>
                  <a:pt x="718" y="705"/>
                  <a:pt x="718" y="705"/>
                  <a:pt x="717" y="705"/>
                </a:cubicBezTo>
                <a:cubicBezTo>
                  <a:pt x="717" y="706"/>
                  <a:pt x="717" y="707"/>
                  <a:pt x="717" y="708"/>
                </a:cubicBezTo>
                <a:close/>
                <a:moveTo>
                  <a:pt x="725" y="916"/>
                </a:moveTo>
                <a:cubicBezTo>
                  <a:pt x="727" y="918"/>
                  <a:pt x="723" y="922"/>
                  <a:pt x="731" y="922"/>
                </a:cubicBezTo>
                <a:cubicBezTo>
                  <a:pt x="736" y="917"/>
                  <a:pt x="734" y="913"/>
                  <a:pt x="728" y="914"/>
                </a:cubicBezTo>
                <a:cubicBezTo>
                  <a:pt x="728" y="915"/>
                  <a:pt x="728" y="915"/>
                  <a:pt x="728" y="915"/>
                </a:cubicBezTo>
                <a:cubicBezTo>
                  <a:pt x="727" y="915"/>
                  <a:pt x="726" y="915"/>
                  <a:pt x="725" y="916"/>
                </a:cubicBezTo>
                <a:close/>
                <a:moveTo>
                  <a:pt x="727" y="945"/>
                </a:moveTo>
                <a:cubicBezTo>
                  <a:pt x="731" y="942"/>
                  <a:pt x="735" y="939"/>
                  <a:pt x="738" y="940"/>
                </a:cubicBezTo>
                <a:cubicBezTo>
                  <a:pt x="738" y="933"/>
                  <a:pt x="736" y="929"/>
                  <a:pt x="724" y="933"/>
                </a:cubicBezTo>
                <a:cubicBezTo>
                  <a:pt x="724" y="937"/>
                  <a:pt x="725" y="941"/>
                  <a:pt x="727" y="945"/>
                </a:cubicBezTo>
                <a:close/>
                <a:moveTo>
                  <a:pt x="737" y="945"/>
                </a:moveTo>
                <a:cubicBezTo>
                  <a:pt x="735" y="944"/>
                  <a:pt x="733" y="945"/>
                  <a:pt x="732" y="946"/>
                </a:cubicBezTo>
                <a:cubicBezTo>
                  <a:pt x="733" y="947"/>
                  <a:pt x="735" y="948"/>
                  <a:pt x="736" y="949"/>
                </a:cubicBezTo>
                <a:cubicBezTo>
                  <a:pt x="736" y="948"/>
                  <a:pt x="737" y="946"/>
                  <a:pt x="737" y="945"/>
                </a:cubicBezTo>
                <a:close/>
                <a:moveTo>
                  <a:pt x="731" y="956"/>
                </a:moveTo>
                <a:cubicBezTo>
                  <a:pt x="731" y="957"/>
                  <a:pt x="730" y="958"/>
                  <a:pt x="729" y="958"/>
                </a:cubicBezTo>
                <a:cubicBezTo>
                  <a:pt x="731" y="959"/>
                  <a:pt x="732" y="959"/>
                  <a:pt x="734" y="959"/>
                </a:cubicBezTo>
                <a:cubicBezTo>
                  <a:pt x="733" y="958"/>
                  <a:pt x="732" y="957"/>
                  <a:pt x="731" y="956"/>
                </a:cubicBezTo>
                <a:close/>
                <a:moveTo>
                  <a:pt x="743" y="956"/>
                </a:moveTo>
                <a:cubicBezTo>
                  <a:pt x="743" y="956"/>
                  <a:pt x="743" y="956"/>
                  <a:pt x="743" y="956"/>
                </a:cubicBezTo>
                <a:cubicBezTo>
                  <a:pt x="743" y="956"/>
                  <a:pt x="743" y="956"/>
                  <a:pt x="743" y="956"/>
                </a:cubicBezTo>
                <a:close/>
                <a:moveTo>
                  <a:pt x="754" y="927"/>
                </a:moveTo>
                <a:cubicBezTo>
                  <a:pt x="754" y="924"/>
                  <a:pt x="753" y="921"/>
                  <a:pt x="753" y="918"/>
                </a:cubicBezTo>
                <a:cubicBezTo>
                  <a:pt x="748" y="919"/>
                  <a:pt x="750" y="921"/>
                  <a:pt x="749" y="923"/>
                </a:cubicBezTo>
                <a:cubicBezTo>
                  <a:pt x="745" y="922"/>
                  <a:pt x="746" y="918"/>
                  <a:pt x="739" y="919"/>
                </a:cubicBezTo>
                <a:cubicBezTo>
                  <a:pt x="734" y="922"/>
                  <a:pt x="727" y="924"/>
                  <a:pt x="729" y="927"/>
                </a:cubicBezTo>
                <a:cubicBezTo>
                  <a:pt x="739" y="924"/>
                  <a:pt x="741" y="926"/>
                  <a:pt x="750" y="927"/>
                </a:cubicBezTo>
                <a:cubicBezTo>
                  <a:pt x="746" y="931"/>
                  <a:pt x="741" y="930"/>
                  <a:pt x="738" y="936"/>
                </a:cubicBezTo>
                <a:cubicBezTo>
                  <a:pt x="742" y="937"/>
                  <a:pt x="745" y="935"/>
                  <a:pt x="749" y="935"/>
                </a:cubicBezTo>
                <a:cubicBezTo>
                  <a:pt x="751" y="932"/>
                  <a:pt x="753" y="929"/>
                  <a:pt x="754" y="927"/>
                </a:cubicBezTo>
                <a:close/>
                <a:moveTo>
                  <a:pt x="754" y="956"/>
                </a:moveTo>
                <a:cubicBezTo>
                  <a:pt x="758" y="955"/>
                  <a:pt x="762" y="951"/>
                  <a:pt x="763" y="948"/>
                </a:cubicBezTo>
                <a:cubicBezTo>
                  <a:pt x="763" y="947"/>
                  <a:pt x="762" y="946"/>
                  <a:pt x="762" y="945"/>
                </a:cubicBezTo>
                <a:cubicBezTo>
                  <a:pt x="761" y="945"/>
                  <a:pt x="760" y="945"/>
                  <a:pt x="759" y="945"/>
                </a:cubicBezTo>
                <a:cubicBezTo>
                  <a:pt x="755" y="952"/>
                  <a:pt x="744" y="955"/>
                  <a:pt x="754" y="956"/>
                </a:cubicBezTo>
                <a:close/>
                <a:moveTo>
                  <a:pt x="774" y="937"/>
                </a:moveTo>
                <a:cubicBezTo>
                  <a:pt x="769" y="937"/>
                  <a:pt x="765" y="937"/>
                  <a:pt x="762" y="936"/>
                </a:cubicBezTo>
                <a:cubicBezTo>
                  <a:pt x="762" y="936"/>
                  <a:pt x="762" y="936"/>
                  <a:pt x="762" y="936"/>
                </a:cubicBezTo>
                <a:cubicBezTo>
                  <a:pt x="757" y="936"/>
                  <a:pt x="758" y="935"/>
                  <a:pt x="759" y="934"/>
                </a:cubicBezTo>
                <a:cubicBezTo>
                  <a:pt x="759" y="934"/>
                  <a:pt x="758" y="933"/>
                  <a:pt x="758" y="933"/>
                </a:cubicBezTo>
                <a:cubicBezTo>
                  <a:pt x="756" y="934"/>
                  <a:pt x="754" y="936"/>
                  <a:pt x="752" y="937"/>
                </a:cubicBezTo>
                <a:cubicBezTo>
                  <a:pt x="755" y="937"/>
                  <a:pt x="758" y="938"/>
                  <a:pt x="761" y="940"/>
                </a:cubicBezTo>
                <a:cubicBezTo>
                  <a:pt x="766" y="937"/>
                  <a:pt x="767" y="944"/>
                  <a:pt x="774" y="937"/>
                </a:cubicBezTo>
                <a:close/>
                <a:moveTo>
                  <a:pt x="780" y="974"/>
                </a:moveTo>
                <a:cubicBezTo>
                  <a:pt x="780" y="974"/>
                  <a:pt x="780" y="974"/>
                  <a:pt x="780" y="975"/>
                </a:cubicBezTo>
                <a:cubicBezTo>
                  <a:pt x="780" y="974"/>
                  <a:pt x="781" y="974"/>
                  <a:pt x="781" y="974"/>
                </a:cubicBezTo>
                <a:cubicBezTo>
                  <a:pt x="781" y="974"/>
                  <a:pt x="780" y="974"/>
                  <a:pt x="780" y="974"/>
                </a:cubicBezTo>
                <a:close/>
                <a:moveTo>
                  <a:pt x="793" y="1039"/>
                </a:moveTo>
                <a:cubicBezTo>
                  <a:pt x="795" y="1041"/>
                  <a:pt x="795" y="1043"/>
                  <a:pt x="797" y="1040"/>
                </a:cubicBezTo>
                <a:cubicBezTo>
                  <a:pt x="796" y="1039"/>
                  <a:pt x="795" y="1039"/>
                  <a:pt x="793" y="1039"/>
                </a:cubicBezTo>
                <a:close/>
                <a:moveTo>
                  <a:pt x="791" y="1050"/>
                </a:moveTo>
                <a:cubicBezTo>
                  <a:pt x="789" y="1051"/>
                  <a:pt x="788" y="1051"/>
                  <a:pt x="787" y="1051"/>
                </a:cubicBezTo>
                <a:cubicBezTo>
                  <a:pt x="786" y="1051"/>
                  <a:pt x="786" y="1052"/>
                  <a:pt x="786" y="1052"/>
                </a:cubicBezTo>
                <a:cubicBezTo>
                  <a:pt x="787" y="1053"/>
                  <a:pt x="788" y="1053"/>
                  <a:pt x="791" y="1050"/>
                </a:cubicBezTo>
                <a:close/>
                <a:moveTo>
                  <a:pt x="784" y="1058"/>
                </a:moveTo>
                <a:cubicBezTo>
                  <a:pt x="784" y="1058"/>
                  <a:pt x="785" y="1058"/>
                  <a:pt x="785" y="1058"/>
                </a:cubicBezTo>
                <a:cubicBezTo>
                  <a:pt x="785" y="1058"/>
                  <a:pt x="785" y="1058"/>
                  <a:pt x="784" y="1058"/>
                </a:cubicBezTo>
                <a:close/>
                <a:moveTo>
                  <a:pt x="795" y="1060"/>
                </a:moveTo>
                <a:cubicBezTo>
                  <a:pt x="798" y="1060"/>
                  <a:pt x="801" y="1058"/>
                  <a:pt x="804" y="1056"/>
                </a:cubicBezTo>
                <a:cubicBezTo>
                  <a:pt x="803" y="1055"/>
                  <a:pt x="802" y="1054"/>
                  <a:pt x="801" y="1053"/>
                </a:cubicBezTo>
                <a:cubicBezTo>
                  <a:pt x="798" y="1053"/>
                  <a:pt x="795" y="1055"/>
                  <a:pt x="793" y="1056"/>
                </a:cubicBezTo>
                <a:cubicBezTo>
                  <a:pt x="793" y="1057"/>
                  <a:pt x="794" y="1059"/>
                  <a:pt x="795" y="1060"/>
                </a:cubicBezTo>
                <a:close/>
                <a:moveTo>
                  <a:pt x="803" y="1072"/>
                </a:moveTo>
                <a:cubicBezTo>
                  <a:pt x="803" y="1073"/>
                  <a:pt x="803" y="1074"/>
                  <a:pt x="803" y="1075"/>
                </a:cubicBezTo>
                <a:cubicBezTo>
                  <a:pt x="807" y="1076"/>
                  <a:pt x="807" y="1079"/>
                  <a:pt x="810" y="1080"/>
                </a:cubicBezTo>
                <a:cubicBezTo>
                  <a:pt x="809" y="1081"/>
                  <a:pt x="808" y="1082"/>
                  <a:pt x="807" y="1082"/>
                </a:cubicBezTo>
                <a:cubicBezTo>
                  <a:pt x="808" y="1083"/>
                  <a:pt x="807" y="1085"/>
                  <a:pt x="813" y="1085"/>
                </a:cubicBezTo>
                <a:cubicBezTo>
                  <a:pt x="813" y="1079"/>
                  <a:pt x="808" y="1075"/>
                  <a:pt x="808" y="1069"/>
                </a:cubicBezTo>
                <a:cubicBezTo>
                  <a:pt x="806" y="1070"/>
                  <a:pt x="804" y="1071"/>
                  <a:pt x="803" y="1072"/>
                </a:cubicBezTo>
                <a:close/>
                <a:moveTo>
                  <a:pt x="802" y="1073"/>
                </a:moveTo>
                <a:cubicBezTo>
                  <a:pt x="801" y="1074"/>
                  <a:pt x="801" y="1074"/>
                  <a:pt x="801" y="1074"/>
                </a:cubicBezTo>
                <a:cubicBezTo>
                  <a:pt x="802" y="1074"/>
                  <a:pt x="802" y="1075"/>
                  <a:pt x="803" y="1075"/>
                </a:cubicBezTo>
                <a:cubicBezTo>
                  <a:pt x="802" y="1074"/>
                  <a:pt x="802" y="1074"/>
                  <a:pt x="802" y="1073"/>
                </a:cubicBezTo>
                <a:close/>
                <a:moveTo>
                  <a:pt x="796" y="1090"/>
                </a:moveTo>
                <a:cubicBezTo>
                  <a:pt x="798" y="1091"/>
                  <a:pt x="799" y="1091"/>
                  <a:pt x="801" y="1091"/>
                </a:cubicBezTo>
                <a:cubicBezTo>
                  <a:pt x="800" y="1089"/>
                  <a:pt x="800" y="1087"/>
                  <a:pt x="800" y="1085"/>
                </a:cubicBezTo>
                <a:cubicBezTo>
                  <a:pt x="799" y="1086"/>
                  <a:pt x="797" y="1087"/>
                  <a:pt x="796" y="1090"/>
                </a:cubicBezTo>
                <a:close/>
                <a:moveTo>
                  <a:pt x="830" y="1153"/>
                </a:moveTo>
                <a:cubicBezTo>
                  <a:pt x="830" y="1155"/>
                  <a:pt x="831" y="1157"/>
                  <a:pt x="831" y="1158"/>
                </a:cubicBezTo>
                <a:cubicBezTo>
                  <a:pt x="832" y="1157"/>
                  <a:pt x="834" y="1155"/>
                  <a:pt x="834" y="1153"/>
                </a:cubicBezTo>
                <a:cubicBezTo>
                  <a:pt x="833" y="1153"/>
                  <a:pt x="831" y="1153"/>
                  <a:pt x="830" y="1153"/>
                </a:cubicBezTo>
                <a:close/>
                <a:moveTo>
                  <a:pt x="749" y="785"/>
                </a:moveTo>
                <a:cubicBezTo>
                  <a:pt x="746" y="784"/>
                  <a:pt x="744" y="785"/>
                  <a:pt x="742" y="785"/>
                </a:cubicBezTo>
                <a:cubicBezTo>
                  <a:pt x="742" y="787"/>
                  <a:pt x="742" y="789"/>
                  <a:pt x="743" y="790"/>
                </a:cubicBezTo>
                <a:cubicBezTo>
                  <a:pt x="745" y="789"/>
                  <a:pt x="747" y="788"/>
                  <a:pt x="750" y="786"/>
                </a:cubicBezTo>
                <a:cubicBezTo>
                  <a:pt x="749" y="786"/>
                  <a:pt x="749" y="785"/>
                  <a:pt x="749" y="785"/>
                </a:cubicBezTo>
                <a:close/>
                <a:moveTo>
                  <a:pt x="701" y="610"/>
                </a:moveTo>
                <a:cubicBezTo>
                  <a:pt x="700" y="610"/>
                  <a:pt x="699" y="611"/>
                  <a:pt x="699" y="612"/>
                </a:cubicBezTo>
                <a:cubicBezTo>
                  <a:pt x="699" y="612"/>
                  <a:pt x="700" y="612"/>
                  <a:pt x="701" y="612"/>
                </a:cubicBezTo>
                <a:cubicBezTo>
                  <a:pt x="702" y="611"/>
                  <a:pt x="702" y="611"/>
                  <a:pt x="702" y="610"/>
                </a:cubicBezTo>
                <a:cubicBezTo>
                  <a:pt x="702" y="610"/>
                  <a:pt x="701" y="610"/>
                  <a:pt x="701" y="610"/>
                </a:cubicBezTo>
                <a:close/>
                <a:moveTo>
                  <a:pt x="735" y="996"/>
                </a:moveTo>
                <a:cubicBezTo>
                  <a:pt x="738" y="1001"/>
                  <a:pt x="743" y="1003"/>
                  <a:pt x="754" y="1001"/>
                </a:cubicBezTo>
                <a:cubicBezTo>
                  <a:pt x="756" y="1005"/>
                  <a:pt x="748" y="1004"/>
                  <a:pt x="744" y="1010"/>
                </a:cubicBezTo>
                <a:cubicBezTo>
                  <a:pt x="751" y="1011"/>
                  <a:pt x="750" y="1017"/>
                  <a:pt x="753" y="1020"/>
                </a:cubicBezTo>
                <a:cubicBezTo>
                  <a:pt x="760" y="1018"/>
                  <a:pt x="759" y="1021"/>
                  <a:pt x="763" y="1020"/>
                </a:cubicBezTo>
                <a:cubicBezTo>
                  <a:pt x="764" y="1019"/>
                  <a:pt x="764" y="1018"/>
                  <a:pt x="764" y="1018"/>
                </a:cubicBezTo>
                <a:cubicBezTo>
                  <a:pt x="765" y="1018"/>
                  <a:pt x="765" y="1018"/>
                  <a:pt x="765" y="1018"/>
                </a:cubicBezTo>
                <a:cubicBezTo>
                  <a:pt x="766" y="1015"/>
                  <a:pt x="767" y="1012"/>
                  <a:pt x="765" y="1010"/>
                </a:cubicBezTo>
                <a:cubicBezTo>
                  <a:pt x="765" y="1011"/>
                  <a:pt x="764" y="1011"/>
                  <a:pt x="764" y="1012"/>
                </a:cubicBezTo>
                <a:cubicBezTo>
                  <a:pt x="761" y="1012"/>
                  <a:pt x="760" y="1012"/>
                  <a:pt x="759" y="1012"/>
                </a:cubicBezTo>
                <a:cubicBezTo>
                  <a:pt x="758" y="1013"/>
                  <a:pt x="757" y="1014"/>
                  <a:pt x="755" y="1014"/>
                </a:cubicBezTo>
                <a:cubicBezTo>
                  <a:pt x="759" y="1009"/>
                  <a:pt x="751" y="1010"/>
                  <a:pt x="755" y="1005"/>
                </a:cubicBezTo>
                <a:cubicBezTo>
                  <a:pt x="757" y="1005"/>
                  <a:pt x="758" y="1004"/>
                  <a:pt x="760" y="1004"/>
                </a:cubicBezTo>
                <a:cubicBezTo>
                  <a:pt x="760" y="1003"/>
                  <a:pt x="759" y="1003"/>
                  <a:pt x="758" y="1003"/>
                </a:cubicBezTo>
                <a:cubicBezTo>
                  <a:pt x="757" y="1004"/>
                  <a:pt x="755" y="1005"/>
                  <a:pt x="756" y="1003"/>
                </a:cubicBezTo>
                <a:cubicBezTo>
                  <a:pt x="759" y="1003"/>
                  <a:pt x="760" y="1000"/>
                  <a:pt x="763" y="999"/>
                </a:cubicBezTo>
                <a:cubicBezTo>
                  <a:pt x="763" y="1000"/>
                  <a:pt x="764" y="1001"/>
                  <a:pt x="764" y="1002"/>
                </a:cubicBezTo>
                <a:cubicBezTo>
                  <a:pt x="769" y="1000"/>
                  <a:pt x="773" y="997"/>
                  <a:pt x="778" y="996"/>
                </a:cubicBezTo>
                <a:cubicBezTo>
                  <a:pt x="780" y="1001"/>
                  <a:pt x="772" y="1000"/>
                  <a:pt x="769" y="1005"/>
                </a:cubicBezTo>
                <a:cubicBezTo>
                  <a:pt x="780" y="1004"/>
                  <a:pt x="771" y="1016"/>
                  <a:pt x="774" y="1018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6" y="1018"/>
                  <a:pt x="776" y="1019"/>
                  <a:pt x="776" y="1019"/>
                </a:cubicBezTo>
                <a:cubicBezTo>
                  <a:pt x="777" y="1018"/>
                  <a:pt x="780" y="1018"/>
                  <a:pt x="784" y="1016"/>
                </a:cubicBezTo>
                <a:cubicBezTo>
                  <a:pt x="783" y="1018"/>
                  <a:pt x="784" y="1020"/>
                  <a:pt x="787" y="1020"/>
                </a:cubicBezTo>
                <a:cubicBezTo>
                  <a:pt x="787" y="1025"/>
                  <a:pt x="775" y="1027"/>
                  <a:pt x="780" y="1029"/>
                </a:cubicBezTo>
                <a:cubicBezTo>
                  <a:pt x="783" y="1029"/>
                  <a:pt x="785" y="1026"/>
                  <a:pt x="788" y="1026"/>
                </a:cubicBezTo>
                <a:cubicBezTo>
                  <a:pt x="787" y="1031"/>
                  <a:pt x="791" y="1035"/>
                  <a:pt x="789" y="1041"/>
                </a:cubicBezTo>
                <a:cubicBezTo>
                  <a:pt x="791" y="1040"/>
                  <a:pt x="792" y="1039"/>
                  <a:pt x="792" y="1039"/>
                </a:cubicBezTo>
                <a:cubicBezTo>
                  <a:pt x="793" y="1038"/>
                  <a:pt x="794" y="1037"/>
                  <a:pt x="795" y="1036"/>
                </a:cubicBezTo>
                <a:cubicBezTo>
                  <a:pt x="795" y="1034"/>
                  <a:pt x="795" y="1032"/>
                  <a:pt x="796" y="1029"/>
                </a:cubicBezTo>
                <a:cubicBezTo>
                  <a:pt x="795" y="1026"/>
                  <a:pt x="790" y="1025"/>
                  <a:pt x="787" y="1023"/>
                </a:cubicBezTo>
                <a:cubicBezTo>
                  <a:pt x="791" y="1023"/>
                  <a:pt x="793" y="1016"/>
                  <a:pt x="797" y="1015"/>
                </a:cubicBezTo>
                <a:cubicBezTo>
                  <a:pt x="780" y="1014"/>
                  <a:pt x="797" y="989"/>
                  <a:pt x="776" y="994"/>
                </a:cubicBezTo>
                <a:cubicBezTo>
                  <a:pt x="784" y="986"/>
                  <a:pt x="774" y="987"/>
                  <a:pt x="770" y="985"/>
                </a:cubicBezTo>
                <a:cubicBezTo>
                  <a:pt x="771" y="983"/>
                  <a:pt x="772" y="982"/>
                  <a:pt x="774" y="981"/>
                </a:cubicBezTo>
                <a:cubicBezTo>
                  <a:pt x="770" y="981"/>
                  <a:pt x="766" y="981"/>
                  <a:pt x="767" y="978"/>
                </a:cubicBezTo>
                <a:cubicBezTo>
                  <a:pt x="771" y="978"/>
                  <a:pt x="775" y="978"/>
                  <a:pt x="779" y="975"/>
                </a:cubicBezTo>
                <a:cubicBezTo>
                  <a:pt x="778" y="975"/>
                  <a:pt x="778" y="975"/>
                  <a:pt x="778" y="974"/>
                </a:cubicBezTo>
                <a:cubicBezTo>
                  <a:pt x="766" y="975"/>
                  <a:pt x="779" y="956"/>
                  <a:pt x="773" y="951"/>
                </a:cubicBezTo>
                <a:cubicBezTo>
                  <a:pt x="772" y="951"/>
                  <a:pt x="771" y="952"/>
                  <a:pt x="770" y="952"/>
                </a:cubicBezTo>
                <a:cubicBezTo>
                  <a:pt x="767" y="957"/>
                  <a:pt x="761" y="955"/>
                  <a:pt x="758" y="960"/>
                </a:cubicBezTo>
                <a:cubicBezTo>
                  <a:pt x="758" y="966"/>
                  <a:pt x="755" y="969"/>
                  <a:pt x="767" y="967"/>
                </a:cubicBezTo>
                <a:cubicBezTo>
                  <a:pt x="764" y="974"/>
                  <a:pt x="757" y="972"/>
                  <a:pt x="753" y="976"/>
                </a:cubicBezTo>
                <a:cubicBezTo>
                  <a:pt x="755" y="979"/>
                  <a:pt x="758" y="981"/>
                  <a:pt x="760" y="984"/>
                </a:cubicBezTo>
                <a:cubicBezTo>
                  <a:pt x="750" y="984"/>
                  <a:pt x="754" y="987"/>
                  <a:pt x="748" y="993"/>
                </a:cubicBezTo>
                <a:cubicBezTo>
                  <a:pt x="752" y="992"/>
                  <a:pt x="754" y="993"/>
                  <a:pt x="755" y="994"/>
                </a:cubicBezTo>
                <a:cubicBezTo>
                  <a:pt x="756" y="993"/>
                  <a:pt x="756" y="992"/>
                  <a:pt x="757" y="991"/>
                </a:cubicBezTo>
                <a:cubicBezTo>
                  <a:pt x="762" y="991"/>
                  <a:pt x="761" y="994"/>
                  <a:pt x="761" y="996"/>
                </a:cubicBezTo>
                <a:cubicBezTo>
                  <a:pt x="762" y="990"/>
                  <a:pt x="775" y="989"/>
                  <a:pt x="775" y="994"/>
                </a:cubicBezTo>
                <a:cubicBezTo>
                  <a:pt x="770" y="992"/>
                  <a:pt x="766" y="996"/>
                  <a:pt x="762" y="997"/>
                </a:cubicBezTo>
                <a:cubicBezTo>
                  <a:pt x="762" y="997"/>
                  <a:pt x="762" y="997"/>
                  <a:pt x="762" y="997"/>
                </a:cubicBezTo>
                <a:cubicBezTo>
                  <a:pt x="762" y="997"/>
                  <a:pt x="762" y="997"/>
                  <a:pt x="762" y="997"/>
                </a:cubicBezTo>
                <a:cubicBezTo>
                  <a:pt x="762" y="997"/>
                  <a:pt x="761" y="997"/>
                  <a:pt x="761" y="997"/>
                </a:cubicBezTo>
                <a:cubicBezTo>
                  <a:pt x="761" y="997"/>
                  <a:pt x="761" y="997"/>
                  <a:pt x="761" y="997"/>
                </a:cubicBezTo>
                <a:cubicBezTo>
                  <a:pt x="758" y="997"/>
                  <a:pt x="755" y="999"/>
                  <a:pt x="752" y="999"/>
                </a:cubicBezTo>
                <a:cubicBezTo>
                  <a:pt x="752" y="999"/>
                  <a:pt x="752" y="999"/>
                  <a:pt x="752" y="998"/>
                </a:cubicBezTo>
                <a:cubicBezTo>
                  <a:pt x="751" y="999"/>
                  <a:pt x="751" y="999"/>
                  <a:pt x="751" y="999"/>
                </a:cubicBezTo>
                <a:cubicBezTo>
                  <a:pt x="749" y="995"/>
                  <a:pt x="748" y="992"/>
                  <a:pt x="747" y="988"/>
                </a:cubicBezTo>
                <a:cubicBezTo>
                  <a:pt x="740" y="990"/>
                  <a:pt x="747" y="994"/>
                  <a:pt x="739" y="996"/>
                </a:cubicBezTo>
                <a:cubicBezTo>
                  <a:pt x="738" y="996"/>
                  <a:pt x="736" y="996"/>
                  <a:pt x="735" y="996"/>
                </a:cubicBezTo>
                <a:close/>
                <a:moveTo>
                  <a:pt x="780" y="1066"/>
                </a:moveTo>
                <a:cubicBezTo>
                  <a:pt x="788" y="1062"/>
                  <a:pt x="775" y="1059"/>
                  <a:pt x="780" y="1053"/>
                </a:cubicBezTo>
                <a:cubicBezTo>
                  <a:pt x="780" y="1053"/>
                  <a:pt x="780" y="1053"/>
                  <a:pt x="780" y="1053"/>
                </a:cubicBezTo>
                <a:cubicBezTo>
                  <a:pt x="765" y="1057"/>
                  <a:pt x="778" y="1063"/>
                  <a:pt x="780" y="1066"/>
                </a:cubicBezTo>
                <a:close/>
                <a:moveTo>
                  <a:pt x="816" y="1149"/>
                </a:moveTo>
                <a:cubicBezTo>
                  <a:pt x="816" y="1149"/>
                  <a:pt x="816" y="1149"/>
                  <a:pt x="816" y="1149"/>
                </a:cubicBezTo>
                <a:cubicBezTo>
                  <a:pt x="816" y="1150"/>
                  <a:pt x="816" y="1150"/>
                  <a:pt x="815" y="1151"/>
                </a:cubicBezTo>
                <a:cubicBezTo>
                  <a:pt x="819" y="1148"/>
                  <a:pt x="821" y="1147"/>
                  <a:pt x="822" y="1148"/>
                </a:cubicBezTo>
                <a:cubicBezTo>
                  <a:pt x="826" y="1146"/>
                  <a:pt x="827" y="1147"/>
                  <a:pt x="829" y="1149"/>
                </a:cubicBezTo>
                <a:cubicBezTo>
                  <a:pt x="829" y="1149"/>
                  <a:pt x="830" y="1149"/>
                  <a:pt x="830" y="1149"/>
                </a:cubicBezTo>
                <a:cubicBezTo>
                  <a:pt x="832" y="1146"/>
                  <a:pt x="829" y="1144"/>
                  <a:pt x="825" y="1144"/>
                </a:cubicBezTo>
                <a:cubicBezTo>
                  <a:pt x="825" y="1144"/>
                  <a:pt x="825" y="1144"/>
                  <a:pt x="825" y="1145"/>
                </a:cubicBezTo>
                <a:cubicBezTo>
                  <a:pt x="825" y="1144"/>
                  <a:pt x="825" y="1144"/>
                  <a:pt x="825" y="1144"/>
                </a:cubicBezTo>
                <a:cubicBezTo>
                  <a:pt x="822" y="1145"/>
                  <a:pt x="818" y="1146"/>
                  <a:pt x="816" y="1149"/>
                </a:cubicBezTo>
                <a:close/>
                <a:moveTo>
                  <a:pt x="851" y="1214"/>
                </a:moveTo>
                <a:cubicBezTo>
                  <a:pt x="850" y="1217"/>
                  <a:pt x="852" y="1218"/>
                  <a:pt x="855" y="1217"/>
                </a:cubicBezTo>
                <a:cubicBezTo>
                  <a:pt x="855" y="1217"/>
                  <a:pt x="856" y="1217"/>
                  <a:pt x="856" y="1216"/>
                </a:cubicBezTo>
                <a:cubicBezTo>
                  <a:pt x="854" y="1214"/>
                  <a:pt x="853" y="1213"/>
                  <a:pt x="851" y="1214"/>
                </a:cubicBezTo>
                <a:close/>
                <a:moveTo>
                  <a:pt x="743" y="772"/>
                </a:moveTo>
                <a:cubicBezTo>
                  <a:pt x="742" y="771"/>
                  <a:pt x="741" y="771"/>
                  <a:pt x="739" y="770"/>
                </a:cubicBezTo>
                <a:cubicBezTo>
                  <a:pt x="739" y="771"/>
                  <a:pt x="740" y="772"/>
                  <a:pt x="743" y="772"/>
                </a:cubicBezTo>
                <a:close/>
                <a:moveTo>
                  <a:pt x="677" y="467"/>
                </a:moveTo>
                <a:cubicBezTo>
                  <a:pt x="672" y="472"/>
                  <a:pt x="666" y="470"/>
                  <a:pt x="661" y="473"/>
                </a:cubicBezTo>
                <a:cubicBezTo>
                  <a:pt x="675" y="474"/>
                  <a:pt x="667" y="480"/>
                  <a:pt x="671" y="483"/>
                </a:cubicBezTo>
                <a:cubicBezTo>
                  <a:pt x="672" y="480"/>
                  <a:pt x="673" y="477"/>
                  <a:pt x="673" y="474"/>
                </a:cubicBezTo>
                <a:cubicBezTo>
                  <a:pt x="675" y="474"/>
                  <a:pt x="676" y="474"/>
                  <a:pt x="677" y="474"/>
                </a:cubicBezTo>
                <a:cubicBezTo>
                  <a:pt x="678" y="473"/>
                  <a:pt x="679" y="471"/>
                  <a:pt x="679" y="470"/>
                </a:cubicBezTo>
                <a:cubicBezTo>
                  <a:pt x="681" y="471"/>
                  <a:pt x="682" y="472"/>
                  <a:pt x="682" y="474"/>
                </a:cubicBezTo>
                <a:cubicBezTo>
                  <a:pt x="683" y="474"/>
                  <a:pt x="684" y="473"/>
                  <a:pt x="685" y="472"/>
                </a:cubicBezTo>
                <a:cubicBezTo>
                  <a:pt x="678" y="471"/>
                  <a:pt x="683" y="469"/>
                  <a:pt x="685" y="467"/>
                </a:cubicBezTo>
                <a:cubicBezTo>
                  <a:pt x="683" y="467"/>
                  <a:pt x="682" y="467"/>
                  <a:pt x="681" y="466"/>
                </a:cubicBezTo>
                <a:cubicBezTo>
                  <a:pt x="682" y="465"/>
                  <a:pt x="683" y="465"/>
                  <a:pt x="684" y="464"/>
                </a:cubicBezTo>
                <a:cubicBezTo>
                  <a:pt x="684" y="464"/>
                  <a:pt x="684" y="464"/>
                  <a:pt x="684" y="464"/>
                </a:cubicBezTo>
                <a:cubicBezTo>
                  <a:pt x="679" y="462"/>
                  <a:pt x="675" y="462"/>
                  <a:pt x="671" y="463"/>
                </a:cubicBezTo>
                <a:cubicBezTo>
                  <a:pt x="671" y="463"/>
                  <a:pt x="671" y="463"/>
                  <a:pt x="670" y="464"/>
                </a:cubicBezTo>
                <a:cubicBezTo>
                  <a:pt x="675" y="464"/>
                  <a:pt x="673" y="467"/>
                  <a:pt x="677" y="467"/>
                </a:cubicBezTo>
                <a:close/>
                <a:moveTo>
                  <a:pt x="551" y="606"/>
                </a:moveTo>
                <a:cubicBezTo>
                  <a:pt x="551" y="606"/>
                  <a:pt x="552" y="607"/>
                  <a:pt x="553" y="607"/>
                </a:cubicBezTo>
                <a:cubicBezTo>
                  <a:pt x="555" y="605"/>
                  <a:pt x="557" y="603"/>
                  <a:pt x="559" y="601"/>
                </a:cubicBezTo>
                <a:cubicBezTo>
                  <a:pt x="559" y="601"/>
                  <a:pt x="559" y="601"/>
                  <a:pt x="558" y="601"/>
                </a:cubicBezTo>
                <a:cubicBezTo>
                  <a:pt x="556" y="603"/>
                  <a:pt x="554" y="603"/>
                  <a:pt x="551" y="603"/>
                </a:cubicBezTo>
                <a:cubicBezTo>
                  <a:pt x="551" y="603"/>
                  <a:pt x="551" y="603"/>
                  <a:pt x="551" y="603"/>
                </a:cubicBezTo>
                <a:cubicBezTo>
                  <a:pt x="551" y="604"/>
                  <a:pt x="551" y="605"/>
                  <a:pt x="551" y="606"/>
                </a:cubicBezTo>
                <a:close/>
                <a:moveTo>
                  <a:pt x="555" y="596"/>
                </a:moveTo>
                <a:cubicBezTo>
                  <a:pt x="553" y="597"/>
                  <a:pt x="552" y="599"/>
                  <a:pt x="552" y="600"/>
                </a:cubicBezTo>
                <a:cubicBezTo>
                  <a:pt x="553" y="600"/>
                  <a:pt x="554" y="600"/>
                  <a:pt x="555" y="600"/>
                </a:cubicBezTo>
                <a:cubicBezTo>
                  <a:pt x="555" y="599"/>
                  <a:pt x="555" y="598"/>
                  <a:pt x="555" y="596"/>
                </a:cubicBezTo>
                <a:close/>
                <a:moveTo>
                  <a:pt x="549" y="598"/>
                </a:moveTo>
                <a:cubicBezTo>
                  <a:pt x="548" y="598"/>
                  <a:pt x="547" y="599"/>
                  <a:pt x="546" y="600"/>
                </a:cubicBezTo>
                <a:cubicBezTo>
                  <a:pt x="547" y="600"/>
                  <a:pt x="547" y="600"/>
                  <a:pt x="548" y="600"/>
                </a:cubicBezTo>
                <a:cubicBezTo>
                  <a:pt x="548" y="599"/>
                  <a:pt x="549" y="598"/>
                  <a:pt x="549" y="598"/>
                </a:cubicBezTo>
                <a:close/>
                <a:moveTo>
                  <a:pt x="549" y="530"/>
                </a:moveTo>
                <a:cubicBezTo>
                  <a:pt x="547" y="529"/>
                  <a:pt x="545" y="529"/>
                  <a:pt x="545" y="528"/>
                </a:cubicBezTo>
                <a:cubicBezTo>
                  <a:pt x="545" y="528"/>
                  <a:pt x="545" y="528"/>
                  <a:pt x="545" y="528"/>
                </a:cubicBezTo>
                <a:cubicBezTo>
                  <a:pt x="545" y="530"/>
                  <a:pt x="546" y="532"/>
                  <a:pt x="546" y="533"/>
                </a:cubicBezTo>
                <a:cubicBezTo>
                  <a:pt x="545" y="533"/>
                  <a:pt x="545" y="533"/>
                  <a:pt x="544" y="533"/>
                </a:cubicBezTo>
                <a:cubicBezTo>
                  <a:pt x="546" y="534"/>
                  <a:pt x="548" y="534"/>
                  <a:pt x="550" y="535"/>
                </a:cubicBezTo>
                <a:cubicBezTo>
                  <a:pt x="550" y="534"/>
                  <a:pt x="551" y="533"/>
                  <a:pt x="552" y="533"/>
                </a:cubicBezTo>
                <a:cubicBezTo>
                  <a:pt x="551" y="532"/>
                  <a:pt x="550" y="531"/>
                  <a:pt x="549" y="530"/>
                </a:cubicBezTo>
                <a:close/>
                <a:moveTo>
                  <a:pt x="795" y="1083"/>
                </a:moveTo>
                <a:cubicBezTo>
                  <a:pt x="795" y="1083"/>
                  <a:pt x="794" y="1082"/>
                  <a:pt x="791" y="1082"/>
                </a:cubicBezTo>
                <a:cubicBezTo>
                  <a:pt x="791" y="1082"/>
                  <a:pt x="790" y="1082"/>
                  <a:pt x="790" y="1082"/>
                </a:cubicBezTo>
                <a:cubicBezTo>
                  <a:pt x="793" y="1082"/>
                  <a:pt x="794" y="1082"/>
                  <a:pt x="795" y="1083"/>
                </a:cubicBezTo>
                <a:close/>
                <a:moveTo>
                  <a:pt x="799" y="1111"/>
                </a:moveTo>
                <a:cubicBezTo>
                  <a:pt x="801" y="1109"/>
                  <a:pt x="803" y="1107"/>
                  <a:pt x="806" y="1107"/>
                </a:cubicBezTo>
                <a:cubicBezTo>
                  <a:pt x="807" y="1108"/>
                  <a:pt x="807" y="1109"/>
                  <a:pt x="807" y="1110"/>
                </a:cubicBezTo>
                <a:cubicBezTo>
                  <a:pt x="808" y="1109"/>
                  <a:pt x="809" y="1109"/>
                  <a:pt x="810" y="1109"/>
                </a:cubicBezTo>
                <a:cubicBezTo>
                  <a:pt x="810" y="1108"/>
                  <a:pt x="810" y="1108"/>
                  <a:pt x="810" y="1107"/>
                </a:cubicBezTo>
                <a:cubicBezTo>
                  <a:pt x="811" y="1107"/>
                  <a:pt x="812" y="1107"/>
                  <a:pt x="813" y="1108"/>
                </a:cubicBezTo>
                <a:cubicBezTo>
                  <a:pt x="813" y="1108"/>
                  <a:pt x="813" y="1108"/>
                  <a:pt x="813" y="1108"/>
                </a:cubicBezTo>
                <a:cubicBezTo>
                  <a:pt x="813" y="1108"/>
                  <a:pt x="813" y="1108"/>
                  <a:pt x="813" y="1108"/>
                </a:cubicBezTo>
                <a:cubicBezTo>
                  <a:pt x="815" y="1108"/>
                  <a:pt x="816" y="1109"/>
                  <a:pt x="816" y="1111"/>
                </a:cubicBezTo>
                <a:cubicBezTo>
                  <a:pt x="818" y="1113"/>
                  <a:pt x="820" y="1115"/>
                  <a:pt x="820" y="1118"/>
                </a:cubicBezTo>
                <a:cubicBezTo>
                  <a:pt x="821" y="1118"/>
                  <a:pt x="821" y="1118"/>
                  <a:pt x="822" y="1118"/>
                </a:cubicBezTo>
                <a:cubicBezTo>
                  <a:pt x="822" y="1119"/>
                  <a:pt x="821" y="1119"/>
                  <a:pt x="821" y="1120"/>
                </a:cubicBezTo>
                <a:cubicBezTo>
                  <a:pt x="821" y="1121"/>
                  <a:pt x="821" y="1123"/>
                  <a:pt x="821" y="1124"/>
                </a:cubicBezTo>
                <a:cubicBezTo>
                  <a:pt x="828" y="1123"/>
                  <a:pt x="823" y="1130"/>
                  <a:pt x="824" y="1133"/>
                </a:cubicBezTo>
                <a:cubicBezTo>
                  <a:pt x="825" y="1133"/>
                  <a:pt x="827" y="1133"/>
                  <a:pt x="828" y="1133"/>
                </a:cubicBezTo>
                <a:cubicBezTo>
                  <a:pt x="828" y="1133"/>
                  <a:pt x="828" y="1134"/>
                  <a:pt x="827" y="1135"/>
                </a:cubicBezTo>
                <a:cubicBezTo>
                  <a:pt x="828" y="1135"/>
                  <a:pt x="829" y="1135"/>
                  <a:pt x="830" y="1134"/>
                </a:cubicBezTo>
                <a:cubicBezTo>
                  <a:pt x="830" y="1132"/>
                  <a:pt x="830" y="1130"/>
                  <a:pt x="830" y="1128"/>
                </a:cubicBezTo>
                <a:cubicBezTo>
                  <a:pt x="829" y="1127"/>
                  <a:pt x="829" y="1127"/>
                  <a:pt x="828" y="1127"/>
                </a:cubicBezTo>
                <a:cubicBezTo>
                  <a:pt x="828" y="1126"/>
                  <a:pt x="829" y="1126"/>
                  <a:pt x="830" y="1126"/>
                </a:cubicBezTo>
                <a:cubicBezTo>
                  <a:pt x="829" y="1123"/>
                  <a:pt x="829" y="1120"/>
                  <a:pt x="828" y="1118"/>
                </a:cubicBezTo>
                <a:cubicBezTo>
                  <a:pt x="823" y="1115"/>
                  <a:pt x="820" y="1111"/>
                  <a:pt x="823" y="1106"/>
                </a:cubicBezTo>
                <a:cubicBezTo>
                  <a:pt x="823" y="1105"/>
                  <a:pt x="822" y="1104"/>
                  <a:pt x="821" y="1103"/>
                </a:cubicBezTo>
                <a:cubicBezTo>
                  <a:pt x="815" y="1104"/>
                  <a:pt x="809" y="1103"/>
                  <a:pt x="803" y="1103"/>
                </a:cubicBezTo>
                <a:cubicBezTo>
                  <a:pt x="800" y="1103"/>
                  <a:pt x="796" y="1104"/>
                  <a:pt x="793" y="1105"/>
                </a:cubicBezTo>
                <a:cubicBezTo>
                  <a:pt x="793" y="1105"/>
                  <a:pt x="793" y="1106"/>
                  <a:pt x="793" y="1106"/>
                </a:cubicBezTo>
                <a:cubicBezTo>
                  <a:pt x="796" y="1107"/>
                  <a:pt x="801" y="1106"/>
                  <a:pt x="792" y="1111"/>
                </a:cubicBezTo>
                <a:cubicBezTo>
                  <a:pt x="794" y="1111"/>
                  <a:pt x="796" y="1112"/>
                  <a:pt x="799" y="1111"/>
                </a:cubicBezTo>
                <a:close/>
                <a:moveTo>
                  <a:pt x="964" y="1001"/>
                </a:moveTo>
                <a:cubicBezTo>
                  <a:pt x="958" y="1007"/>
                  <a:pt x="964" y="1007"/>
                  <a:pt x="962" y="1011"/>
                </a:cubicBezTo>
                <a:cubicBezTo>
                  <a:pt x="964" y="1011"/>
                  <a:pt x="969" y="1008"/>
                  <a:pt x="972" y="1006"/>
                </a:cubicBezTo>
                <a:cubicBezTo>
                  <a:pt x="972" y="1006"/>
                  <a:pt x="972" y="1005"/>
                  <a:pt x="972" y="1005"/>
                </a:cubicBezTo>
                <a:cubicBezTo>
                  <a:pt x="972" y="1005"/>
                  <a:pt x="973" y="1005"/>
                  <a:pt x="973" y="1006"/>
                </a:cubicBezTo>
                <a:cubicBezTo>
                  <a:pt x="975" y="1004"/>
                  <a:pt x="977" y="1004"/>
                  <a:pt x="975" y="1008"/>
                </a:cubicBezTo>
                <a:cubicBezTo>
                  <a:pt x="975" y="1008"/>
                  <a:pt x="975" y="1008"/>
                  <a:pt x="976" y="1009"/>
                </a:cubicBezTo>
                <a:cubicBezTo>
                  <a:pt x="977" y="1008"/>
                  <a:pt x="977" y="1008"/>
                  <a:pt x="978" y="1007"/>
                </a:cubicBezTo>
                <a:cubicBezTo>
                  <a:pt x="980" y="1007"/>
                  <a:pt x="981" y="1007"/>
                  <a:pt x="983" y="1007"/>
                </a:cubicBezTo>
                <a:cubicBezTo>
                  <a:pt x="982" y="1005"/>
                  <a:pt x="983" y="1002"/>
                  <a:pt x="986" y="999"/>
                </a:cubicBezTo>
                <a:cubicBezTo>
                  <a:pt x="978" y="999"/>
                  <a:pt x="972" y="1002"/>
                  <a:pt x="964" y="1001"/>
                </a:cubicBezTo>
                <a:close/>
                <a:moveTo>
                  <a:pt x="996" y="977"/>
                </a:moveTo>
                <a:cubicBezTo>
                  <a:pt x="995" y="974"/>
                  <a:pt x="993" y="973"/>
                  <a:pt x="992" y="970"/>
                </a:cubicBezTo>
                <a:cubicBezTo>
                  <a:pt x="988" y="969"/>
                  <a:pt x="986" y="975"/>
                  <a:pt x="982" y="975"/>
                </a:cubicBezTo>
                <a:cubicBezTo>
                  <a:pt x="981" y="981"/>
                  <a:pt x="988" y="978"/>
                  <a:pt x="996" y="977"/>
                </a:cubicBezTo>
                <a:close/>
                <a:moveTo>
                  <a:pt x="870" y="773"/>
                </a:moveTo>
                <a:cubicBezTo>
                  <a:pt x="869" y="776"/>
                  <a:pt x="868" y="778"/>
                  <a:pt x="867" y="780"/>
                </a:cubicBezTo>
                <a:cubicBezTo>
                  <a:pt x="867" y="782"/>
                  <a:pt x="867" y="783"/>
                  <a:pt x="868" y="785"/>
                </a:cubicBezTo>
                <a:cubicBezTo>
                  <a:pt x="870" y="783"/>
                  <a:pt x="872" y="782"/>
                  <a:pt x="873" y="780"/>
                </a:cubicBezTo>
                <a:cubicBezTo>
                  <a:pt x="874" y="777"/>
                  <a:pt x="872" y="775"/>
                  <a:pt x="870" y="773"/>
                </a:cubicBezTo>
                <a:close/>
                <a:moveTo>
                  <a:pt x="845" y="680"/>
                </a:moveTo>
                <a:cubicBezTo>
                  <a:pt x="844" y="680"/>
                  <a:pt x="844" y="680"/>
                  <a:pt x="843" y="681"/>
                </a:cubicBezTo>
                <a:cubicBezTo>
                  <a:pt x="844" y="681"/>
                  <a:pt x="844" y="681"/>
                  <a:pt x="845" y="681"/>
                </a:cubicBezTo>
                <a:cubicBezTo>
                  <a:pt x="845" y="681"/>
                  <a:pt x="845" y="680"/>
                  <a:pt x="845" y="680"/>
                </a:cubicBezTo>
                <a:close/>
                <a:moveTo>
                  <a:pt x="843" y="673"/>
                </a:moveTo>
                <a:cubicBezTo>
                  <a:pt x="843" y="673"/>
                  <a:pt x="844" y="673"/>
                  <a:pt x="845" y="673"/>
                </a:cubicBezTo>
                <a:cubicBezTo>
                  <a:pt x="844" y="672"/>
                  <a:pt x="844" y="672"/>
                  <a:pt x="844" y="671"/>
                </a:cubicBezTo>
                <a:cubicBezTo>
                  <a:pt x="844" y="672"/>
                  <a:pt x="843" y="672"/>
                  <a:pt x="843" y="673"/>
                </a:cubicBezTo>
                <a:close/>
                <a:moveTo>
                  <a:pt x="785" y="462"/>
                </a:moveTo>
                <a:cubicBezTo>
                  <a:pt x="782" y="465"/>
                  <a:pt x="785" y="466"/>
                  <a:pt x="783" y="468"/>
                </a:cubicBezTo>
                <a:cubicBezTo>
                  <a:pt x="788" y="469"/>
                  <a:pt x="794" y="470"/>
                  <a:pt x="800" y="471"/>
                </a:cubicBezTo>
                <a:cubicBezTo>
                  <a:pt x="804" y="464"/>
                  <a:pt x="794" y="459"/>
                  <a:pt x="785" y="462"/>
                </a:cubicBezTo>
                <a:close/>
                <a:moveTo>
                  <a:pt x="701" y="572"/>
                </a:moveTo>
                <a:cubicBezTo>
                  <a:pt x="699" y="573"/>
                  <a:pt x="697" y="574"/>
                  <a:pt x="696" y="576"/>
                </a:cubicBezTo>
                <a:cubicBezTo>
                  <a:pt x="697" y="576"/>
                  <a:pt x="698" y="576"/>
                  <a:pt x="699" y="576"/>
                </a:cubicBezTo>
                <a:cubicBezTo>
                  <a:pt x="700" y="575"/>
                  <a:pt x="701" y="575"/>
                  <a:pt x="702" y="575"/>
                </a:cubicBezTo>
                <a:cubicBezTo>
                  <a:pt x="703" y="574"/>
                  <a:pt x="704" y="573"/>
                  <a:pt x="705" y="572"/>
                </a:cubicBezTo>
                <a:cubicBezTo>
                  <a:pt x="703" y="572"/>
                  <a:pt x="702" y="572"/>
                  <a:pt x="701" y="572"/>
                </a:cubicBezTo>
                <a:close/>
                <a:moveTo>
                  <a:pt x="672" y="385"/>
                </a:moveTo>
                <a:cubicBezTo>
                  <a:pt x="671" y="385"/>
                  <a:pt x="670" y="385"/>
                  <a:pt x="670" y="385"/>
                </a:cubicBezTo>
                <a:cubicBezTo>
                  <a:pt x="664" y="388"/>
                  <a:pt x="666" y="389"/>
                  <a:pt x="670" y="391"/>
                </a:cubicBezTo>
                <a:cubicBezTo>
                  <a:pt x="672" y="388"/>
                  <a:pt x="673" y="386"/>
                  <a:pt x="672" y="385"/>
                </a:cubicBezTo>
                <a:close/>
                <a:moveTo>
                  <a:pt x="677" y="394"/>
                </a:moveTo>
                <a:cubicBezTo>
                  <a:pt x="681" y="395"/>
                  <a:pt x="684" y="397"/>
                  <a:pt x="684" y="399"/>
                </a:cubicBezTo>
                <a:cubicBezTo>
                  <a:pt x="687" y="397"/>
                  <a:pt x="690" y="395"/>
                  <a:pt x="687" y="392"/>
                </a:cubicBezTo>
                <a:cubicBezTo>
                  <a:pt x="683" y="392"/>
                  <a:pt x="680" y="393"/>
                  <a:pt x="677" y="394"/>
                </a:cubicBezTo>
                <a:close/>
                <a:moveTo>
                  <a:pt x="669" y="411"/>
                </a:moveTo>
                <a:cubicBezTo>
                  <a:pt x="672" y="412"/>
                  <a:pt x="675" y="411"/>
                  <a:pt x="676" y="410"/>
                </a:cubicBezTo>
                <a:cubicBezTo>
                  <a:pt x="675" y="409"/>
                  <a:pt x="675" y="407"/>
                  <a:pt x="675" y="405"/>
                </a:cubicBezTo>
                <a:cubicBezTo>
                  <a:pt x="677" y="406"/>
                  <a:pt x="678" y="406"/>
                  <a:pt x="680" y="406"/>
                </a:cubicBezTo>
                <a:cubicBezTo>
                  <a:pt x="680" y="403"/>
                  <a:pt x="678" y="400"/>
                  <a:pt x="672" y="402"/>
                </a:cubicBezTo>
                <a:cubicBezTo>
                  <a:pt x="667" y="407"/>
                  <a:pt x="682" y="406"/>
                  <a:pt x="669" y="411"/>
                </a:cubicBezTo>
                <a:close/>
                <a:moveTo>
                  <a:pt x="663" y="542"/>
                </a:moveTo>
                <a:cubicBezTo>
                  <a:pt x="667" y="542"/>
                  <a:pt x="670" y="541"/>
                  <a:pt x="673" y="538"/>
                </a:cubicBezTo>
                <a:cubicBezTo>
                  <a:pt x="672" y="545"/>
                  <a:pt x="666" y="558"/>
                  <a:pt x="677" y="558"/>
                </a:cubicBezTo>
                <a:cubicBezTo>
                  <a:pt x="677" y="557"/>
                  <a:pt x="678" y="556"/>
                  <a:pt x="678" y="555"/>
                </a:cubicBezTo>
                <a:cubicBezTo>
                  <a:pt x="679" y="551"/>
                  <a:pt x="678" y="548"/>
                  <a:pt x="676" y="545"/>
                </a:cubicBezTo>
                <a:cubicBezTo>
                  <a:pt x="679" y="546"/>
                  <a:pt x="681" y="546"/>
                  <a:pt x="683" y="545"/>
                </a:cubicBezTo>
                <a:cubicBezTo>
                  <a:pt x="684" y="544"/>
                  <a:pt x="686" y="543"/>
                  <a:pt x="688" y="541"/>
                </a:cubicBezTo>
                <a:cubicBezTo>
                  <a:pt x="680" y="540"/>
                  <a:pt x="673" y="538"/>
                  <a:pt x="671" y="534"/>
                </a:cubicBezTo>
                <a:cubicBezTo>
                  <a:pt x="665" y="534"/>
                  <a:pt x="662" y="536"/>
                  <a:pt x="663" y="542"/>
                </a:cubicBezTo>
                <a:close/>
                <a:moveTo>
                  <a:pt x="660" y="568"/>
                </a:moveTo>
                <a:cubicBezTo>
                  <a:pt x="664" y="569"/>
                  <a:pt x="667" y="570"/>
                  <a:pt x="671" y="570"/>
                </a:cubicBezTo>
                <a:cubicBezTo>
                  <a:pt x="673" y="568"/>
                  <a:pt x="675" y="567"/>
                  <a:pt x="677" y="566"/>
                </a:cubicBezTo>
                <a:cubicBezTo>
                  <a:pt x="677" y="565"/>
                  <a:pt x="677" y="563"/>
                  <a:pt x="677" y="562"/>
                </a:cubicBezTo>
                <a:cubicBezTo>
                  <a:pt x="674" y="564"/>
                  <a:pt x="672" y="568"/>
                  <a:pt x="668" y="568"/>
                </a:cubicBezTo>
                <a:cubicBezTo>
                  <a:pt x="667" y="566"/>
                  <a:pt x="672" y="562"/>
                  <a:pt x="669" y="560"/>
                </a:cubicBezTo>
                <a:cubicBezTo>
                  <a:pt x="661" y="560"/>
                  <a:pt x="665" y="566"/>
                  <a:pt x="660" y="568"/>
                </a:cubicBezTo>
                <a:close/>
                <a:moveTo>
                  <a:pt x="632" y="651"/>
                </a:moveTo>
                <a:cubicBezTo>
                  <a:pt x="632" y="653"/>
                  <a:pt x="632" y="654"/>
                  <a:pt x="631" y="655"/>
                </a:cubicBezTo>
                <a:cubicBezTo>
                  <a:pt x="636" y="657"/>
                  <a:pt x="650" y="653"/>
                  <a:pt x="659" y="656"/>
                </a:cubicBezTo>
                <a:cubicBezTo>
                  <a:pt x="662" y="660"/>
                  <a:pt x="655" y="667"/>
                  <a:pt x="660" y="670"/>
                </a:cubicBezTo>
                <a:cubicBezTo>
                  <a:pt x="671" y="664"/>
                  <a:pt x="658" y="659"/>
                  <a:pt x="670" y="660"/>
                </a:cubicBezTo>
                <a:cubicBezTo>
                  <a:pt x="673" y="654"/>
                  <a:pt x="664" y="651"/>
                  <a:pt x="675" y="646"/>
                </a:cubicBezTo>
                <a:cubicBezTo>
                  <a:pt x="672" y="644"/>
                  <a:pt x="673" y="640"/>
                  <a:pt x="666" y="642"/>
                </a:cubicBezTo>
                <a:cubicBezTo>
                  <a:pt x="662" y="652"/>
                  <a:pt x="642" y="654"/>
                  <a:pt x="632" y="651"/>
                </a:cubicBezTo>
                <a:close/>
                <a:moveTo>
                  <a:pt x="628" y="666"/>
                </a:moveTo>
                <a:cubicBezTo>
                  <a:pt x="634" y="667"/>
                  <a:pt x="639" y="668"/>
                  <a:pt x="645" y="669"/>
                </a:cubicBezTo>
                <a:cubicBezTo>
                  <a:pt x="649" y="663"/>
                  <a:pt x="639" y="657"/>
                  <a:pt x="631" y="661"/>
                </a:cubicBezTo>
                <a:cubicBezTo>
                  <a:pt x="627" y="663"/>
                  <a:pt x="630" y="664"/>
                  <a:pt x="628" y="666"/>
                </a:cubicBezTo>
                <a:close/>
                <a:moveTo>
                  <a:pt x="528" y="485"/>
                </a:moveTo>
                <a:cubicBezTo>
                  <a:pt x="525" y="484"/>
                  <a:pt x="529" y="482"/>
                  <a:pt x="527" y="481"/>
                </a:cubicBezTo>
                <a:cubicBezTo>
                  <a:pt x="524" y="481"/>
                  <a:pt x="520" y="482"/>
                  <a:pt x="517" y="480"/>
                </a:cubicBezTo>
                <a:cubicBezTo>
                  <a:pt x="517" y="479"/>
                  <a:pt x="518" y="478"/>
                  <a:pt x="519" y="478"/>
                </a:cubicBezTo>
                <a:cubicBezTo>
                  <a:pt x="517" y="477"/>
                  <a:pt x="516" y="475"/>
                  <a:pt x="517" y="474"/>
                </a:cubicBezTo>
                <a:cubicBezTo>
                  <a:pt x="515" y="475"/>
                  <a:pt x="514" y="476"/>
                  <a:pt x="514" y="477"/>
                </a:cubicBezTo>
                <a:cubicBezTo>
                  <a:pt x="517" y="478"/>
                  <a:pt x="516" y="480"/>
                  <a:pt x="515" y="482"/>
                </a:cubicBezTo>
                <a:cubicBezTo>
                  <a:pt x="515" y="483"/>
                  <a:pt x="516" y="484"/>
                  <a:pt x="517" y="486"/>
                </a:cubicBezTo>
                <a:cubicBezTo>
                  <a:pt x="522" y="485"/>
                  <a:pt x="520" y="489"/>
                  <a:pt x="528" y="485"/>
                </a:cubicBezTo>
                <a:close/>
                <a:moveTo>
                  <a:pt x="521" y="468"/>
                </a:moveTo>
                <a:cubicBezTo>
                  <a:pt x="519" y="472"/>
                  <a:pt x="520" y="474"/>
                  <a:pt x="522" y="477"/>
                </a:cubicBezTo>
                <a:cubicBezTo>
                  <a:pt x="523" y="477"/>
                  <a:pt x="524" y="476"/>
                  <a:pt x="525" y="476"/>
                </a:cubicBezTo>
                <a:cubicBezTo>
                  <a:pt x="524" y="476"/>
                  <a:pt x="523" y="475"/>
                  <a:pt x="522" y="475"/>
                </a:cubicBezTo>
                <a:cubicBezTo>
                  <a:pt x="525" y="472"/>
                  <a:pt x="527" y="470"/>
                  <a:pt x="528" y="468"/>
                </a:cubicBezTo>
                <a:cubicBezTo>
                  <a:pt x="525" y="468"/>
                  <a:pt x="523" y="468"/>
                  <a:pt x="521" y="468"/>
                </a:cubicBezTo>
                <a:close/>
                <a:moveTo>
                  <a:pt x="1036" y="1158"/>
                </a:moveTo>
                <a:cubicBezTo>
                  <a:pt x="1036" y="1162"/>
                  <a:pt x="1039" y="1163"/>
                  <a:pt x="1044" y="1164"/>
                </a:cubicBezTo>
                <a:cubicBezTo>
                  <a:pt x="1048" y="1157"/>
                  <a:pt x="1042" y="1155"/>
                  <a:pt x="1036" y="1158"/>
                </a:cubicBezTo>
                <a:close/>
                <a:moveTo>
                  <a:pt x="1012" y="970"/>
                </a:moveTo>
                <a:cubicBezTo>
                  <a:pt x="1003" y="971"/>
                  <a:pt x="1010" y="964"/>
                  <a:pt x="1002" y="962"/>
                </a:cubicBezTo>
                <a:cubicBezTo>
                  <a:pt x="993" y="972"/>
                  <a:pt x="1006" y="971"/>
                  <a:pt x="1005" y="977"/>
                </a:cubicBezTo>
                <a:cubicBezTo>
                  <a:pt x="1008" y="977"/>
                  <a:pt x="1010" y="972"/>
                  <a:pt x="1012" y="970"/>
                </a:cubicBezTo>
                <a:close/>
                <a:moveTo>
                  <a:pt x="1005" y="948"/>
                </a:moveTo>
                <a:cubicBezTo>
                  <a:pt x="1004" y="946"/>
                  <a:pt x="997" y="944"/>
                  <a:pt x="993" y="946"/>
                </a:cubicBezTo>
                <a:cubicBezTo>
                  <a:pt x="993" y="951"/>
                  <a:pt x="992" y="957"/>
                  <a:pt x="1000" y="958"/>
                </a:cubicBezTo>
                <a:cubicBezTo>
                  <a:pt x="1005" y="953"/>
                  <a:pt x="998" y="950"/>
                  <a:pt x="1005" y="948"/>
                </a:cubicBezTo>
                <a:close/>
                <a:moveTo>
                  <a:pt x="945" y="884"/>
                </a:moveTo>
                <a:cubicBezTo>
                  <a:pt x="939" y="888"/>
                  <a:pt x="938" y="895"/>
                  <a:pt x="942" y="897"/>
                </a:cubicBezTo>
                <a:cubicBezTo>
                  <a:pt x="941" y="891"/>
                  <a:pt x="957" y="884"/>
                  <a:pt x="945" y="884"/>
                </a:cubicBezTo>
                <a:close/>
                <a:moveTo>
                  <a:pt x="875" y="772"/>
                </a:moveTo>
                <a:cubicBezTo>
                  <a:pt x="874" y="772"/>
                  <a:pt x="874" y="772"/>
                  <a:pt x="874" y="772"/>
                </a:cubicBezTo>
                <a:cubicBezTo>
                  <a:pt x="874" y="772"/>
                  <a:pt x="874" y="772"/>
                  <a:pt x="874" y="772"/>
                </a:cubicBezTo>
                <a:cubicBezTo>
                  <a:pt x="874" y="772"/>
                  <a:pt x="874" y="772"/>
                  <a:pt x="875" y="772"/>
                </a:cubicBezTo>
                <a:close/>
                <a:moveTo>
                  <a:pt x="862" y="726"/>
                </a:moveTo>
                <a:cubicBezTo>
                  <a:pt x="863" y="726"/>
                  <a:pt x="863" y="726"/>
                  <a:pt x="863" y="726"/>
                </a:cubicBezTo>
                <a:cubicBezTo>
                  <a:pt x="862" y="726"/>
                  <a:pt x="862" y="726"/>
                  <a:pt x="862" y="726"/>
                </a:cubicBezTo>
                <a:cubicBezTo>
                  <a:pt x="862" y="726"/>
                  <a:pt x="862" y="726"/>
                  <a:pt x="862" y="726"/>
                </a:cubicBezTo>
                <a:close/>
                <a:moveTo>
                  <a:pt x="862" y="671"/>
                </a:moveTo>
                <a:cubicBezTo>
                  <a:pt x="858" y="670"/>
                  <a:pt x="859" y="666"/>
                  <a:pt x="851" y="666"/>
                </a:cubicBezTo>
                <a:cubicBezTo>
                  <a:pt x="851" y="666"/>
                  <a:pt x="850" y="667"/>
                  <a:pt x="850" y="667"/>
                </a:cubicBezTo>
                <a:cubicBezTo>
                  <a:pt x="851" y="671"/>
                  <a:pt x="850" y="676"/>
                  <a:pt x="849" y="681"/>
                </a:cubicBezTo>
                <a:cubicBezTo>
                  <a:pt x="852" y="681"/>
                  <a:pt x="853" y="680"/>
                  <a:pt x="857" y="682"/>
                </a:cubicBezTo>
                <a:cubicBezTo>
                  <a:pt x="857" y="679"/>
                  <a:pt x="854" y="677"/>
                  <a:pt x="862" y="671"/>
                </a:cubicBezTo>
                <a:close/>
                <a:moveTo>
                  <a:pt x="737" y="477"/>
                </a:moveTo>
                <a:cubicBezTo>
                  <a:pt x="731" y="483"/>
                  <a:pt x="735" y="485"/>
                  <a:pt x="734" y="490"/>
                </a:cubicBezTo>
                <a:cubicBezTo>
                  <a:pt x="740" y="488"/>
                  <a:pt x="745" y="477"/>
                  <a:pt x="737" y="477"/>
                </a:cubicBezTo>
                <a:close/>
                <a:moveTo>
                  <a:pt x="707" y="337"/>
                </a:moveTo>
                <a:cubicBezTo>
                  <a:pt x="714" y="333"/>
                  <a:pt x="701" y="333"/>
                  <a:pt x="700" y="330"/>
                </a:cubicBezTo>
                <a:cubicBezTo>
                  <a:pt x="692" y="335"/>
                  <a:pt x="701" y="336"/>
                  <a:pt x="707" y="337"/>
                </a:cubicBezTo>
                <a:close/>
                <a:moveTo>
                  <a:pt x="654" y="546"/>
                </a:moveTo>
                <a:cubicBezTo>
                  <a:pt x="658" y="542"/>
                  <a:pt x="656" y="540"/>
                  <a:pt x="658" y="537"/>
                </a:cubicBezTo>
                <a:cubicBezTo>
                  <a:pt x="649" y="536"/>
                  <a:pt x="646" y="545"/>
                  <a:pt x="654" y="546"/>
                </a:cubicBezTo>
                <a:close/>
                <a:moveTo>
                  <a:pt x="653" y="563"/>
                </a:moveTo>
                <a:cubicBezTo>
                  <a:pt x="656" y="560"/>
                  <a:pt x="659" y="560"/>
                  <a:pt x="662" y="557"/>
                </a:cubicBezTo>
                <a:cubicBezTo>
                  <a:pt x="659" y="556"/>
                  <a:pt x="656" y="556"/>
                  <a:pt x="653" y="555"/>
                </a:cubicBezTo>
                <a:cubicBezTo>
                  <a:pt x="648" y="559"/>
                  <a:pt x="647" y="562"/>
                  <a:pt x="653" y="563"/>
                </a:cubicBezTo>
                <a:close/>
                <a:moveTo>
                  <a:pt x="648" y="567"/>
                </a:moveTo>
                <a:cubicBezTo>
                  <a:pt x="647" y="565"/>
                  <a:pt x="640" y="563"/>
                  <a:pt x="635" y="565"/>
                </a:cubicBezTo>
                <a:cubicBezTo>
                  <a:pt x="630" y="569"/>
                  <a:pt x="631" y="571"/>
                  <a:pt x="636" y="573"/>
                </a:cubicBezTo>
                <a:cubicBezTo>
                  <a:pt x="639" y="567"/>
                  <a:pt x="645" y="573"/>
                  <a:pt x="648" y="567"/>
                </a:cubicBezTo>
                <a:close/>
                <a:moveTo>
                  <a:pt x="640" y="527"/>
                </a:moveTo>
                <a:cubicBezTo>
                  <a:pt x="638" y="529"/>
                  <a:pt x="635" y="532"/>
                  <a:pt x="632" y="531"/>
                </a:cubicBezTo>
                <a:cubicBezTo>
                  <a:pt x="633" y="537"/>
                  <a:pt x="631" y="541"/>
                  <a:pt x="641" y="543"/>
                </a:cubicBezTo>
                <a:cubicBezTo>
                  <a:pt x="634" y="539"/>
                  <a:pt x="646" y="531"/>
                  <a:pt x="640" y="527"/>
                </a:cubicBezTo>
                <a:close/>
                <a:moveTo>
                  <a:pt x="317" y="584"/>
                </a:moveTo>
                <a:cubicBezTo>
                  <a:pt x="318" y="583"/>
                  <a:pt x="319" y="582"/>
                  <a:pt x="320" y="581"/>
                </a:cubicBezTo>
                <a:cubicBezTo>
                  <a:pt x="320" y="580"/>
                  <a:pt x="320" y="578"/>
                  <a:pt x="317" y="578"/>
                </a:cubicBezTo>
                <a:cubicBezTo>
                  <a:pt x="318" y="576"/>
                  <a:pt x="320" y="575"/>
                  <a:pt x="321" y="574"/>
                </a:cubicBezTo>
                <a:cubicBezTo>
                  <a:pt x="321" y="572"/>
                  <a:pt x="320" y="570"/>
                  <a:pt x="322" y="567"/>
                </a:cubicBezTo>
                <a:cubicBezTo>
                  <a:pt x="312" y="570"/>
                  <a:pt x="311" y="581"/>
                  <a:pt x="317" y="584"/>
                </a:cubicBezTo>
                <a:close/>
                <a:moveTo>
                  <a:pt x="313" y="639"/>
                </a:moveTo>
                <a:cubicBezTo>
                  <a:pt x="312" y="642"/>
                  <a:pt x="312" y="644"/>
                  <a:pt x="313" y="646"/>
                </a:cubicBezTo>
                <a:cubicBezTo>
                  <a:pt x="312" y="644"/>
                  <a:pt x="313" y="641"/>
                  <a:pt x="313" y="639"/>
                </a:cubicBezTo>
                <a:close/>
                <a:moveTo>
                  <a:pt x="200" y="402"/>
                </a:moveTo>
                <a:cubicBezTo>
                  <a:pt x="199" y="402"/>
                  <a:pt x="197" y="403"/>
                  <a:pt x="195" y="406"/>
                </a:cubicBezTo>
                <a:cubicBezTo>
                  <a:pt x="198" y="406"/>
                  <a:pt x="199" y="407"/>
                  <a:pt x="200" y="408"/>
                </a:cubicBezTo>
                <a:cubicBezTo>
                  <a:pt x="200" y="408"/>
                  <a:pt x="200" y="408"/>
                  <a:pt x="200" y="408"/>
                </a:cubicBezTo>
                <a:cubicBezTo>
                  <a:pt x="201" y="406"/>
                  <a:pt x="201" y="404"/>
                  <a:pt x="200" y="402"/>
                </a:cubicBezTo>
                <a:close/>
                <a:moveTo>
                  <a:pt x="195" y="401"/>
                </a:moveTo>
                <a:cubicBezTo>
                  <a:pt x="196" y="401"/>
                  <a:pt x="198" y="400"/>
                  <a:pt x="200" y="400"/>
                </a:cubicBezTo>
                <a:cubicBezTo>
                  <a:pt x="199" y="398"/>
                  <a:pt x="198" y="396"/>
                  <a:pt x="197" y="394"/>
                </a:cubicBezTo>
                <a:cubicBezTo>
                  <a:pt x="195" y="396"/>
                  <a:pt x="189" y="398"/>
                  <a:pt x="195" y="401"/>
                </a:cubicBezTo>
                <a:close/>
                <a:moveTo>
                  <a:pt x="1298" y="1264"/>
                </a:moveTo>
                <a:cubicBezTo>
                  <a:pt x="1300" y="1259"/>
                  <a:pt x="1302" y="1253"/>
                  <a:pt x="1293" y="1256"/>
                </a:cubicBezTo>
                <a:cubicBezTo>
                  <a:pt x="1291" y="1261"/>
                  <a:pt x="1292" y="1264"/>
                  <a:pt x="1298" y="1264"/>
                </a:cubicBezTo>
                <a:close/>
                <a:moveTo>
                  <a:pt x="1173" y="1081"/>
                </a:moveTo>
                <a:cubicBezTo>
                  <a:pt x="1169" y="1090"/>
                  <a:pt x="1181" y="1088"/>
                  <a:pt x="1188" y="1090"/>
                </a:cubicBezTo>
                <a:cubicBezTo>
                  <a:pt x="1192" y="1085"/>
                  <a:pt x="1195" y="1080"/>
                  <a:pt x="1190" y="1080"/>
                </a:cubicBezTo>
                <a:cubicBezTo>
                  <a:pt x="1197" y="1074"/>
                  <a:pt x="1204" y="1074"/>
                  <a:pt x="1207" y="1073"/>
                </a:cubicBezTo>
                <a:cubicBezTo>
                  <a:pt x="1211" y="1059"/>
                  <a:pt x="1185" y="1083"/>
                  <a:pt x="1173" y="1081"/>
                </a:cubicBezTo>
                <a:close/>
                <a:moveTo>
                  <a:pt x="1183" y="1071"/>
                </a:moveTo>
                <a:cubicBezTo>
                  <a:pt x="1191" y="1063"/>
                  <a:pt x="1180" y="1067"/>
                  <a:pt x="1183" y="1062"/>
                </a:cubicBezTo>
                <a:cubicBezTo>
                  <a:pt x="1175" y="1065"/>
                  <a:pt x="1177" y="1073"/>
                  <a:pt x="1183" y="1071"/>
                </a:cubicBezTo>
                <a:close/>
                <a:moveTo>
                  <a:pt x="1169" y="1070"/>
                </a:moveTo>
                <a:cubicBezTo>
                  <a:pt x="1170" y="1074"/>
                  <a:pt x="1166" y="1080"/>
                  <a:pt x="1177" y="1077"/>
                </a:cubicBezTo>
                <a:cubicBezTo>
                  <a:pt x="1180" y="1072"/>
                  <a:pt x="1172" y="1072"/>
                  <a:pt x="1169" y="1070"/>
                </a:cubicBezTo>
                <a:close/>
                <a:moveTo>
                  <a:pt x="1162" y="1105"/>
                </a:moveTo>
                <a:cubicBezTo>
                  <a:pt x="1166" y="1104"/>
                  <a:pt x="1167" y="1097"/>
                  <a:pt x="1172" y="1097"/>
                </a:cubicBezTo>
                <a:cubicBezTo>
                  <a:pt x="1172" y="1090"/>
                  <a:pt x="1162" y="1101"/>
                  <a:pt x="1157" y="1100"/>
                </a:cubicBezTo>
                <a:cubicBezTo>
                  <a:pt x="1153" y="1105"/>
                  <a:pt x="1156" y="1106"/>
                  <a:pt x="1162" y="1105"/>
                </a:cubicBezTo>
                <a:close/>
                <a:moveTo>
                  <a:pt x="1154" y="1362"/>
                </a:moveTo>
                <a:cubicBezTo>
                  <a:pt x="1146" y="1367"/>
                  <a:pt x="1149" y="1371"/>
                  <a:pt x="1153" y="1372"/>
                </a:cubicBezTo>
                <a:cubicBezTo>
                  <a:pt x="1154" y="1372"/>
                  <a:pt x="1154" y="1372"/>
                  <a:pt x="1154" y="1371"/>
                </a:cubicBezTo>
                <a:cubicBezTo>
                  <a:pt x="1151" y="1372"/>
                  <a:pt x="1156" y="1366"/>
                  <a:pt x="1155" y="1369"/>
                </a:cubicBezTo>
                <a:cubicBezTo>
                  <a:pt x="1156" y="1370"/>
                  <a:pt x="1157" y="1371"/>
                  <a:pt x="1159" y="1372"/>
                </a:cubicBezTo>
                <a:cubicBezTo>
                  <a:pt x="1162" y="1371"/>
                  <a:pt x="1165" y="1369"/>
                  <a:pt x="1167" y="1365"/>
                </a:cubicBezTo>
                <a:cubicBezTo>
                  <a:pt x="1167" y="1365"/>
                  <a:pt x="1167" y="1365"/>
                  <a:pt x="1167" y="1364"/>
                </a:cubicBezTo>
                <a:cubicBezTo>
                  <a:pt x="1166" y="1365"/>
                  <a:pt x="1164" y="1366"/>
                  <a:pt x="1163" y="1366"/>
                </a:cubicBezTo>
                <a:cubicBezTo>
                  <a:pt x="1164" y="1365"/>
                  <a:pt x="1164" y="1364"/>
                  <a:pt x="1164" y="1364"/>
                </a:cubicBezTo>
                <a:cubicBezTo>
                  <a:pt x="1159" y="1364"/>
                  <a:pt x="1152" y="1368"/>
                  <a:pt x="1154" y="1362"/>
                </a:cubicBezTo>
                <a:close/>
                <a:moveTo>
                  <a:pt x="1141" y="942"/>
                </a:moveTo>
                <a:cubicBezTo>
                  <a:pt x="1147" y="943"/>
                  <a:pt x="1150" y="938"/>
                  <a:pt x="1154" y="937"/>
                </a:cubicBezTo>
                <a:cubicBezTo>
                  <a:pt x="1158" y="940"/>
                  <a:pt x="1143" y="942"/>
                  <a:pt x="1142" y="949"/>
                </a:cubicBezTo>
                <a:cubicBezTo>
                  <a:pt x="1145" y="953"/>
                  <a:pt x="1156" y="945"/>
                  <a:pt x="1159" y="948"/>
                </a:cubicBezTo>
                <a:cubicBezTo>
                  <a:pt x="1166" y="938"/>
                  <a:pt x="1156" y="938"/>
                  <a:pt x="1156" y="932"/>
                </a:cubicBezTo>
                <a:cubicBezTo>
                  <a:pt x="1151" y="934"/>
                  <a:pt x="1145" y="936"/>
                  <a:pt x="1141" y="942"/>
                </a:cubicBezTo>
                <a:close/>
                <a:moveTo>
                  <a:pt x="1137" y="959"/>
                </a:moveTo>
                <a:cubicBezTo>
                  <a:pt x="1136" y="959"/>
                  <a:pt x="1135" y="959"/>
                  <a:pt x="1133" y="959"/>
                </a:cubicBezTo>
                <a:cubicBezTo>
                  <a:pt x="1128" y="965"/>
                  <a:pt x="1137" y="963"/>
                  <a:pt x="1130" y="970"/>
                </a:cubicBezTo>
                <a:cubicBezTo>
                  <a:pt x="1134" y="971"/>
                  <a:pt x="1138" y="970"/>
                  <a:pt x="1142" y="968"/>
                </a:cubicBezTo>
                <a:cubicBezTo>
                  <a:pt x="1141" y="962"/>
                  <a:pt x="1132" y="966"/>
                  <a:pt x="1137" y="959"/>
                </a:cubicBezTo>
                <a:close/>
                <a:moveTo>
                  <a:pt x="1128" y="948"/>
                </a:moveTo>
                <a:cubicBezTo>
                  <a:pt x="1126" y="953"/>
                  <a:pt x="1127" y="956"/>
                  <a:pt x="1136" y="955"/>
                </a:cubicBezTo>
                <a:cubicBezTo>
                  <a:pt x="1138" y="950"/>
                  <a:pt x="1131" y="950"/>
                  <a:pt x="1128" y="948"/>
                </a:cubicBezTo>
                <a:close/>
                <a:moveTo>
                  <a:pt x="1124" y="931"/>
                </a:moveTo>
                <a:cubicBezTo>
                  <a:pt x="1119" y="937"/>
                  <a:pt x="1127" y="936"/>
                  <a:pt x="1124" y="940"/>
                </a:cubicBezTo>
                <a:cubicBezTo>
                  <a:pt x="1128" y="940"/>
                  <a:pt x="1129" y="935"/>
                  <a:pt x="1133" y="935"/>
                </a:cubicBezTo>
                <a:cubicBezTo>
                  <a:pt x="1135" y="930"/>
                  <a:pt x="1130" y="931"/>
                  <a:pt x="1124" y="931"/>
                </a:cubicBezTo>
                <a:close/>
                <a:moveTo>
                  <a:pt x="1118" y="913"/>
                </a:moveTo>
                <a:cubicBezTo>
                  <a:pt x="1121" y="918"/>
                  <a:pt x="1119" y="926"/>
                  <a:pt x="1126" y="929"/>
                </a:cubicBezTo>
                <a:cubicBezTo>
                  <a:pt x="1128" y="922"/>
                  <a:pt x="1122" y="920"/>
                  <a:pt x="1125" y="912"/>
                </a:cubicBezTo>
                <a:cubicBezTo>
                  <a:pt x="1122" y="912"/>
                  <a:pt x="1120" y="913"/>
                  <a:pt x="1118" y="913"/>
                </a:cubicBezTo>
                <a:close/>
                <a:moveTo>
                  <a:pt x="1113" y="911"/>
                </a:moveTo>
                <a:cubicBezTo>
                  <a:pt x="1115" y="910"/>
                  <a:pt x="1118" y="909"/>
                  <a:pt x="1121" y="909"/>
                </a:cubicBezTo>
                <a:cubicBezTo>
                  <a:pt x="1127" y="901"/>
                  <a:pt x="1114" y="904"/>
                  <a:pt x="1118" y="898"/>
                </a:cubicBezTo>
                <a:cubicBezTo>
                  <a:pt x="1110" y="901"/>
                  <a:pt x="1115" y="907"/>
                  <a:pt x="1113" y="911"/>
                </a:cubicBezTo>
                <a:close/>
                <a:moveTo>
                  <a:pt x="1116" y="883"/>
                </a:moveTo>
                <a:cubicBezTo>
                  <a:pt x="1105" y="888"/>
                  <a:pt x="1112" y="894"/>
                  <a:pt x="1111" y="898"/>
                </a:cubicBezTo>
                <a:cubicBezTo>
                  <a:pt x="1119" y="896"/>
                  <a:pt x="1116" y="895"/>
                  <a:pt x="1119" y="890"/>
                </a:cubicBezTo>
                <a:cubicBezTo>
                  <a:pt x="1127" y="889"/>
                  <a:pt x="1123" y="893"/>
                  <a:pt x="1131" y="892"/>
                </a:cubicBezTo>
                <a:cubicBezTo>
                  <a:pt x="1134" y="883"/>
                  <a:pt x="1123" y="884"/>
                  <a:pt x="1116" y="883"/>
                </a:cubicBezTo>
                <a:close/>
                <a:moveTo>
                  <a:pt x="1101" y="876"/>
                </a:moveTo>
                <a:cubicBezTo>
                  <a:pt x="1105" y="876"/>
                  <a:pt x="1114" y="873"/>
                  <a:pt x="1107" y="879"/>
                </a:cubicBezTo>
                <a:cubicBezTo>
                  <a:pt x="1118" y="876"/>
                  <a:pt x="1119" y="882"/>
                  <a:pt x="1127" y="873"/>
                </a:cubicBezTo>
                <a:cubicBezTo>
                  <a:pt x="1125" y="871"/>
                  <a:pt x="1106" y="877"/>
                  <a:pt x="1111" y="868"/>
                </a:cubicBezTo>
                <a:cubicBezTo>
                  <a:pt x="1107" y="868"/>
                  <a:pt x="1104" y="871"/>
                  <a:pt x="1101" y="876"/>
                </a:cubicBezTo>
                <a:close/>
                <a:moveTo>
                  <a:pt x="1093" y="1259"/>
                </a:moveTo>
                <a:cubicBezTo>
                  <a:pt x="1097" y="1259"/>
                  <a:pt x="1101" y="1258"/>
                  <a:pt x="1104" y="1258"/>
                </a:cubicBezTo>
                <a:cubicBezTo>
                  <a:pt x="1102" y="1261"/>
                  <a:pt x="1096" y="1261"/>
                  <a:pt x="1095" y="1267"/>
                </a:cubicBezTo>
                <a:cubicBezTo>
                  <a:pt x="1107" y="1261"/>
                  <a:pt x="1109" y="1263"/>
                  <a:pt x="1108" y="1272"/>
                </a:cubicBezTo>
                <a:cubicBezTo>
                  <a:pt x="1114" y="1267"/>
                  <a:pt x="1111" y="1273"/>
                  <a:pt x="1119" y="1271"/>
                </a:cubicBezTo>
                <a:cubicBezTo>
                  <a:pt x="1120" y="1268"/>
                  <a:pt x="1122" y="1265"/>
                  <a:pt x="1123" y="1262"/>
                </a:cubicBezTo>
                <a:cubicBezTo>
                  <a:pt x="1111" y="1270"/>
                  <a:pt x="1116" y="1257"/>
                  <a:pt x="1109" y="1258"/>
                </a:cubicBezTo>
                <a:cubicBezTo>
                  <a:pt x="1117" y="1250"/>
                  <a:pt x="1110" y="1244"/>
                  <a:pt x="1106" y="1240"/>
                </a:cubicBezTo>
                <a:cubicBezTo>
                  <a:pt x="1108" y="1249"/>
                  <a:pt x="1100" y="1248"/>
                  <a:pt x="1093" y="1259"/>
                </a:cubicBezTo>
                <a:close/>
                <a:moveTo>
                  <a:pt x="1098" y="917"/>
                </a:moveTo>
                <a:cubicBezTo>
                  <a:pt x="1100" y="913"/>
                  <a:pt x="1089" y="916"/>
                  <a:pt x="1086" y="915"/>
                </a:cubicBezTo>
                <a:cubicBezTo>
                  <a:pt x="1082" y="920"/>
                  <a:pt x="1093" y="920"/>
                  <a:pt x="1098" y="917"/>
                </a:cubicBezTo>
                <a:close/>
                <a:moveTo>
                  <a:pt x="1069" y="1188"/>
                </a:moveTo>
                <a:cubicBezTo>
                  <a:pt x="1058" y="1191"/>
                  <a:pt x="1064" y="1197"/>
                  <a:pt x="1066" y="1200"/>
                </a:cubicBezTo>
                <a:cubicBezTo>
                  <a:pt x="1075" y="1197"/>
                  <a:pt x="1072" y="1195"/>
                  <a:pt x="1081" y="1197"/>
                </a:cubicBezTo>
                <a:cubicBezTo>
                  <a:pt x="1085" y="1186"/>
                  <a:pt x="1063" y="1199"/>
                  <a:pt x="1069" y="1188"/>
                </a:cubicBezTo>
                <a:close/>
                <a:moveTo>
                  <a:pt x="1062" y="971"/>
                </a:moveTo>
                <a:cubicBezTo>
                  <a:pt x="1066" y="973"/>
                  <a:pt x="1067" y="978"/>
                  <a:pt x="1071" y="980"/>
                </a:cubicBezTo>
                <a:cubicBezTo>
                  <a:pt x="1080" y="975"/>
                  <a:pt x="1067" y="968"/>
                  <a:pt x="1062" y="971"/>
                </a:cubicBezTo>
                <a:close/>
                <a:moveTo>
                  <a:pt x="1063" y="1153"/>
                </a:moveTo>
                <a:cubicBezTo>
                  <a:pt x="1072" y="1143"/>
                  <a:pt x="1056" y="1139"/>
                  <a:pt x="1061" y="1127"/>
                </a:cubicBezTo>
                <a:cubicBezTo>
                  <a:pt x="1043" y="1138"/>
                  <a:pt x="1064" y="1144"/>
                  <a:pt x="1063" y="1153"/>
                </a:cubicBezTo>
                <a:close/>
                <a:moveTo>
                  <a:pt x="1048" y="1103"/>
                </a:moveTo>
                <a:cubicBezTo>
                  <a:pt x="1031" y="1111"/>
                  <a:pt x="1054" y="1113"/>
                  <a:pt x="1056" y="1118"/>
                </a:cubicBezTo>
                <a:cubicBezTo>
                  <a:pt x="1062" y="1108"/>
                  <a:pt x="1043" y="1112"/>
                  <a:pt x="1048" y="1103"/>
                </a:cubicBezTo>
                <a:close/>
                <a:moveTo>
                  <a:pt x="1043" y="1083"/>
                </a:moveTo>
                <a:cubicBezTo>
                  <a:pt x="1043" y="1090"/>
                  <a:pt x="1041" y="1094"/>
                  <a:pt x="1032" y="1097"/>
                </a:cubicBezTo>
                <a:cubicBezTo>
                  <a:pt x="1031" y="1099"/>
                  <a:pt x="1030" y="1100"/>
                  <a:pt x="1029" y="1101"/>
                </a:cubicBezTo>
                <a:cubicBezTo>
                  <a:pt x="1032" y="1100"/>
                  <a:pt x="1036" y="1099"/>
                  <a:pt x="1040" y="1099"/>
                </a:cubicBezTo>
                <a:cubicBezTo>
                  <a:pt x="1046" y="1090"/>
                  <a:pt x="1054" y="1084"/>
                  <a:pt x="1043" y="1083"/>
                </a:cubicBezTo>
                <a:close/>
                <a:moveTo>
                  <a:pt x="1037" y="866"/>
                </a:moveTo>
                <a:cubicBezTo>
                  <a:pt x="1033" y="871"/>
                  <a:pt x="1036" y="872"/>
                  <a:pt x="1042" y="872"/>
                </a:cubicBezTo>
                <a:cubicBezTo>
                  <a:pt x="1046" y="867"/>
                  <a:pt x="1044" y="866"/>
                  <a:pt x="1037" y="866"/>
                </a:cubicBezTo>
                <a:close/>
                <a:moveTo>
                  <a:pt x="1032" y="817"/>
                </a:moveTo>
                <a:cubicBezTo>
                  <a:pt x="1027" y="823"/>
                  <a:pt x="1034" y="826"/>
                  <a:pt x="1039" y="823"/>
                </a:cubicBezTo>
                <a:cubicBezTo>
                  <a:pt x="1039" y="820"/>
                  <a:pt x="1040" y="816"/>
                  <a:pt x="1032" y="817"/>
                </a:cubicBezTo>
                <a:close/>
                <a:moveTo>
                  <a:pt x="1022" y="792"/>
                </a:moveTo>
                <a:cubicBezTo>
                  <a:pt x="1017" y="799"/>
                  <a:pt x="1026" y="798"/>
                  <a:pt x="1033" y="798"/>
                </a:cubicBezTo>
                <a:cubicBezTo>
                  <a:pt x="1038" y="792"/>
                  <a:pt x="1026" y="794"/>
                  <a:pt x="1022" y="792"/>
                </a:cubicBezTo>
                <a:close/>
                <a:moveTo>
                  <a:pt x="1017" y="773"/>
                </a:moveTo>
                <a:cubicBezTo>
                  <a:pt x="1019" y="778"/>
                  <a:pt x="1020" y="783"/>
                  <a:pt x="1028" y="785"/>
                </a:cubicBezTo>
                <a:cubicBezTo>
                  <a:pt x="1036" y="778"/>
                  <a:pt x="1021" y="782"/>
                  <a:pt x="1030" y="774"/>
                </a:cubicBezTo>
                <a:cubicBezTo>
                  <a:pt x="1026" y="774"/>
                  <a:pt x="1021" y="774"/>
                  <a:pt x="1017" y="773"/>
                </a:cubicBezTo>
                <a:close/>
                <a:moveTo>
                  <a:pt x="1012" y="726"/>
                </a:moveTo>
                <a:cubicBezTo>
                  <a:pt x="1011" y="730"/>
                  <a:pt x="1014" y="731"/>
                  <a:pt x="1019" y="732"/>
                </a:cubicBezTo>
                <a:cubicBezTo>
                  <a:pt x="1025" y="727"/>
                  <a:pt x="1015" y="729"/>
                  <a:pt x="1022" y="723"/>
                </a:cubicBezTo>
                <a:cubicBezTo>
                  <a:pt x="1018" y="724"/>
                  <a:pt x="1016" y="726"/>
                  <a:pt x="1012" y="726"/>
                </a:cubicBezTo>
                <a:close/>
                <a:moveTo>
                  <a:pt x="1015" y="685"/>
                </a:moveTo>
                <a:cubicBezTo>
                  <a:pt x="1013" y="681"/>
                  <a:pt x="1009" y="677"/>
                  <a:pt x="1008" y="674"/>
                </a:cubicBezTo>
                <a:cubicBezTo>
                  <a:pt x="996" y="683"/>
                  <a:pt x="1017" y="686"/>
                  <a:pt x="1006" y="698"/>
                </a:cubicBezTo>
                <a:cubicBezTo>
                  <a:pt x="1016" y="694"/>
                  <a:pt x="1017" y="689"/>
                  <a:pt x="1015" y="685"/>
                </a:cubicBezTo>
                <a:close/>
                <a:moveTo>
                  <a:pt x="1005" y="653"/>
                </a:moveTo>
                <a:cubicBezTo>
                  <a:pt x="1000" y="660"/>
                  <a:pt x="1010" y="659"/>
                  <a:pt x="999" y="666"/>
                </a:cubicBezTo>
                <a:cubicBezTo>
                  <a:pt x="1012" y="664"/>
                  <a:pt x="1005" y="668"/>
                  <a:pt x="1011" y="670"/>
                </a:cubicBezTo>
                <a:cubicBezTo>
                  <a:pt x="1011" y="669"/>
                  <a:pt x="1012" y="666"/>
                  <a:pt x="1015" y="663"/>
                </a:cubicBezTo>
                <a:cubicBezTo>
                  <a:pt x="1006" y="662"/>
                  <a:pt x="1014" y="655"/>
                  <a:pt x="1005" y="653"/>
                </a:cubicBezTo>
                <a:close/>
                <a:moveTo>
                  <a:pt x="1025" y="589"/>
                </a:moveTo>
                <a:cubicBezTo>
                  <a:pt x="1031" y="581"/>
                  <a:pt x="1028" y="577"/>
                  <a:pt x="1022" y="574"/>
                </a:cubicBezTo>
                <a:cubicBezTo>
                  <a:pt x="1023" y="579"/>
                  <a:pt x="1020" y="585"/>
                  <a:pt x="1025" y="589"/>
                </a:cubicBezTo>
                <a:close/>
                <a:moveTo>
                  <a:pt x="999" y="614"/>
                </a:moveTo>
                <a:cubicBezTo>
                  <a:pt x="999" y="620"/>
                  <a:pt x="997" y="626"/>
                  <a:pt x="1007" y="628"/>
                </a:cubicBezTo>
                <a:cubicBezTo>
                  <a:pt x="1014" y="622"/>
                  <a:pt x="1002" y="624"/>
                  <a:pt x="1005" y="620"/>
                </a:cubicBezTo>
                <a:cubicBezTo>
                  <a:pt x="1008" y="615"/>
                  <a:pt x="1016" y="623"/>
                  <a:pt x="1018" y="616"/>
                </a:cubicBezTo>
                <a:cubicBezTo>
                  <a:pt x="1005" y="619"/>
                  <a:pt x="1007" y="612"/>
                  <a:pt x="999" y="614"/>
                </a:cubicBezTo>
                <a:close/>
                <a:moveTo>
                  <a:pt x="987" y="656"/>
                </a:moveTo>
                <a:cubicBezTo>
                  <a:pt x="995" y="656"/>
                  <a:pt x="1002" y="653"/>
                  <a:pt x="1008" y="648"/>
                </a:cubicBezTo>
                <a:cubicBezTo>
                  <a:pt x="1006" y="645"/>
                  <a:pt x="992" y="648"/>
                  <a:pt x="987" y="656"/>
                </a:cubicBezTo>
                <a:close/>
                <a:moveTo>
                  <a:pt x="988" y="525"/>
                </a:moveTo>
                <a:cubicBezTo>
                  <a:pt x="985" y="529"/>
                  <a:pt x="984" y="533"/>
                  <a:pt x="985" y="535"/>
                </a:cubicBezTo>
                <a:cubicBezTo>
                  <a:pt x="989" y="535"/>
                  <a:pt x="999" y="523"/>
                  <a:pt x="988" y="525"/>
                </a:cubicBezTo>
                <a:close/>
                <a:moveTo>
                  <a:pt x="1004" y="512"/>
                </a:moveTo>
                <a:cubicBezTo>
                  <a:pt x="997" y="512"/>
                  <a:pt x="991" y="516"/>
                  <a:pt x="984" y="517"/>
                </a:cubicBezTo>
                <a:cubicBezTo>
                  <a:pt x="985" y="519"/>
                  <a:pt x="985" y="522"/>
                  <a:pt x="990" y="523"/>
                </a:cubicBezTo>
                <a:cubicBezTo>
                  <a:pt x="994" y="518"/>
                  <a:pt x="1000" y="518"/>
                  <a:pt x="1004" y="512"/>
                </a:cubicBezTo>
                <a:close/>
                <a:moveTo>
                  <a:pt x="978" y="511"/>
                </a:moveTo>
                <a:cubicBezTo>
                  <a:pt x="987" y="510"/>
                  <a:pt x="995" y="507"/>
                  <a:pt x="999" y="511"/>
                </a:cubicBezTo>
                <a:cubicBezTo>
                  <a:pt x="1014" y="502"/>
                  <a:pt x="991" y="505"/>
                  <a:pt x="987" y="499"/>
                </a:cubicBezTo>
                <a:cubicBezTo>
                  <a:pt x="982" y="505"/>
                  <a:pt x="987" y="506"/>
                  <a:pt x="978" y="511"/>
                </a:cubicBezTo>
                <a:close/>
                <a:moveTo>
                  <a:pt x="976" y="532"/>
                </a:moveTo>
                <a:cubicBezTo>
                  <a:pt x="984" y="526"/>
                  <a:pt x="980" y="523"/>
                  <a:pt x="979" y="520"/>
                </a:cubicBezTo>
                <a:cubicBezTo>
                  <a:pt x="968" y="522"/>
                  <a:pt x="980" y="525"/>
                  <a:pt x="973" y="530"/>
                </a:cubicBezTo>
                <a:cubicBezTo>
                  <a:pt x="966" y="535"/>
                  <a:pt x="964" y="529"/>
                  <a:pt x="960" y="529"/>
                </a:cubicBezTo>
                <a:cubicBezTo>
                  <a:pt x="959" y="533"/>
                  <a:pt x="961" y="536"/>
                  <a:pt x="967" y="537"/>
                </a:cubicBezTo>
                <a:cubicBezTo>
                  <a:pt x="969" y="533"/>
                  <a:pt x="972" y="532"/>
                  <a:pt x="976" y="532"/>
                </a:cubicBezTo>
                <a:close/>
                <a:moveTo>
                  <a:pt x="965" y="574"/>
                </a:moveTo>
                <a:cubicBezTo>
                  <a:pt x="974" y="573"/>
                  <a:pt x="971" y="568"/>
                  <a:pt x="977" y="566"/>
                </a:cubicBezTo>
                <a:cubicBezTo>
                  <a:pt x="988" y="567"/>
                  <a:pt x="977" y="572"/>
                  <a:pt x="976" y="577"/>
                </a:cubicBezTo>
                <a:cubicBezTo>
                  <a:pt x="980" y="578"/>
                  <a:pt x="985" y="574"/>
                  <a:pt x="983" y="577"/>
                </a:cubicBezTo>
                <a:cubicBezTo>
                  <a:pt x="994" y="571"/>
                  <a:pt x="986" y="563"/>
                  <a:pt x="974" y="562"/>
                </a:cubicBezTo>
                <a:cubicBezTo>
                  <a:pt x="966" y="566"/>
                  <a:pt x="964" y="570"/>
                  <a:pt x="965" y="574"/>
                </a:cubicBezTo>
                <a:close/>
                <a:moveTo>
                  <a:pt x="967" y="615"/>
                </a:moveTo>
                <a:cubicBezTo>
                  <a:pt x="968" y="612"/>
                  <a:pt x="976" y="606"/>
                  <a:pt x="968" y="606"/>
                </a:cubicBezTo>
                <a:cubicBezTo>
                  <a:pt x="964" y="610"/>
                  <a:pt x="956" y="616"/>
                  <a:pt x="967" y="615"/>
                </a:cubicBezTo>
                <a:close/>
                <a:moveTo>
                  <a:pt x="970" y="683"/>
                </a:moveTo>
                <a:cubicBezTo>
                  <a:pt x="967" y="682"/>
                  <a:pt x="963" y="682"/>
                  <a:pt x="959" y="682"/>
                </a:cubicBezTo>
                <a:cubicBezTo>
                  <a:pt x="956" y="685"/>
                  <a:pt x="959" y="685"/>
                  <a:pt x="957" y="687"/>
                </a:cubicBezTo>
                <a:cubicBezTo>
                  <a:pt x="962" y="687"/>
                  <a:pt x="967" y="687"/>
                  <a:pt x="970" y="683"/>
                </a:cubicBezTo>
                <a:close/>
                <a:moveTo>
                  <a:pt x="977" y="640"/>
                </a:moveTo>
                <a:cubicBezTo>
                  <a:pt x="980" y="636"/>
                  <a:pt x="969" y="638"/>
                  <a:pt x="966" y="639"/>
                </a:cubicBezTo>
                <a:cubicBezTo>
                  <a:pt x="963" y="646"/>
                  <a:pt x="972" y="642"/>
                  <a:pt x="977" y="640"/>
                </a:cubicBezTo>
                <a:close/>
                <a:moveTo>
                  <a:pt x="966" y="848"/>
                </a:moveTo>
                <a:cubicBezTo>
                  <a:pt x="975" y="848"/>
                  <a:pt x="975" y="848"/>
                  <a:pt x="975" y="848"/>
                </a:cubicBezTo>
                <a:cubicBezTo>
                  <a:pt x="975" y="845"/>
                  <a:pt x="978" y="841"/>
                  <a:pt x="970" y="842"/>
                </a:cubicBezTo>
                <a:lnTo>
                  <a:pt x="966" y="848"/>
                </a:lnTo>
                <a:close/>
                <a:moveTo>
                  <a:pt x="946" y="859"/>
                </a:moveTo>
                <a:cubicBezTo>
                  <a:pt x="942" y="865"/>
                  <a:pt x="957" y="863"/>
                  <a:pt x="960" y="855"/>
                </a:cubicBezTo>
                <a:cubicBezTo>
                  <a:pt x="954" y="853"/>
                  <a:pt x="950" y="857"/>
                  <a:pt x="946" y="859"/>
                </a:cubicBezTo>
                <a:close/>
                <a:moveTo>
                  <a:pt x="942" y="860"/>
                </a:moveTo>
                <a:cubicBezTo>
                  <a:pt x="947" y="858"/>
                  <a:pt x="951" y="853"/>
                  <a:pt x="956" y="851"/>
                </a:cubicBezTo>
                <a:cubicBezTo>
                  <a:pt x="958" y="847"/>
                  <a:pt x="946" y="854"/>
                  <a:pt x="941" y="853"/>
                </a:cubicBezTo>
                <a:cubicBezTo>
                  <a:pt x="940" y="856"/>
                  <a:pt x="936" y="861"/>
                  <a:pt x="942" y="860"/>
                </a:cubicBezTo>
                <a:close/>
                <a:moveTo>
                  <a:pt x="935" y="868"/>
                </a:moveTo>
                <a:cubicBezTo>
                  <a:pt x="942" y="864"/>
                  <a:pt x="929" y="861"/>
                  <a:pt x="936" y="854"/>
                </a:cubicBezTo>
                <a:cubicBezTo>
                  <a:pt x="920" y="859"/>
                  <a:pt x="932" y="865"/>
                  <a:pt x="935" y="868"/>
                </a:cubicBezTo>
                <a:close/>
                <a:moveTo>
                  <a:pt x="912" y="939"/>
                </a:moveTo>
                <a:cubicBezTo>
                  <a:pt x="912" y="940"/>
                  <a:pt x="912" y="940"/>
                  <a:pt x="911" y="940"/>
                </a:cubicBezTo>
                <a:cubicBezTo>
                  <a:pt x="911" y="942"/>
                  <a:pt x="910" y="943"/>
                  <a:pt x="909" y="945"/>
                </a:cubicBezTo>
                <a:cubicBezTo>
                  <a:pt x="911" y="945"/>
                  <a:pt x="914" y="945"/>
                  <a:pt x="917" y="945"/>
                </a:cubicBezTo>
                <a:cubicBezTo>
                  <a:pt x="921" y="940"/>
                  <a:pt x="918" y="939"/>
                  <a:pt x="912" y="939"/>
                </a:cubicBezTo>
                <a:close/>
                <a:moveTo>
                  <a:pt x="891" y="755"/>
                </a:moveTo>
                <a:cubicBezTo>
                  <a:pt x="888" y="755"/>
                  <a:pt x="886" y="758"/>
                  <a:pt x="884" y="760"/>
                </a:cubicBezTo>
                <a:cubicBezTo>
                  <a:pt x="888" y="761"/>
                  <a:pt x="891" y="761"/>
                  <a:pt x="895" y="761"/>
                </a:cubicBezTo>
                <a:cubicBezTo>
                  <a:pt x="904" y="754"/>
                  <a:pt x="886" y="760"/>
                  <a:pt x="891" y="755"/>
                </a:cubicBezTo>
                <a:close/>
                <a:moveTo>
                  <a:pt x="909" y="758"/>
                </a:moveTo>
                <a:cubicBezTo>
                  <a:pt x="915" y="756"/>
                  <a:pt x="923" y="746"/>
                  <a:pt x="914" y="747"/>
                </a:cubicBezTo>
                <a:cubicBezTo>
                  <a:pt x="910" y="754"/>
                  <a:pt x="899" y="757"/>
                  <a:pt x="909" y="758"/>
                </a:cubicBezTo>
                <a:close/>
                <a:moveTo>
                  <a:pt x="893" y="720"/>
                </a:moveTo>
                <a:cubicBezTo>
                  <a:pt x="889" y="724"/>
                  <a:pt x="882" y="726"/>
                  <a:pt x="884" y="729"/>
                </a:cubicBezTo>
                <a:cubicBezTo>
                  <a:pt x="894" y="725"/>
                  <a:pt x="895" y="727"/>
                  <a:pt x="905" y="729"/>
                </a:cubicBezTo>
                <a:cubicBezTo>
                  <a:pt x="901" y="732"/>
                  <a:pt x="896" y="732"/>
                  <a:pt x="893" y="738"/>
                </a:cubicBezTo>
                <a:cubicBezTo>
                  <a:pt x="897" y="739"/>
                  <a:pt x="900" y="737"/>
                  <a:pt x="903" y="737"/>
                </a:cubicBezTo>
                <a:cubicBezTo>
                  <a:pt x="908" y="730"/>
                  <a:pt x="914" y="724"/>
                  <a:pt x="908" y="720"/>
                </a:cubicBezTo>
                <a:cubicBezTo>
                  <a:pt x="903" y="721"/>
                  <a:pt x="905" y="723"/>
                  <a:pt x="904" y="725"/>
                </a:cubicBezTo>
                <a:cubicBezTo>
                  <a:pt x="900" y="724"/>
                  <a:pt x="901" y="720"/>
                  <a:pt x="893" y="720"/>
                </a:cubicBezTo>
                <a:close/>
                <a:moveTo>
                  <a:pt x="880" y="700"/>
                </a:moveTo>
                <a:cubicBezTo>
                  <a:pt x="874" y="706"/>
                  <a:pt x="887" y="704"/>
                  <a:pt x="889" y="707"/>
                </a:cubicBezTo>
                <a:cubicBezTo>
                  <a:pt x="890" y="703"/>
                  <a:pt x="887" y="701"/>
                  <a:pt x="880" y="700"/>
                </a:cubicBezTo>
                <a:close/>
                <a:moveTo>
                  <a:pt x="880" y="694"/>
                </a:moveTo>
                <a:cubicBezTo>
                  <a:pt x="884" y="690"/>
                  <a:pt x="885" y="687"/>
                  <a:pt x="885" y="685"/>
                </a:cubicBezTo>
                <a:cubicBezTo>
                  <a:pt x="879" y="685"/>
                  <a:pt x="870" y="695"/>
                  <a:pt x="880" y="694"/>
                </a:cubicBezTo>
                <a:close/>
                <a:moveTo>
                  <a:pt x="885" y="631"/>
                </a:moveTo>
                <a:cubicBezTo>
                  <a:pt x="879" y="637"/>
                  <a:pt x="887" y="637"/>
                  <a:pt x="884" y="641"/>
                </a:cubicBezTo>
                <a:cubicBezTo>
                  <a:pt x="890" y="640"/>
                  <a:pt x="892" y="631"/>
                  <a:pt x="885" y="631"/>
                </a:cubicBezTo>
                <a:close/>
                <a:moveTo>
                  <a:pt x="893" y="625"/>
                </a:moveTo>
                <a:cubicBezTo>
                  <a:pt x="888" y="622"/>
                  <a:pt x="885" y="630"/>
                  <a:pt x="880" y="629"/>
                </a:cubicBezTo>
                <a:cubicBezTo>
                  <a:pt x="878" y="634"/>
                  <a:pt x="891" y="630"/>
                  <a:pt x="893" y="625"/>
                </a:cubicBezTo>
                <a:close/>
                <a:moveTo>
                  <a:pt x="874" y="590"/>
                </a:moveTo>
                <a:cubicBezTo>
                  <a:pt x="868" y="596"/>
                  <a:pt x="872" y="599"/>
                  <a:pt x="880" y="600"/>
                </a:cubicBezTo>
                <a:cubicBezTo>
                  <a:pt x="879" y="596"/>
                  <a:pt x="881" y="591"/>
                  <a:pt x="874" y="590"/>
                </a:cubicBezTo>
                <a:close/>
                <a:moveTo>
                  <a:pt x="863" y="550"/>
                </a:moveTo>
                <a:cubicBezTo>
                  <a:pt x="856" y="555"/>
                  <a:pt x="862" y="555"/>
                  <a:pt x="857" y="559"/>
                </a:cubicBezTo>
                <a:cubicBezTo>
                  <a:pt x="871" y="558"/>
                  <a:pt x="861" y="565"/>
                  <a:pt x="870" y="566"/>
                </a:cubicBezTo>
                <a:cubicBezTo>
                  <a:pt x="875" y="561"/>
                  <a:pt x="869" y="559"/>
                  <a:pt x="878" y="552"/>
                </a:cubicBezTo>
                <a:cubicBezTo>
                  <a:pt x="868" y="552"/>
                  <a:pt x="871" y="552"/>
                  <a:pt x="863" y="550"/>
                </a:cubicBezTo>
                <a:close/>
                <a:moveTo>
                  <a:pt x="868" y="524"/>
                </a:moveTo>
                <a:cubicBezTo>
                  <a:pt x="855" y="526"/>
                  <a:pt x="858" y="544"/>
                  <a:pt x="867" y="541"/>
                </a:cubicBezTo>
                <a:cubicBezTo>
                  <a:pt x="876" y="532"/>
                  <a:pt x="860" y="533"/>
                  <a:pt x="868" y="524"/>
                </a:cubicBezTo>
                <a:close/>
                <a:moveTo>
                  <a:pt x="885" y="369"/>
                </a:moveTo>
                <a:cubicBezTo>
                  <a:pt x="889" y="370"/>
                  <a:pt x="892" y="365"/>
                  <a:pt x="897" y="365"/>
                </a:cubicBezTo>
                <a:cubicBezTo>
                  <a:pt x="899" y="360"/>
                  <a:pt x="882" y="365"/>
                  <a:pt x="885" y="369"/>
                </a:cubicBezTo>
                <a:close/>
                <a:moveTo>
                  <a:pt x="848" y="380"/>
                </a:moveTo>
                <a:cubicBezTo>
                  <a:pt x="852" y="381"/>
                  <a:pt x="854" y="376"/>
                  <a:pt x="858" y="377"/>
                </a:cubicBezTo>
                <a:cubicBezTo>
                  <a:pt x="859" y="381"/>
                  <a:pt x="857" y="384"/>
                  <a:pt x="848" y="390"/>
                </a:cubicBezTo>
                <a:cubicBezTo>
                  <a:pt x="855" y="392"/>
                  <a:pt x="842" y="400"/>
                  <a:pt x="855" y="401"/>
                </a:cubicBezTo>
                <a:cubicBezTo>
                  <a:pt x="847" y="404"/>
                  <a:pt x="854" y="408"/>
                  <a:pt x="846" y="408"/>
                </a:cubicBezTo>
                <a:cubicBezTo>
                  <a:pt x="844" y="415"/>
                  <a:pt x="856" y="407"/>
                  <a:pt x="860" y="405"/>
                </a:cubicBezTo>
                <a:cubicBezTo>
                  <a:pt x="864" y="400"/>
                  <a:pt x="859" y="398"/>
                  <a:pt x="869" y="392"/>
                </a:cubicBezTo>
                <a:cubicBezTo>
                  <a:pt x="875" y="393"/>
                  <a:pt x="864" y="398"/>
                  <a:pt x="873" y="398"/>
                </a:cubicBezTo>
                <a:cubicBezTo>
                  <a:pt x="878" y="395"/>
                  <a:pt x="872" y="392"/>
                  <a:pt x="880" y="394"/>
                </a:cubicBezTo>
                <a:cubicBezTo>
                  <a:pt x="882" y="390"/>
                  <a:pt x="883" y="386"/>
                  <a:pt x="882" y="383"/>
                </a:cubicBezTo>
                <a:cubicBezTo>
                  <a:pt x="885" y="381"/>
                  <a:pt x="884" y="384"/>
                  <a:pt x="888" y="384"/>
                </a:cubicBezTo>
                <a:cubicBezTo>
                  <a:pt x="896" y="380"/>
                  <a:pt x="893" y="378"/>
                  <a:pt x="893" y="376"/>
                </a:cubicBezTo>
                <a:cubicBezTo>
                  <a:pt x="883" y="380"/>
                  <a:pt x="889" y="375"/>
                  <a:pt x="882" y="374"/>
                </a:cubicBezTo>
                <a:cubicBezTo>
                  <a:pt x="879" y="375"/>
                  <a:pt x="876" y="377"/>
                  <a:pt x="873" y="379"/>
                </a:cubicBezTo>
                <a:cubicBezTo>
                  <a:pt x="870" y="379"/>
                  <a:pt x="877" y="375"/>
                  <a:pt x="874" y="374"/>
                </a:cubicBezTo>
                <a:cubicBezTo>
                  <a:pt x="877" y="373"/>
                  <a:pt x="880" y="373"/>
                  <a:pt x="883" y="370"/>
                </a:cubicBezTo>
                <a:cubicBezTo>
                  <a:pt x="866" y="371"/>
                  <a:pt x="857" y="369"/>
                  <a:pt x="848" y="380"/>
                </a:cubicBezTo>
                <a:close/>
                <a:moveTo>
                  <a:pt x="818" y="344"/>
                </a:moveTo>
                <a:cubicBezTo>
                  <a:pt x="821" y="344"/>
                  <a:pt x="825" y="343"/>
                  <a:pt x="828" y="340"/>
                </a:cubicBezTo>
                <a:cubicBezTo>
                  <a:pt x="826" y="347"/>
                  <a:pt x="821" y="360"/>
                  <a:pt x="832" y="360"/>
                </a:cubicBezTo>
                <a:cubicBezTo>
                  <a:pt x="836" y="352"/>
                  <a:pt x="833" y="348"/>
                  <a:pt x="846" y="340"/>
                </a:cubicBezTo>
                <a:cubicBezTo>
                  <a:pt x="843" y="336"/>
                  <a:pt x="847" y="331"/>
                  <a:pt x="832" y="330"/>
                </a:cubicBezTo>
                <a:cubicBezTo>
                  <a:pt x="838" y="329"/>
                  <a:pt x="844" y="329"/>
                  <a:pt x="850" y="326"/>
                </a:cubicBezTo>
                <a:cubicBezTo>
                  <a:pt x="851" y="323"/>
                  <a:pt x="850" y="320"/>
                  <a:pt x="848" y="318"/>
                </a:cubicBezTo>
                <a:cubicBezTo>
                  <a:pt x="843" y="318"/>
                  <a:pt x="838" y="317"/>
                  <a:pt x="834" y="319"/>
                </a:cubicBezTo>
                <a:cubicBezTo>
                  <a:pt x="835" y="314"/>
                  <a:pt x="828" y="317"/>
                  <a:pt x="833" y="311"/>
                </a:cubicBezTo>
                <a:cubicBezTo>
                  <a:pt x="814" y="320"/>
                  <a:pt x="824" y="332"/>
                  <a:pt x="827" y="336"/>
                </a:cubicBezTo>
                <a:cubicBezTo>
                  <a:pt x="820" y="335"/>
                  <a:pt x="817" y="338"/>
                  <a:pt x="818" y="344"/>
                </a:cubicBezTo>
                <a:close/>
                <a:moveTo>
                  <a:pt x="808" y="357"/>
                </a:moveTo>
                <a:cubicBezTo>
                  <a:pt x="803" y="361"/>
                  <a:pt x="801" y="364"/>
                  <a:pt x="808" y="365"/>
                </a:cubicBezTo>
                <a:cubicBezTo>
                  <a:pt x="810" y="362"/>
                  <a:pt x="814" y="362"/>
                  <a:pt x="817" y="359"/>
                </a:cubicBezTo>
                <a:cubicBezTo>
                  <a:pt x="814" y="358"/>
                  <a:pt x="811" y="358"/>
                  <a:pt x="808" y="357"/>
                </a:cubicBezTo>
                <a:close/>
                <a:moveTo>
                  <a:pt x="808" y="347"/>
                </a:moveTo>
                <a:cubicBezTo>
                  <a:pt x="813" y="344"/>
                  <a:pt x="810" y="342"/>
                  <a:pt x="813" y="339"/>
                </a:cubicBezTo>
                <a:cubicBezTo>
                  <a:pt x="804" y="338"/>
                  <a:pt x="801" y="347"/>
                  <a:pt x="808" y="347"/>
                </a:cubicBezTo>
                <a:close/>
                <a:moveTo>
                  <a:pt x="823" y="213"/>
                </a:moveTo>
                <a:cubicBezTo>
                  <a:pt x="836" y="216"/>
                  <a:pt x="839" y="201"/>
                  <a:pt x="826" y="204"/>
                </a:cubicBezTo>
                <a:cubicBezTo>
                  <a:pt x="822" y="209"/>
                  <a:pt x="837" y="208"/>
                  <a:pt x="823" y="213"/>
                </a:cubicBezTo>
                <a:close/>
                <a:moveTo>
                  <a:pt x="829" y="193"/>
                </a:moveTo>
                <a:cubicBezTo>
                  <a:pt x="833" y="191"/>
                  <a:pt x="831" y="190"/>
                  <a:pt x="835" y="187"/>
                </a:cubicBezTo>
                <a:cubicBezTo>
                  <a:pt x="831" y="186"/>
                  <a:pt x="828" y="187"/>
                  <a:pt x="824" y="187"/>
                </a:cubicBezTo>
                <a:cubicBezTo>
                  <a:pt x="817" y="191"/>
                  <a:pt x="823" y="192"/>
                  <a:pt x="829" y="193"/>
                </a:cubicBezTo>
                <a:close/>
                <a:moveTo>
                  <a:pt x="807" y="242"/>
                </a:moveTo>
                <a:cubicBezTo>
                  <a:pt x="819" y="243"/>
                  <a:pt x="801" y="250"/>
                  <a:pt x="810" y="251"/>
                </a:cubicBezTo>
                <a:cubicBezTo>
                  <a:pt x="811" y="244"/>
                  <a:pt x="835" y="238"/>
                  <a:pt x="820" y="234"/>
                </a:cubicBezTo>
                <a:cubicBezTo>
                  <a:pt x="821" y="239"/>
                  <a:pt x="812" y="238"/>
                  <a:pt x="807" y="242"/>
                </a:cubicBezTo>
                <a:close/>
                <a:moveTo>
                  <a:pt x="790" y="315"/>
                </a:moveTo>
                <a:cubicBezTo>
                  <a:pt x="791" y="314"/>
                  <a:pt x="792" y="313"/>
                  <a:pt x="793" y="312"/>
                </a:cubicBezTo>
                <a:cubicBezTo>
                  <a:pt x="778" y="316"/>
                  <a:pt x="793" y="322"/>
                  <a:pt x="788" y="328"/>
                </a:cubicBezTo>
                <a:cubicBezTo>
                  <a:pt x="799" y="327"/>
                  <a:pt x="789" y="314"/>
                  <a:pt x="805" y="318"/>
                </a:cubicBezTo>
                <a:cubicBezTo>
                  <a:pt x="811" y="314"/>
                  <a:pt x="804" y="314"/>
                  <a:pt x="808" y="311"/>
                </a:cubicBezTo>
                <a:cubicBezTo>
                  <a:pt x="802" y="313"/>
                  <a:pt x="796" y="315"/>
                  <a:pt x="790" y="315"/>
                </a:cubicBezTo>
                <a:close/>
                <a:moveTo>
                  <a:pt x="780" y="283"/>
                </a:moveTo>
                <a:cubicBezTo>
                  <a:pt x="782" y="285"/>
                  <a:pt x="788" y="287"/>
                  <a:pt x="795" y="285"/>
                </a:cubicBezTo>
                <a:cubicBezTo>
                  <a:pt x="802" y="279"/>
                  <a:pt x="786" y="272"/>
                  <a:pt x="776" y="278"/>
                </a:cubicBezTo>
                <a:cubicBezTo>
                  <a:pt x="784" y="279"/>
                  <a:pt x="791" y="281"/>
                  <a:pt x="780" y="283"/>
                </a:cubicBezTo>
                <a:close/>
                <a:moveTo>
                  <a:pt x="777" y="311"/>
                </a:moveTo>
                <a:cubicBezTo>
                  <a:pt x="780" y="312"/>
                  <a:pt x="783" y="313"/>
                  <a:pt x="786" y="314"/>
                </a:cubicBezTo>
                <a:cubicBezTo>
                  <a:pt x="794" y="307"/>
                  <a:pt x="782" y="310"/>
                  <a:pt x="785" y="307"/>
                </a:cubicBezTo>
                <a:cubicBezTo>
                  <a:pt x="782" y="307"/>
                  <a:pt x="779" y="310"/>
                  <a:pt x="777" y="311"/>
                </a:cubicBezTo>
                <a:close/>
                <a:moveTo>
                  <a:pt x="760" y="426"/>
                </a:moveTo>
                <a:cubicBezTo>
                  <a:pt x="765" y="426"/>
                  <a:pt x="769" y="422"/>
                  <a:pt x="773" y="419"/>
                </a:cubicBezTo>
                <a:cubicBezTo>
                  <a:pt x="771" y="419"/>
                  <a:pt x="768" y="418"/>
                  <a:pt x="765" y="417"/>
                </a:cubicBezTo>
                <a:cubicBezTo>
                  <a:pt x="758" y="422"/>
                  <a:pt x="767" y="422"/>
                  <a:pt x="760" y="426"/>
                </a:cubicBezTo>
                <a:close/>
                <a:moveTo>
                  <a:pt x="765" y="447"/>
                </a:moveTo>
                <a:cubicBezTo>
                  <a:pt x="766" y="443"/>
                  <a:pt x="771" y="437"/>
                  <a:pt x="761" y="436"/>
                </a:cubicBezTo>
                <a:cubicBezTo>
                  <a:pt x="759" y="441"/>
                  <a:pt x="763" y="443"/>
                  <a:pt x="765" y="447"/>
                </a:cubicBezTo>
                <a:close/>
                <a:moveTo>
                  <a:pt x="740" y="391"/>
                </a:moveTo>
                <a:cubicBezTo>
                  <a:pt x="736" y="398"/>
                  <a:pt x="742" y="398"/>
                  <a:pt x="752" y="397"/>
                </a:cubicBezTo>
                <a:cubicBezTo>
                  <a:pt x="752" y="390"/>
                  <a:pt x="741" y="398"/>
                  <a:pt x="740" y="391"/>
                </a:cubicBezTo>
                <a:close/>
                <a:moveTo>
                  <a:pt x="729" y="364"/>
                </a:moveTo>
                <a:cubicBezTo>
                  <a:pt x="733" y="365"/>
                  <a:pt x="736" y="366"/>
                  <a:pt x="740" y="367"/>
                </a:cubicBezTo>
                <a:cubicBezTo>
                  <a:pt x="743" y="364"/>
                  <a:pt x="746" y="362"/>
                  <a:pt x="749" y="363"/>
                </a:cubicBezTo>
                <a:cubicBezTo>
                  <a:pt x="746" y="360"/>
                  <a:pt x="739" y="357"/>
                  <a:pt x="737" y="353"/>
                </a:cubicBezTo>
                <a:cubicBezTo>
                  <a:pt x="735" y="356"/>
                  <a:pt x="730" y="361"/>
                  <a:pt x="729" y="364"/>
                </a:cubicBezTo>
                <a:close/>
                <a:moveTo>
                  <a:pt x="726" y="389"/>
                </a:moveTo>
                <a:cubicBezTo>
                  <a:pt x="741" y="388"/>
                  <a:pt x="747" y="374"/>
                  <a:pt x="729" y="376"/>
                </a:cubicBezTo>
                <a:cubicBezTo>
                  <a:pt x="725" y="382"/>
                  <a:pt x="739" y="384"/>
                  <a:pt x="726" y="389"/>
                </a:cubicBezTo>
                <a:close/>
                <a:moveTo>
                  <a:pt x="708" y="342"/>
                </a:moveTo>
                <a:cubicBezTo>
                  <a:pt x="706" y="343"/>
                  <a:pt x="705" y="345"/>
                  <a:pt x="703" y="346"/>
                </a:cubicBezTo>
                <a:cubicBezTo>
                  <a:pt x="710" y="349"/>
                  <a:pt x="716" y="346"/>
                  <a:pt x="724" y="347"/>
                </a:cubicBezTo>
                <a:cubicBezTo>
                  <a:pt x="732" y="343"/>
                  <a:pt x="718" y="345"/>
                  <a:pt x="726" y="340"/>
                </a:cubicBezTo>
                <a:cubicBezTo>
                  <a:pt x="722" y="339"/>
                  <a:pt x="719" y="344"/>
                  <a:pt x="715" y="343"/>
                </a:cubicBezTo>
                <a:cubicBezTo>
                  <a:pt x="712" y="343"/>
                  <a:pt x="710" y="342"/>
                  <a:pt x="708" y="342"/>
                </a:cubicBezTo>
                <a:close/>
                <a:moveTo>
                  <a:pt x="708" y="294"/>
                </a:moveTo>
                <a:cubicBezTo>
                  <a:pt x="706" y="296"/>
                  <a:pt x="705" y="297"/>
                  <a:pt x="703" y="299"/>
                </a:cubicBezTo>
                <a:cubicBezTo>
                  <a:pt x="706" y="299"/>
                  <a:pt x="708" y="300"/>
                  <a:pt x="711" y="301"/>
                </a:cubicBezTo>
                <a:cubicBezTo>
                  <a:pt x="712" y="298"/>
                  <a:pt x="717" y="295"/>
                  <a:pt x="708" y="294"/>
                </a:cubicBezTo>
                <a:close/>
                <a:moveTo>
                  <a:pt x="716" y="239"/>
                </a:moveTo>
                <a:cubicBezTo>
                  <a:pt x="729" y="240"/>
                  <a:pt x="722" y="235"/>
                  <a:pt x="724" y="231"/>
                </a:cubicBezTo>
                <a:cubicBezTo>
                  <a:pt x="712" y="232"/>
                  <a:pt x="722" y="236"/>
                  <a:pt x="716" y="239"/>
                </a:cubicBezTo>
                <a:close/>
                <a:moveTo>
                  <a:pt x="707" y="248"/>
                </a:moveTo>
                <a:cubicBezTo>
                  <a:pt x="717" y="251"/>
                  <a:pt x="709" y="251"/>
                  <a:pt x="709" y="257"/>
                </a:cubicBezTo>
                <a:cubicBezTo>
                  <a:pt x="712" y="257"/>
                  <a:pt x="715" y="253"/>
                  <a:pt x="718" y="254"/>
                </a:cubicBezTo>
                <a:cubicBezTo>
                  <a:pt x="721" y="249"/>
                  <a:pt x="712" y="249"/>
                  <a:pt x="723" y="245"/>
                </a:cubicBezTo>
                <a:cubicBezTo>
                  <a:pt x="720" y="243"/>
                  <a:pt x="716" y="244"/>
                  <a:pt x="713" y="244"/>
                </a:cubicBezTo>
                <a:cubicBezTo>
                  <a:pt x="711" y="246"/>
                  <a:pt x="709" y="247"/>
                  <a:pt x="707" y="248"/>
                </a:cubicBezTo>
                <a:close/>
                <a:moveTo>
                  <a:pt x="700" y="270"/>
                </a:moveTo>
                <a:cubicBezTo>
                  <a:pt x="707" y="265"/>
                  <a:pt x="709" y="261"/>
                  <a:pt x="699" y="260"/>
                </a:cubicBezTo>
                <a:cubicBezTo>
                  <a:pt x="691" y="265"/>
                  <a:pt x="699" y="267"/>
                  <a:pt x="700" y="270"/>
                </a:cubicBezTo>
                <a:close/>
                <a:moveTo>
                  <a:pt x="681" y="247"/>
                </a:moveTo>
                <a:cubicBezTo>
                  <a:pt x="674" y="251"/>
                  <a:pt x="672" y="263"/>
                  <a:pt x="684" y="267"/>
                </a:cubicBezTo>
                <a:cubicBezTo>
                  <a:pt x="687" y="260"/>
                  <a:pt x="680" y="254"/>
                  <a:pt x="681" y="247"/>
                </a:cubicBezTo>
                <a:close/>
                <a:moveTo>
                  <a:pt x="635" y="513"/>
                </a:moveTo>
                <a:cubicBezTo>
                  <a:pt x="636" y="512"/>
                  <a:pt x="638" y="511"/>
                  <a:pt x="639" y="510"/>
                </a:cubicBezTo>
                <a:cubicBezTo>
                  <a:pt x="624" y="514"/>
                  <a:pt x="638" y="520"/>
                  <a:pt x="633" y="526"/>
                </a:cubicBezTo>
                <a:cubicBezTo>
                  <a:pt x="645" y="525"/>
                  <a:pt x="635" y="512"/>
                  <a:pt x="650" y="516"/>
                </a:cubicBezTo>
                <a:cubicBezTo>
                  <a:pt x="657" y="512"/>
                  <a:pt x="650" y="512"/>
                  <a:pt x="653" y="509"/>
                </a:cubicBezTo>
                <a:cubicBezTo>
                  <a:pt x="647" y="511"/>
                  <a:pt x="641" y="513"/>
                  <a:pt x="635" y="513"/>
                </a:cubicBezTo>
                <a:close/>
                <a:moveTo>
                  <a:pt x="626" y="482"/>
                </a:moveTo>
                <a:cubicBezTo>
                  <a:pt x="627" y="484"/>
                  <a:pt x="633" y="485"/>
                  <a:pt x="640" y="483"/>
                </a:cubicBezTo>
                <a:cubicBezTo>
                  <a:pt x="647" y="477"/>
                  <a:pt x="632" y="470"/>
                  <a:pt x="621" y="476"/>
                </a:cubicBezTo>
                <a:cubicBezTo>
                  <a:pt x="629" y="477"/>
                  <a:pt x="636" y="479"/>
                  <a:pt x="626" y="482"/>
                </a:cubicBezTo>
                <a:close/>
                <a:moveTo>
                  <a:pt x="622" y="510"/>
                </a:moveTo>
                <a:cubicBezTo>
                  <a:pt x="625" y="510"/>
                  <a:pt x="628" y="511"/>
                  <a:pt x="631" y="512"/>
                </a:cubicBezTo>
                <a:cubicBezTo>
                  <a:pt x="640" y="505"/>
                  <a:pt x="627" y="508"/>
                  <a:pt x="630" y="506"/>
                </a:cubicBezTo>
                <a:cubicBezTo>
                  <a:pt x="627" y="505"/>
                  <a:pt x="625" y="508"/>
                  <a:pt x="622" y="510"/>
                </a:cubicBezTo>
                <a:close/>
                <a:moveTo>
                  <a:pt x="606" y="624"/>
                </a:moveTo>
                <a:cubicBezTo>
                  <a:pt x="610" y="624"/>
                  <a:pt x="614" y="620"/>
                  <a:pt x="619" y="617"/>
                </a:cubicBezTo>
                <a:cubicBezTo>
                  <a:pt x="616" y="617"/>
                  <a:pt x="613" y="616"/>
                  <a:pt x="610" y="616"/>
                </a:cubicBezTo>
                <a:cubicBezTo>
                  <a:pt x="603" y="620"/>
                  <a:pt x="613" y="620"/>
                  <a:pt x="606" y="624"/>
                </a:cubicBezTo>
                <a:close/>
                <a:moveTo>
                  <a:pt x="605" y="638"/>
                </a:moveTo>
                <a:cubicBezTo>
                  <a:pt x="606" y="638"/>
                  <a:pt x="606" y="639"/>
                  <a:pt x="607" y="640"/>
                </a:cubicBezTo>
                <a:cubicBezTo>
                  <a:pt x="607" y="641"/>
                  <a:pt x="608" y="642"/>
                  <a:pt x="609" y="643"/>
                </a:cubicBezTo>
                <a:cubicBezTo>
                  <a:pt x="609" y="643"/>
                  <a:pt x="610" y="643"/>
                  <a:pt x="610" y="643"/>
                </a:cubicBezTo>
                <a:cubicBezTo>
                  <a:pt x="610" y="643"/>
                  <a:pt x="609" y="643"/>
                  <a:pt x="609" y="643"/>
                </a:cubicBezTo>
                <a:cubicBezTo>
                  <a:pt x="609" y="644"/>
                  <a:pt x="610" y="644"/>
                  <a:pt x="610" y="645"/>
                </a:cubicBezTo>
                <a:cubicBezTo>
                  <a:pt x="611" y="641"/>
                  <a:pt x="616" y="635"/>
                  <a:pt x="606" y="634"/>
                </a:cubicBezTo>
                <a:cubicBezTo>
                  <a:pt x="605" y="636"/>
                  <a:pt x="605" y="637"/>
                  <a:pt x="605" y="638"/>
                </a:cubicBezTo>
                <a:close/>
                <a:moveTo>
                  <a:pt x="597" y="595"/>
                </a:moveTo>
                <a:cubicBezTo>
                  <a:pt x="597" y="592"/>
                  <a:pt x="595" y="592"/>
                  <a:pt x="593" y="592"/>
                </a:cubicBezTo>
                <a:cubicBezTo>
                  <a:pt x="593" y="593"/>
                  <a:pt x="593" y="594"/>
                  <a:pt x="594" y="596"/>
                </a:cubicBezTo>
                <a:cubicBezTo>
                  <a:pt x="595" y="596"/>
                  <a:pt x="596" y="595"/>
                  <a:pt x="597" y="595"/>
                </a:cubicBezTo>
                <a:close/>
                <a:moveTo>
                  <a:pt x="595" y="561"/>
                </a:moveTo>
                <a:cubicBezTo>
                  <a:pt x="593" y="560"/>
                  <a:pt x="592" y="559"/>
                  <a:pt x="590" y="557"/>
                </a:cubicBezTo>
                <a:cubicBezTo>
                  <a:pt x="590" y="558"/>
                  <a:pt x="590" y="558"/>
                  <a:pt x="589" y="558"/>
                </a:cubicBezTo>
                <a:cubicBezTo>
                  <a:pt x="580" y="562"/>
                  <a:pt x="587" y="551"/>
                  <a:pt x="579" y="555"/>
                </a:cubicBezTo>
                <a:cubicBezTo>
                  <a:pt x="579" y="556"/>
                  <a:pt x="578" y="556"/>
                  <a:pt x="578" y="557"/>
                </a:cubicBezTo>
                <a:cubicBezTo>
                  <a:pt x="577" y="561"/>
                  <a:pt x="580" y="564"/>
                  <a:pt x="586" y="564"/>
                </a:cubicBezTo>
                <a:cubicBezTo>
                  <a:pt x="588" y="562"/>
                  <a:pt x="591" y="560"/>
                  <a:pt x="595" y="561"/>
                </a:cubicBezTo>
                <a:close/>
                <a:moveTo>
                  <a:pt x="579" y="522"/>
                </a:moveTo>
                <a:cubicBezTo>
                  <a:pt x="578" y="523"/>
                  <a:pt x="579" y="524"/>
                  <a:pt x="579" y="524"/>
                </a:cubicBezTo>
                <a:cubicBezTo>
                  <a:pt x="579" y="524"/>
                  <a:pt x="579" y="523"/>
                  <a:pt x="579" y="522"/>
                </a:cubicBezTo>
                <a:close/>
                <a:moveTo>
                  <a:pt x="565" y="430"/>
                </a:moveTo>
                <a:cubicBezTo>
                  <a:pt x="566" y="432"/>
                  <a:pt x="566" y="435"/>
                  <a:pt x="567" y="437"/>
                </a:cubicBezTo>
                <a:cubicBezTo>
                  <a:pt x="571" y="436"/>
                  <a:pt x="568" y="432"/>
                  <a:pt x="569" y="430"/>
                </a:cubicBezTo>
                <a:cubicBezTo>
                  <a:pt x="567" y="430"/>
                  <a:pt x="565" y="430"/>
                  <a:pt x="565" y="430"/>
                </a:cubicBezTo>
                <a:close/>
                <a:moveTo>
                  <a:pt x="536" y="403"/>
                </a:moveTo>
                <a:cubicBezTo>
                  <a:pt x="552" y="399"/>
                  <a:pt x="537" y="408"/>
                  <a:pt x="545" y="411"/>
                </a:cubicBezTo>
                <a:cubicBezTo>
                  <a:pt x="546" y="411"/>
                  <a:pt x="546" y="411"/>
                  <a:pt x="546" y="412"/>
                </a:cubicBezTo>
                <a:cubicBezTo>
                  <a:pt x="550" y="408"/>
                  <a:pt x="555" y="410"/>
                  <a:pt x="559" y="412"/>
                </a:cubicBezTo>
                <a:cubicBezTo>
                  <a:pt x="559" y="412"/>
                  <a:pt x="560" y="412"/>
                  <a:pt x="560" y="411"/>
                </a:cubicBezTo>
                <a:cubicBezTo>
                  <a:pt x="554" y="410"/>
                  <a:pt x="554" y="408"/>
                  <a:pt x="554" y="405"/>
                </a:cubicBezTo>
                <a:cubicBezTo>
                  <a:pt x="552" y="406"/>
                  <a:pt x="549" y="406"/>
                  <a:pt x="547" y="406"/>
                </a:cubicBezTo>
                <a:cubicBezTo>
                  <a:pt x="549" y="403"/>
                  <a:pt x="553" y="401"/>
                  <a:pt x="552" y="399"/>
                </a:cubicBezTo>
                <a:cubicBezTo>
                  <a:pt x="551" y="399"/>
                  <a:pt x="551" y="399"/>
                  <a:pt x="550" y="399"/>
                </a:cubicBezTo>
                <a:cubicBezTo>
                  <a:pt x="545" y="400"/>
                  <a:pt x="540" y="398"/>
                  <a:pt x="536" y="403"/>
                </a:cubicBezTo>
                <a:close/>
                <a:moveTo>
                  <a:pt x="521" y="453"/>
                </a:moveTo>
                <a:cubicBezTo>
                  <a:pt x="523" y="454"/>
                  <a:pt x="526" y="454"/>
                  <a:pt x="528" y="453"/>
                </a:cubicBezTo>
                <a:cubicBezTo>
                  <a:pt x="528" y="452"/>
                  <a:pt x="527" y="451"/>
                  <a:pt x="527" y="450"/>
                </a:cubicBezTo>
                <a:cubicBezTo>
                  <a:pt x="525" y="450"/>
                  <a:pt x="523" y="450"/>
                  <a:pt x="522" y="448"/>
                </a:cubicBezTo>
                <a:cubicBezTo>
                  <a:pt x="521" y="450"/>
                  <a:pt x="521" y="452"/>
                  <a:pt x="521" y="453"/>
                </a:cubicBezTo>
                <a:close/>
                <a:moveTo>
                  <a:pt x="513" y="464"/>
                </a:moveTo>
                <a:cubicBezTo>
                  <a:pt x="514" y="462"/>
                  <a:pt x="515" y="460"/>
                  <a:pt x="516" y="458"/>
                </a:cubicBezTo>
                <a:cubicBezTo>
                  <a:pt x="515" y="458"/>
                  <a:pt x="514" y="459"/>
                  <a:pt x="512" y="460"/>
                </a:cubicBezTo>
                <a:cubicBezTo>
                  <a:pt x="511" y="462"/>
                  <a:pt x="512" y="463"/>
                  <a:pt x="513" y="464"/>
                </a:cubicBezTo>
                <a:close/>
                <a:moveTo>
                  <a:pt x="436" y="490"/>
                </a:moveTo>
                <a:cubicBezTo>
                  <a:pt x="446" y="488"/>
                  <a:pt x="440" y="480"/>
                  <a:pt x="433" y="479"/>
                </a:cubicBezTo>
                <a:cubicBezTo>
                  <a:pt x="428" y="484"/>
                  <a:pt x="435" y="486"/>
                  <a:pt x="436" y="490"/>
                </a:cubicBezTo>
                <a:close/>
                <a:moveTo>
                  <a:pt x="363" y="186"/>
                </a:moveTo>
                <a:cubicBezTo>
                  <a:pt x="366" y="188"/>
                  <a:pt x="372" y="185"/>
                  <a:pt x="369" y="188"/>
                </a:cubicBezTo>
                <a:cubicBezTo>
                  <a:pt x="376" y="187"/>
                  <a:pt x="379" y="177"/>
                  <a:pt x="368" y="174"/>
                </a:cubicBezTo>
                <a:cubicBezTo>
                  <a:pt x="355" y="180"/>
                  <a:pt x="375" y="180"/>
                  <a:pt x="363" y="186"/>
                </a:cubicBezTo>
                <a:close/>
                <a:moveTo>
                  <a:pt x="341" y="366"/>
                </a:moveTo>
                <a:cubicBezTo>
                  <a:pt x="342" y="365"/>
                  <a:pt x="351" y="359"/>
                  <a:pt x="340" y="356"/>
                </a:cubicBezTo>
                <a:cubicBezTo>
                  <a:pt x="333" y="361"/>
                  <a:pt x="340" y="363"/>
                  <a:pt x="341" y="366"/>
                </a:cubicBezTo>
                <a:close/>
                <a:moveTo>
                  <a:pt x="311" y="548"/>
                </a:moveTo>
                <a:cubicBezTo>
                  <a:pt x="313" y="543"/>
                  <a:pt x="317" y="538"/>
                  <a:pt x="308" y="536"/>
                </a:cubicBezTo>
                <a:cubicBezTo>
                  <a:pt x="302" y="542"/>
                  <a:pt x="303" y="550"/>
                  <a:pt x="311" y="548"/>
                </a:cubicBezTo>
                <a:close/>
                <a:moveTo>
                  <a:pt x="297" y="697"/>
                </a:moveTo>
                <a:cubicBezTo>
                  <a:pt x="297" y="697"/>
                  <a:pt x="297" y="697"/>
                  <a:pt x="297" y="697"/>
                </a:cubicBezTo>
                <a:cubicBezTo>
                  <a:pt x="297" y="697"/>
                  <a:pt x="298" y="697"/>
                  <a:pt x="298" y="696"/>
                </a:cubicBezTo>
                <a:cubicBezTo>
                  <a:pt x="297" y="697"/>
                  <a:pt x="297" y="697"/>
                  <a:pt x="297" y="697"/>
                </a:cubicBezTo>
                <a:close/>
                <a:moveTo>
                  <a:pt x="279" y="662"/>
                </a:moveTo>
                <a:cubicBezTo>
                  <a:pt x="278" y="660"/>
                  <a:pt x="279" y="657"/>
                  <a:pt x="278" y="655"/>
                </a:cubicBezTo>
                <a:cubicBezTo>
                  <a:pt x="277" y="655"/>
                  <a:pt x="275" y="655"/>
                  <a:pt x="274" y="656"/>
                </a:cubicBezTo>
                <a:cubicBezTo>
                  <a:pt x="275" y="659"/>
                  <a:pt x="277" y="661"/>
                  <a:pt x="279" y="662"/>
                </a:cubicBezTo>
                <a:close/>
                <a:moveTo>
                  <a:pt x="213" y="372"/>
                </a:moveTo>
                <a:cubicBezTo>
                  <a:pt x="201" y="378"/>
                  <a:pt x="221" y="378"/>
                  <a:pt x="208" y="384"/>
                </a:cubicBezTo>
                <a:cubicBezTo>
                  <a:pt x="211" y="386"/>
                  <a:pt x="217" y="384"/>
                  <a:pt x="214" y="386"/>
                </a:cubicBezTo>
                <a:cubicBezTo>
                  <a:pt x="221" y="385"/>
                  <a:pt x="224" y="375"/>
                  <a:pt x="213" y="372"/>
                </a:cubicBezTo>
                <a:close/>
                <a:moveTo>
                  <a:pt x="173" y="459"/>
                </a:moveTo>
                <a:cubicBezTo>
                  <a:pt x="175" y="461"/>
                  <a:pt x="179" y="463"/>
                  <a:pt x="183" y="466"/>
                </a:cubicBezTo>
                <a:cubicBezTo>
                  <a:pt x="184" y="466"/>
                  <a:pt x="185" y="466"/>
                  <a:pt x="186" y="466"/>
                </a:cubicBezTo>
                <a:cubicBezTo>
                  <a:pt x="183" y="464"/>
                  <a:pt x="184" y="462"/>
                  <a:pt x="184" y="460"/>
                </a:cubicBezTo>
                <a:cubicBezTo>
                  <a:pt x="183" y="459"/>
                  <a:pt x="183" y="458"/>
                  <a:pt x="182" y="458"/>
                </a:cubicBezTo>
                <a:cubicBezTo>
                  <a:pt x="182" y="457"/>
                  <a:pt x="182" y="457"/>
                  <a:pt x="182" y="457"/>
                </a:cubicBezTo>
                <a:cubicBezTo>
                  <a:pt x="179" y="457"/>
                  <a:pt x="176" y="459"/>
                  <a:pt x="173" y="459"/>
                </a:cubicBezTo>
                <a:close/>
                <a:moveTo>
                  <a:pt x="183" y="560"/>
                </a:moveTo>
                <a:cubicBezTo>
                  <a:pt x="183" y="559"/>
                  <a:pt x="183" y="557"/>
                  <a:pt x="183" y="556"/>
                </a:cubicBezTo>
                <a:cubicBezTo>
                  <a:pt x="182" y="558"/>
                  <a:pt x="182" y="559"/>
                  <a:pt x="183" y="560"/>
                </a:cubicBezTo>
                <a:close/>
                <a:moveTo>
                  <a:pt x="173" y="870"/>
                </a:moveTo>
                <a:cubicBezTo>
                  <a:pt x="172" y="874"/>
                  <a:pt x="172" y="882"/>
                  <a:pt x="181" y="878"/>
                </a:cubicBezTo>
                <a:cubicBezTo>
                  <a:pt x="185" y="873"/>
                  <a:pt x="181" y="867"/>
                  <a:pt x="173" y="870"/>
                </a:cubicBezTo>
                <a:close/>
                <a:moveTo>
                  <a:pt x="190" y="945"/>
                </a:moveTo>
                <a:cubicBezTo>
                  <a:pt x="190" y="940"/>
                  <a:pt x="177" y="959"/>
                  <a:pt x="191" y="957"/>
                </a:cubicBezTo>
                <a:cubicBezTo>
                  <a:pt x="198" y="950"/>
                  <a:pt x="189" y="950"/>
                  <a:pt x="190" y="945"/>
                </a:cubicBezTo>
                <a:close/>
                <a:moveTo>
                  <a:pt x="192" y="1002"/>
                </a:moveTo>
                <a:cubicBezTo>
                  <a:pt x="198" y="1007"/>
                  <a:pt x="191" y="1016"/>
                  <a:pt x="199" y="1021"/>
                </a:cubicBezTo>
                <a:cubicBezTo>
                  <a:pt x="201" y="1013"/>
                  <a:pt x="206" y="999"/>
                  <a:pt x="192" y="1002"/>
                </a:cubicBezTo>
                <a:close/>
                <a:moveTo>
                  <a:pt x="886" y="2195"/>
                </a:moveTo>
                <a:cubicBezTo>
                  <a:pt x="875" y="2207"/>
                  <a:pt x="893" y="2206"/>
                  <a:pt x="896" y="2211"/>
                </a:cubicBezTo>
                <a:cubicBezTo>
                  <a:pt x="906" y="2200"/>
                  <a:pt x="885" y="2203"/>
                  <a:pt x="886" y="2195"/>
                </a:cubicBezTo>
                <a:close/>
                <a:moveTo>
                  <a:pt x="918" y="2234"/>
                </a:moveTo>
                <a:cubicBezTo>
                  <a:pt x="917" y="2238"/>
                  <a:pt x="923" y="2237"/>
                  <a:pt x="919" y="2245"/>
                </a:cubicBezTo>
                <a:cubicBezTo>
                  <a:pt x="923" y="2245"/>
                  <a:pt x="925" y="2242"/>
                  <a:pt x="929" y="2241"/>
                </a:cubicBezTo>
                <a:cubicBezTo>
                  <a:pt x="931" y="2233"/>
                  <a:pt x="925" y="2233"/>
                  <a:pt x="918" y="2234"/>
                </a:cubicBezTo>
                <a:close/>
                <a:moveTo>
                  <a:pt x="934" y="2259"/>
                </a:moveTo>
                <a:cubicBezTo>
                  <a:pt x="932" y="2269"/>
                  <a:pt x="932" y="2269"/>
                  <a:pt x="932" y="2269"/>
                </a:cubicBezTo>
                <a:cubicBezTo>
                  <a:pt x="940" y="2269"/>
                  <a:pt x="944" y="2256"/>
                  <a:pt x="934" y="2259"/>
                </a:cubicBezTo>
                <a:close/>
                <a:moveTo>
                  <a:pt x="991" y="2288"/>
                </a:moveTo>
                <a:cubicBezTo>
                  <a:pt x="983" y="2288"/>
                  <a:pt x="983" y="2297"/>
                  <a:pt x="974" y="2296"/>
                </a:cubicBezTo>
                <a:cubicBezTo>
                  <a:pt x="971" y="2303"/>
                  <a:pt x="977" y="2300"/>
                  <a:pt x="976" y="2305"/>
                </a:cubicBezTo>
                <a:cubicBezTo>
                  <a:pt x="980" y="2303"/>
                  <a:pt x="983" y="2300"/>
                  <a:pt x="985" y="2296"/>
                </a:cubicBezTo>
                <a:cubicBezTo>
                  <a:pt x="990" y="2296"/>
                  <a:pt x="988" y="2301"/>
                  <a:pt x="983" y="2303"/>
                </a:cubicBezTo>
                <a:cubicBezTo>
                  <a:pt x="983" y="2310"/>
                  <a:pt x="990" y="2299"/>
                  <a:pt x="993" y="2299"/>
                </a:cubicBezTo>
                <a:cubicBezTo>
                  <a:pt x="995" y="2293"/>
                  <a:pt x="991" y="2293"/>
                  <a:pt x="991" y="2288"/>
                </a:cubicBezTo>
                <a:close/>
                <a:moveTo>
                  <a:pt x="995" y="2314"/>
                </a:moveTo>
                <a:cubicBezTo>
                  <a:pt x="1001" y="2313"/>
                  <a:pt x="1003" y="2309"/>
                  <a:pt x="1008" y="2307"/>
                </a:cubicBezTo>
                <a:cubicBezTo>
                  <a:pt x="1008" y="2298"/>
                  <a:pt x="997" y="2308"/>
                  <a:pt x="995" y="2314"/>
                </a:cubicBezTo>
                <a:close/>
                <a:moveTo>
                  <a:pt x="1001" y="2317"/>
                </a:moveTo>
                <a:cubicBezTo>
                  <a:pt x="999" y="2324"/>
                  <a:pt x="1002" y="2324"/>
                  <a:pt x="1008" y="2322"/>
                </a:cubicBezTo>
                <a:cubicBezTo>
                  <a:pt x="1010" y="2316"/>
                  <a:pt x="1007" y="2315"/>
                  <a:pt x="1001" y="2317"/>
                </a:cubicBezTo>
                <a:close/>
                <a:moveTo>
                  <a:pt x="1039" y="2336"/>
                </a:moveTo>
                <a:cubicBezTo>
                  <a:pt x="1038" y="2329"/>
                  <a:pt x="1026" y="2332"/>
                  <a:pt x="1028" y="2323"/>
                </a:cubicBezTo>
                <a:cubicBezTo>
                  <a:pt x="1019" y="2326"/>
                  <a:pt x="1030" y="2330"/>
                  <a:pt x="1016" y="2334"/>
                </a:cubicBezTo>
                <a:cubicBezTo>
                  <a:pt x="1016" y="2339"/>
                  <a:pt x="1023" y="2337"/>
                  <a:pt x="1022" y="2344"/>
                </a:cubicBezTo>
                <a:cubicBezTo>
                  <a:pt x="1025" y="2338"/>
                  <a:pt x="1032" y="2337"/>
                  <a:pt x="1039" y="2336"/>
                </a:cubicBezTo>
                <a:close/>
                <a:moveTo>
                  <a:pt x="1718" y="2837"/>
                </a:moveTo>
                <a:cubicBezTo>
                  <a:pt x="1712" y="2835"/>
                  <a:pt x="1703" y="2849"/>
                  <a:pt x="1697" y="2847"/>
                </a:cubicBezTo>
                <a:cubicBezTo>
                  <a:pt x="1697" y="2853"/>
                  <a:pt x="1691" y="2855"/>
                  <a:pt x="1689" y="2859"/>
                </a:cubicBezTo>
                <a:cubicBezTo>
                  <a:pt x="1693" y="2865"/>
                  <a:pt x="1699" y="2851"/>
                  <a:pt x="1703" y="2849"/>
                </a:cubicBezTo>
                <a:cubicBezTo>
                  <a:pt x="1705" y="2848"/>
                  <a:pt x="1704" y="2852"/>
                  <a:pt x="1704" y="2855"/>
                </a:cubicBezTo>
                <a:cubicBezTo>
                  <a:pt x="1713" y="2852"/>
                  <a:pt x="1715" y="2845"/>
                  <a:pt x="1718" y="2837"/>
                </a:cubicBezTo>
                <a:close/>
                <a:moveTo>
                  <a:pt x="1728" y="2842"/>
                </a:moveTo>
                <a:cubicBezTo>
                  <a:pt x="1727" y="2834"/>
                  <a:pt x="1717" y="2845"/>
                  <a:pt x="1713" y="2849"/>
                </a:cubicBezTo>
                <a:cubicBezTo>
                  <a:pt x="1717" y="2853"/>
                  <a:pt x="1716" y="2853"/>
                  <a:pt x="1714" y="2863"/>
                </a:cubicBezTo>
                <a:cubicBezTo>
                  <a:pt x="1735" y="2853"/>
                  <a:pt x="1711" y="2848"/>
                  <a:pt x="1728" y="2842"/>
                </a:cubicBezTo>
                <a:close/>
                <a:moveTo>
                  <a:pt x="1734" y="2870"/>
                </a:moveTo>
                <a:cubicBezTo>
                  <a:pt x="1737" y="2864"/>
                  <a:pt x="1743" y="2860"/>
                  <a:pt x="1744" y="2852"/>
                </a:cubicBezTo>
                <a:cubicBezTo>
                  <a:pt x="1735" y="2859"/>
                  <a:pt x="1735" y="2858"/>
                  <a:pt x="1726" y="2864"/>
                </a:cubicBezTo>
                <a:cubicBezTo>
                  <a:pt x="1724" y="2873"/>
                  <a:pt x="1734" y="2865"/>
                  <a:pt x="1734" y="2870"/>
                </a:cubicBezTo>
                <a:close/>
                <a:moveTo>
                  <a:pt x="1745" y="2856"/>
                </a:moveTo>
                <a:cubicBezTo>
                  <a:pt x="1745" y="2859"/>
                  <a:pt x="1745" y="2862"/>
                  <a:pt x="1743" y="2864"/>
                </a:cubicBezTo>
                <a:cubicBezTo>
                  <a:pt x="1745" y="2866"/>
                  <a:pt x="1747" y="2864"/>
                  <a:pt x="1751" y="2860"/>
                </a:cubicBezTo>
                <a:cubicBezTo>
                  <a:pt x="1752" y="2855"/>
                  <a:pt x="1750" y="2853"/>
                  <a:pt x="1745" y="2856"/>
                </a:cubicBezTo>
                <a:close/>
                <a:moveTo>
                  <a:pt x="2272" y="2782"/>
                </a:moveTo>
                <a:cubicBezTo>
                  <a:pt x="2261" y="2783"/>
                  <a:pt x="2246" y="2784"/>
                  <a:pt x="2237" y="2790"/>
                </a:cubicBezTo>
                <a:cubicBezTo>
                  <a:pt x="2234" y="2792"/>
                  <a:pt x="2235" y="2796"/>
                  <a:pt x="2235" y="2799"/>
                </a:cubicBezTo>
                <a:cubicBezTo>
                  <a:pt x="2246" y="2795"/>
                  <a:pt x="2253" y="2800"/>
                  <a:pt x="2260" y="2798"/>
                </a:cubicBezTo>
                <a:cubicBezTo>
                  <a:pt x="2266" y="2794"/>
                  <a:pt x="2272" y="2790"/>
                  <a:pt x="2272" y="2782"/>
                </a:cubicBezTo>
                <a:close/>
                <a:moveTo>
                  <a:pt x="2299" y="2797"/>
                </a:moveTo>
                <a:cubicBezTo>
                  <a:pt x="2289" y="2800"/>
                  <a:pt x="2281" y="2800"/>
                  <a:pt x="2272" y="2803"/>
                </a:cubicBezTo>
                <a:cubicBezTo>
                  <a:pt x="2277" y="2809"/>
                  <a:pt x="2287" y="2806"/>
                  <a:pt x="2295" y="2809"/>
                </a:cubicBezTo>
                <a:cubicBezTo>
                  <a:pt x="2298" y="2805"/>
                  <a:pt x="2299" y="2801"/>
                  <a:pt x="2299" y="2797"/>
                </a:cubicBezTo>
                <a:close/>
                <a:moveTo>
                  <a:pt x="2338" y="2797"/>
                </a:moveTo>
                <a:cubicBezTo>
                  <a:pt x="2330" y="2784"/>
                  <a:pt x="2311" y="2804"/>
                  <a:pt x="2303" y="2804"/>
                </a:cubicBezTo>
                <a:cubicBezTo>
                  <a:pt x="2303" y="2813"/>
                  <a:pt x="2303" y="2813"/>
                  <a:pt x="2303" y="2813"/>
                </a:cubicBezTo>
                <a:cubicBezTo>
                  <a:pt x="2315" y="2801"/>
                  <a:pt x="2324" y="2802"/>
                  <a:pt x="2338" y="2797"/>
                </a:cubicBezTo>
                <a:close/>
                <a:moveTo>
                  <a:pt x="2648" y="2675"/>
                </a:moveTo>
                <a:cubicBezTo>
                  <a:pt x="2644" y="2669"/>
                  <a:pt x="2638" y="2666"/>
                  <a:pt x="2631" y="2666"/>
                </a:cubicBezTo>
                <a:cubicBezTo>
                  <a:pt x="2631" y="2670"/>
                  <a:pt x="2631" y="2674"/>
                  <a:pt x="2633" y="2672"/>
                </a:cubicBezTo>
                <a:cubicBezTo>
                  <a:pt x="2640" y="2662"/>
                  <a:pt x="2641" y="2675"/>
                  <a:pt x="2648" y="2675"/>
                </a:cubicBezTo>
                <a:close/>
                <a:moveTo>
                  <a:pt x="2692" y="2637"/>
                </a:moveTo>
                <a:cubicBezTo>
                  <a:pt x="2692" y="2630"/>
                  <a:pt x="2681" y="2639"/>
                  <a:pt x="2679" y="2644"/>
                </a:cubicBezTo>
                <a:cubicBezTo>
                  <a:pt x="2682" y="2646"/>
                  <a:pt x="2689" y="2644"/>
                  <a:pt x="2692" y="2637"/>
                </a:cubicBezTo>
                <a:close/>
                <a:moveTo>
                  <a:pt x="2612" y="2496"/>
                </a:moveTo>
                <a:cubicBezTo>
                  <a:pt x="2612" y="2486"/>
                  <a:pt x="2609" y="2494"/>
                  <a:pt x="2602" y="2497"/>
                </a:cubicBezTo>
                <a:cubicBezTo>
                  <a:pt x="2602" y="2505"/>
                  <a:pt x="2609" y="2501"/>
                  <a:pt x="2612" y="2496"/>
                </a:cubicBezTo>
                <a:close/>
                <a:moveTo>
                  <a:pt x="2610" y="2478"/>
                </a:moveTo>
                <a:cubicBezTo>
                  <a:pt x="2611" y="2474"/>
                  <a:pt x="2616" y="2472"/>
                  <a:pt x="2614" y="2466"/>
                </a:cubicBezTo>
                <a:cubicBezTo>
                  <a:pt x="2611" y="2469"/>
                  <a:pt x="2602" y="2481"/>
                  <a:pt x="2601" y="2477"/>
                </a:cubicBezTo>
                <a:cubicBezTo>
                  <a:pt x="2599" y="2479"/>
                  <a:pt x="2598" y="2482"/>
                  <a:pt x="2598" y="2485"/>
                </a:cubicBezTo>
                <a:cubicBezTo>
                  <a:pt x="2599" y="2483"/>
                  <a:pt x="2601" y="2483"/>
                  <a:pt x="2602" y="2484"/>
                </a:cubicBezTo>
                <a:cubicBezTo>
                  <a:pt x="2605" y="2479"/>
                  <a:pt x="2608" y="2481"/>
                  <a:pt x="2612" y="2482"/>
                </a:cubicBezTo>
                <a:cubicBezTo>
                  <a:pt x="2612" y="2479"/>
                  <a:pt x="2612" y="2478"/>
                  <a:pt x="2610" y="2478"/>
                </a:cubicBezTo>
                <a:close/>
                <a:moveTo>
                  <a:pt x="2649" y="2278"/>
                </a:moveTo>
                <a:cubicBezTo>
                  <a:pt x="2647" y="2286"/>
                  <a:pt x="2655" y="2277"/>
                  <a:pt x="2654" y="2283"/>
                </a:cubicBezTo>
                <a:cubicBezTo>
                  <a:pt x="2660" y="2277"/>
                  <a:pt x="2655" y="2271"/>
                  <a:pt x="2649" y="2278"/>
                </a:cubicBezTo>
                <a:close/>
                <a:moveTo>
                  <a:pt x="2680" y="2299"/>
                </a:moveTo>
                <a:cubicBezTo>
                  <a:pt x="2679" y="2290"/>
                  <a:pt x="2668" y="2298"/>
                  <a:pt x="2663" y="2296"/>
                </a:cubicBezTo>
                <a:cubicBezTo>
                  <a:pt x="2665" y="2305"/>
                  <a:pt x="2672" y="2302"/>
                  <a:pt x="2680" y="2299"/>
                </a:cubicBezTo>
                <a:close/>
                <a:moveTo>
                  <a:pt x="2717" y="2279"/>
                </a:moveTo>
                <a:cubicBezTo>
                  <a:pt x="2714" y="2285"/>
                  <a:pt x="2713" y="2284"/>
                  <a:pt x="2713" y="2277"/>
                </a:cubicBezTo>
                <a:cubicBezTo>
                  <a:pt x="2712" y="2279"/>
                  <a:pt x="2710" y="2282"/>
                  <a:pt x="2708" y="2283"/>
                </a:cubicBezTo>
                <a:cubicBezTo>
                  <a:pt x="2706" y="2290"/>
                  <a:pt x="2718" y="2288"/>
                  <a:pt x="2717" y="2279"/>
                </a:cubicBezTo>
                <a:close/>
                <a:moveTo>
                  <a:pt x="2696" y="2314"/>
                </a:moveTo>
                <a:cubicBezTo>
                  <a:pt x="2696" y="2308"/>
                  <a:pt x="2694" y="2307"/>
                  <a:pt x="2689" y="2310"/>
                </a:cubicBezTo>
                <a:cubicBezTo>
                  <a:pt x="2687" y="2318"/>
                  <a:pt x="2692" y="2316"/>
                  <a:pt x="2696" y="2314"/>
                </a:cubicBezTo>
                <a:close/>
                <a:moveTo>
                  <a:pt x="2733" y="2290"/>
                </a:moveTo>
                <a:cubicBezTo>
                  <a:pt x="2731" y="2298"/>
                  <a:pt x="2730" y="2307"/>
                  <a:pt x="2722" y="2311"/>
                </a:cubicBezTo>
                <a:cubicBezTo>
                  <a:pt x="2725" y="2300"/>
                  <a:pt x="2725" y="2299"/>
                  <a:pt x="2726" y="2290"/>
                </a:cubicBezTo>
                <a:cubicBezTo>
                  <a:pt x="2721" y="2294"/>
                  <a:pt x="2717" y="2297"/>
                  <a:pt x="2719" y="2288"/>
                </a:cubicBezTo>
                <a:cubicBezTo>
                  <a:pt x="2708" y="2296"/>
                  <a:pt x="2706" y="2298"/>
                  <a:pt x="2698" y="2299"/>
                </a:cubicBezTo>
                <a:cubicBezTo>
                  <a:pt x="2695" y="2306"/>
                  <a:pt x="2700" y="2308"/>
                  <a:pt x="2706" y="2306"/>
                </a:cubicBezTo>
                <a:cubicBezTo>
                  <a:pt x="2704" y="2313"/>
                  <a:pt x="2699" y="2306"/>
                  <a:pt x="2698" y="2315"/>
                </a:cubicBezTo>
                <a:cubicBezTo>
                  <a:pt x="2701" y="2325"/>
                  <a:pt x="2720" y="2305"/>
                  <a:pt x="2720" y="2322"/>
                </a:cubicBezTo>
                <a:cubicBezTo>
                  <a:pt x="2729" y="2315"/>
                  <a:pt x="2739" y="2298"/>
                  <a:pt x="2733" y="2290"/>
                </a:cubicBezTo>
                <a:close/>
                <a:moveTo>
                  <a:pt x="2847" y="2439"/>
                </a:moveTo>
                <a:cubicBezTo>
                  <a:pt x="2846" y="2432"/>
                  <a:pt x="2836" y="2441"/>
                  <a:pt x="2834" y="2446"/>
                </a:cubicBezTo>
                <a:cubicBezTo>
                  <a:pt x="2836" y="2448"/>
                  <a:pt x="2843" y="2446"/>
                  <a:pt x="2847" y="2439"/>
                </a:cubicBezTo>
                <a:close/>
                <a:moveTo>
                  <a:pt x="1093" y="799"/>
                </a:moveTo>
                <a:cubicBezTo>
                  <a:pt x="1091" y="797"/>
                  <a:pt x="1086" y="797"/>
                  <a:pt x="1086" y="794"/>
                </a:cubicBezTo>
                <a:cubicBezTo>
                  <a:pt x="1082" y="794"/>
                  <a:pt x="1086" y="797"/>
                  <a:pt x="1081" y="797"/>
                </a:cubicBezTo>
                <a:cubicBezTo>
                  <a:pt x="1103" y="799"/>
                  <a:pt x="1093" y="816"/>
                  <a:pt x="1107" y="822"/>
                </a:cubicBezTo>
                <a:cubicBezTo>
                  <a:pt x="1109" y="810"/>
                  <a:pt x="1104" y="802"/>
                  <a:pt x="1099" y="794"/>
                </a:cubicBezTo>
                <a:cubicBezTo>
                  <a:pt x="1097" y="794"/>
                  <a:pt x="1095" y="797"/>
                  <a:pt x="1093" y="799"/>
                </a:cubicBezTo>
                <a:close/>
                <a:moveTo>
                  <a:pt x="199" y="310"/>
                </a:moveTo>
                <a:cubicBezTo>
                  <a:pt x="199" y="305"/>
                  <a:pt x="202" y="300"/>
                  <a:pt x="193" y="298"/>
                </a:cubicBezTo>
                <a:cubicBezTo>
                  <a:pt x="189" y="303"/>
                  <a:pt x="199" y="305"/>
                  <a:pt x="199" y="310"/>
                </a:cubicBezTo>
                <a:close/>
                <a:moveTo>
                  <a:pt x="543" y="274"/>
                </a:moveTo>
                <a:cubicBezTo>
                  <a:pt x="548" y="268"/>
                  <a:pt x="534" y="273"/>
                  <a:pt x="540" y="267"/>
                </a:cubicBezTo>
                <a:cubicBezTo>
                  <a:pt x="537" y="263"/>
                  <a:pt x="540" y="274"/>
                  <a:pt x="529" y="276"/>
                </a:cubicBezTo>
                <a:cubicBezTo>
                  <a:pt x="534" y="277"/>
                  <a:pt x="538" y="275"/>
                  <a:pt x="543" y="274"/>
                </a:cubicBezTo>
                <a:close/>
                <a:moveTo>
                  <a:pt x="432" y="367"/>
                </a:moveTo>
                <a:cubicBezTo>
                  <a:pt x="428" y="366"/>
                  <a:pt x="424" y="366"/>
                  <a:pt x="420" y="370"/>
                </a:cubicBezTo>
                <a:cubicBezTo>
                  <a:pt x="426" y="369"/>
                  <a:pt x="428" y="371"/>
                  <a:pt x="427" y="375"/>
                </a:cubicBezTo>
                <a:cubicBezTo>
                  <a:pt x="433" y="376"/>
                  <a:pt x="430" y="369"/>
                  <a:pt x="432" y="367"/>
                </a:cubicBezTo>
                <a:close/>
                <a:moveTo>
                  <a:pt x="475" y="337"/>
                </a:moveTo>
                <a:cubicBezTo>
                  <a:pt x="471" y="341"/>
                  <a:pt x="481" y="341"/>
                  <a:pt x="476" y="344"/>
                </a:cubicBezTo>
                <a:cubicBezTo>
                  <a:pt x="478" y="345"/>
                  <a:pt x="479" y="343"/>
                  <a:pt x="478" y="343"/>
                </a:cubicBezTo>
                <a:cubicBezTo>
                  <a:pt x="481" y="342"/>
                  <a:pt x="484" y="343"/>
                  <a:pt x="487" y="339"/>
                </a:cubicBezTo>
                <a:cubicBezTo>
                  <a:pt x="483" y="337"/>
                  <a:pt x="479" y="337"/>
                  <a:pt x="475" y="337"/>
                </a:cubicBezTo>
                <a:close/>
                <a:moveTo>
                  <a:pt x="541" y="354"/>
                </a:moveTo>
                <a:cubicBezTo>
                  <a:pt x="545" y="351"/>
                  <a:pt x="542" y="348"/>
                  <a:pt x="546" y="349"/>
                </a:cubicBezTo>
                <a:cubicBezTo>
                  <a:pt x="549" y="343"/>
                  <a:pt x="543" y="347"/>
                  <a:pt x="539" y="342"/>
                </a:cubicBezTo>
                <a:cubicBezTo>
                  <a:pt x="549" y="341"/>
                  <a:pt x="538" y="325"/>
                  <a:pt x="547" y="328"/>
                </a:cubicBezTo>
                <a:cubicBezTo>
                  <a:pt x="554" y="323"/>
                  <a:pt x="533" y="321"/>
                  <a:pt x="523" y="321"/>
                </a:cubicBezTo>
                <a:cubicBezTo>
                  <a:pt x="528" y="334"/>
                  <a:pt x="527" y="343"/>
                  <a:pt x="541" y="354"/>
                </a:cubicBezTo>
                <a:close/>
                <a:moveTo>
                  <a:pt x="834" y="121"/>
                </a:moveTo>
                <a:cubicBezTo>
                  <a:pt x="838" y="121"/>
                  <a:pt x="836" y="119"/>
                  <a:pt x="840" y="117"/>
                </a:cubicBezTo>
                <a:cubicBezTo>
                  <a:pt x="832" y="118"/>
                  <a:pt x="836" y="114"/>
                  <a:pt x="827" y="113"/>
                </a:cubicBezTo>
                <a:cubicBezTo>
                  <a:pt x="824" y="120"/>
                  <a:pt x="831" y="119"/>
                  <a:pt x="834" y="121"/>
                </a:cubicBezTo>
                <a:close/>
                <a:moveTo>
                  <a:pt x="528" y="350"/>
                </a:moveTo>
                <a:cubicBezTo>
                  <a:pt x="531" y="353"/>
                  <a:pt x="527" y="359"/>
                  <a:pt x="536" y="361"/>
                </a:cubicBezTo>
                <a:cubicBezTo>
                  <a:pt x="545" y="354"/>
                  <a:pt x="531" y="353"/>
                  <a:pt x="528" y="350"/>
                </a:cubicBezTo>
                <a:close/>
                <a:moveTo>
                  <a:pt x="286" y="624"/>
                </a:moveTo>
                <a:cubicBezTo>
                  <a:pt x="281" y="622"/>
                  <a:pt x="279" y="627"/>
                  <a:pt x="276" y="626"/>
                </a:cubicBezTo>
                <a:cubicBezTo>
                  <a:pt x="273" y="630"/>
                  <a:pt x="278" y="631"/>
                  <a:pt x="280" y="634"/>
                </a:cubicBezTo>
                <a:cubicBezTo>
                  <a:pt x="286" y="634"/>
                  <a:pt x="275" y="629"/>
                  <a:pt x="286" y="624"/>
                </a:cubicBezTo>
                <a:close/>
                <a:moveTo>
                  <a:pt x="751" y="235"/>
                </a:moveTo>
                <a:cubicBezTo>
                  <a:pt x="757" y="236"/>
                  <a:pt x="752" y="239"/>
                  <a:pt x="760" y="239"/>
                </a:cubicBezTo>
                <a:cubicBezTo>
                  <a:pt x="762" y="235"/>
                  <a:pt x="765" y="230"/>
                  <a:pt x="754" y="228"/>
                </a:cubicBezTo>
                <a:cubicBezTo>
                  <a:pt x="750" y="233"/>
                  <a:pt x="755" y="233"/>
                  <a:pt x="745" y="237"/>
                </a:cubicBezTo>
                <a:cubicBezTo>
                  <a:pt x="747" y="238"/>
                  <a:pt x="749" y="236"/>
                  <a:pt x="751" y="235"/>
                </a:cubicBezTo>
                <a:close/>
                <a:moveTo>
                  <a:pt x="973" y="290"/>
                </a:moveTo>
                <a:cubicBezTo>
                  <a:pt x="976" y="287"/>
                  <a:pt x="974" y="285"/>
                  <a:pt x="976" y="282"/>
                </a:cubicBezTo>
                <a:cubicBezTo>
                  <a:pt x="973" y="281"/>
                  <a:pt x="973" y="283"/>
                  <a:pt x="974" y="283"/>
                </a:cubicBezTo>
                <a:cubicBezTo>
                  <a:pt x="971" y="285"/>
                  <a:pt x="969" y="287"/>
                  <a:pt x="966" y="287"/>
                </a:cubicBezTo>
                <a:cubicBezTo>
                  <a:pt x="965" y="289"/>
                  <a:pt x="970" y="289"/>
                  <a:pt x="973" y="290"/>
                </a:cubicBezTo>
                <a:close/>
                <a:moveTo>
                  <a:pt x="941" y="406"/>
                </a:moveTo>
                <a:cubicBezTo>
                  <a:pt x="942" y="404"/>
                  <a:pt x="934" y="400"/>
                  <a:pt x="944" y="399"/>
                </a:cubicBezTo>
                <a:cubicBezTo>
                  <a:pt x="947" y="394"/>
                  <a:pt x="932" y="395"/>
                  <a:pt x="941" y="388"/>
                </a:cubicBezTo>
                <a:cubicBezTo>
                  <a:pt x="936" y="388"/>
                  <a:pt x="929" y="405"/>
                  <a:pt x="941" y="406"/>
                </a:cubicBezTo>
                <a:close/>
                <a:moveTo>
                  <a:pt x="923" y="446"/>
                </a:moveTo>
                <a:cubicBezTo>
                  <a:pt x="921" y="451"/>
                  <a:pt x="907" y="458"/>
                  <a:pt x="919" y="460"/>
                </a:cubicBezTo>
                <a:cubicBezTo>
                  <a:pt x="934" y="454"/>
                  <a:pt x="918" y="449"/>
                  <a:pt x="935" y="444"/>
                </a:cubicBezTo>
                <a:cubicBezTo>
                  <a:pt x="931" y="441"/>
                  <a:pt x="928" y="449"/>
                  <a:pt x="923" y="446"/>
                </a:cubicBezTo>
                <a:close/>
                <a:moveTo>
                  <a:pt x="912" y="594"/>
                </a:moveTo>
                <a:cubicBezTo>
                  <a:pt x="922" y="590"/>
                  <a:pt x="932" y="583"/>
                  <a:pt x="943" y="577"/>
                </a:cubicBezTo>
                <a:cubicBezTo>
                  <a:pt x="923" y="584"/>
                  <a:pt x="943" y="570"/>
                  <a:pt x="941" y="564"/>
                </a:cubicBezTo>
                <a:cubicBezTo>
                  <a:pt x="936" y="565"/>
                  <a:pt x="934" y="565"/>
                  <a:pt x="936" y="561"/>
                </a:cubicBezTo>
                <a:cubicBezTo>
                  <a:pt x="929" y="564"/>
                  <a:pt x="933" y="572"/>
                  <a:pt x="932" y="576"/>
                </a:cubicBezTo>
                <a:cubicBezTo>
                  <a:pt x="920" y="579"/>
                  <a:pt x="914" y="590"/>
                  <a:pt x="912" y="594"/>
                </a:cubicBezTo>
                <a:close/>
                <a:moveTo>
                  <a:pt x="917" y="618"/>
                </a:moveTo>
                <a:cubicBezTo>
                  <a:pt x="914" y="617"/>
                  <a:pt x="905" y="614"/>
                  <a:pt x="909" y="607"/>
                </a:cubicBezTo>
                <a:cubicBezTo>
                  <a:pt x="902" y="612"/>
                  <a:pt x="908" y="620"/>
                  <a:pt x="907" y="626"/>
                </a:cubicBezTo>
                <a:cubicBezTo>
                  <a:pt x="914" y="626"/>
                  <a:pt x="908" y="618"/>
                  <a:pt x="917" y="618"/>
                </a:cubicBezTo>
                <a:close/>
                <a:moveTo>
                  <a:pt x="937" y="586"/>
                </a:moveTo>
                <a:cubicBezTo>
                  <a:pt x="931" y="584"/>
                  <a:pt x="930" y="589"/>
                  <a:pt x="934" y="589"/>
                </a:cubicBezTo>
                <a:cubicBezTo>
                  <a:pt x="931" y="592"/>
                  <a:pt x="928" y="593"/>
                  <a:pt x="924" y="594"/>
                </a:cubicBezTo>
                <a:cubicBezTo>
                  <a:pt x="923" y="596"/>
                  <a:pt x="926" y="597"/>
                  <a:pt x="924" y="599"/>
                </a:cubicBezTo>
                <a:cubicBezTo>
                  <a:pt x="927" y="596"/>
                  <a:pt x="939" y="590"/>
                  <a:pt x="930" y="600"/>
                </a:cubicBezTo>
                <a:cubicBezTo>
                  <a:pt x="934" y="600"/>
                  <a:pt x="936" y="596"/>
                  <a:pt x="939" y="594"/>
                </a:cubicBezTo>
                <a:cubicBezTo>
                  <a:pt x="934" y="593"/>
                  <a:pt x="933" y="590"/>
                  <a:pt x="937" y="586"/>
                </a:cubicBezTo>
                <a:close/>
                <a:moveTo>
                  <a:pt x="929" y="636"/>
                </a:moveTo>
                <a:cubicBezTo>
                  <a:pt x="931" y="639"/>
                  <a:pt x="935" y="637"/>
                  <a:pt x="943" y="639"/>
                </a:cubicBezTo>
                <a:cubicBezTo>
                  <a:pt x="944" y="637"/>
                  <a:pt x="941" y="636"/>
                  <a:pt x="943" y="633"/>
                </a:cubicBezTo>
                <a:cubicBezTo>
                  <a:pt x="938" y="632"/>
                  <a:pt x="935" y="638"/>
                  <a:pt x="929" y="636"/>
                </a:cubicBezTo>
                <a:close/>
                <a:moveTo>
                  <a:pt x="1040" y="646"/>
                </a:moveTo>
                <a:cubicBezTo>
                  <a:pt x="1033" y="649"/>
                  <a:pt x="1037" y="646"/>
                  <a:pt x="1031" y="646"/>
                </a:cubicBezTo>
                <a:cubicBezTo>
                  <a:pt x="1028" y="651"/>
                  <a:pt x="1021" y="647"/>
                  <a:pt x="1019" y="654"/>
                </a:cubicBezTo>
                <a:cubicBezTo>
                  <a:pt x="1021" y="654"/>
                  <a:pt x="1023" y="655"/>
                  <a:pt x="1025" y="655"/>
                </a:cubicBezTo>
                <a:cubicBezTo>
                  <a:pt x="1029" y="651"/>
                  <a:pt x="1034" y="647"/>
                  <a:pt x="1033" y="653"/>
                </a:cubicBezTo>
                <a:cubicBezTo>
                  <a:pt x="1039" y="653"/>
                  <a:pt x="1033" y="650"/>
                  <a:pt x="1040" y="646"/>
                </a:cubicBezTo>
                <a:close/>
                <a:moveTo>
                  <a:pt x="938" y="777"/>
                </a:moveTo>
                <a:cubicBezTo>
                  <a:pt x="935" y="778"/>
                  <a:pt x="934" y="777"/>
                  <a:pt x="935" y="775"/>
                </a:cubicBezTo>
                <a:cubicBezTo>
                  <a:pt x="936" y="772"/>
                  <a:pt x="930" y="777"/>
                  <a:pt x="933" y="777"/>
                </a:cubicBezTo>
                <a:cubicBezTo>
                  <a:pt x="930" y="780"/>
                  <a:pt x="926" y="780"/>
                  <a:pt x="922" y="780"/>
                </a:cubicBezTo>
                <a:cubicBezTo>
                  <a:pt x="921" y="785"/>
                  <a:pt x="935" y="783"/>
                  <a:pt x="938" y="777"/>
                </a:cubicBezTo>
                <a:close/>
                <a:moveTo>
                  <a:pt x="1095" y="755"/>
                </a:moveTo>
                <a:cubicBezTo>
                  <a:pt x="1094" y="754"/>
                  <a:pt x="1100" y="736"/>
                  <a:pt x="1089" y="740"/>
                </a:cubicBezTo>
                <a:cubicBezTo>
                  <a:pt x="1095" y="733"/>
                  <a:pt x="1093" y="729"/>
                  <a:pt x="1088" y="727"/>
                </a:cubicBezTo>
                <a:cubicBezTo>
                  <a:pt x="1080" y="737"/>
                  <a:pt x="1085" y="739"/>
                  <a:pt x="1079" y="747"/>
                </a:cubicBezTo>
                <a:cubicBezTo>
                  <a:pt x="1092" y="743"/>
                  <a:pt x="1088" y="753"/>
                  <a:pt x="1095" y="755"/>
                </a:cubicBezTo>
                <a:close/>
                <a:moveTo>
                  <a:pt x="1090" y="764"/>
                </a:moveTo>
                <a:cubicBezTo>
                  <a:pt x="1085" y="763"/>
                  <a:pt x="1090" y="757"/>
                  <a:pt x="1081" y="758"/>
                </a:cubicBezTo>
                <a:cubicBezTo>
                  <a:pt x="1081" y="764"/>
                  <a:pt x="1092" y="765"/>
                  <a:pt x="1087" y="773"/>
                </a:cubicBezTo>
                <a:cubicBezTo>
                  <a:pt x="1108" y="764"/>
                  <a:pt x="1088" y="790"/>
                  <a:pt x="1101" y="792"/>
                </a:cubicBezTo>
                <a:cubicBezTo>
                  <a:pt x="1104" y="790"/>
                  <a:pt x="1106" y="787"/>
                  <a:pt x="1110" y="786"/>
                </a:cubicBezTo>
                <a:cubicBezTo>
                  <a:pt x="1106" y="783"/>
                  <a:pt x="1095" y="784"/>
                  <a:pt x="1106" y="774"/>
                </a:cubicBezTo>
                <a:cubicBezTo>
                  <a:pt x="1097" y="771"/>
                  <a:pt x="1100" y="763"/>
                  <a:pt x="1098" y="757"/>
                </a:cubicBezTo>
                <a:cubicBezTo>
                  <a:pt x="1094" y="757"/>
                  <a:pt x="1092" y="761"/>
                  <a:pt x="1090" y="764"/>
                </a:cubicBezTo>
                <a:close/>
                <a:moveTo>
                  <a:pt x="1120" y="759"/>
                </a:moveTo>
                <a:cubicBezTo>
                  <a:pt x="1119" y="754"/>
                  <a:pt x="1115" y="750"/>
                  <a:pt x="1113" y="745"/>
                </a:cubicBezTo>
                <a:cubicBezTo>
                  <a:pt x="1111" y="740"/>
                  <a:pt x="1112" y="735"/>
                  <a:pt x="1119" y="728"/>
                </a:cubicBezTo>
                <a:cubicBezTo>
                  <a:pt x="1110" y="733"/>
                  <a:pt x="1107" y="741"/>
                  <a:pt x="1109" y="747"/>
                </a:cubicBezTo>
                <a:cubicBezTo>
                  <a:pt x="1110" y="754"/>
                  <a:pt x="1115" y="759"/>
                  <a:pt x="1120" y="759"/>
                </a:cubicBezTo>
                <a:close/>
                <a:moveTo>
                  <a:pt x="1127" y="807"/>
                </a:moveTo>
                <a:cubicBezTo>
                  <a:pt x="1126" y="811"/>
                  <a:pt x="1127" y="816"/>
                  <a:pt x="1128" y="820"/>
                </a:cubicBezTo>
                <a:cubicBezTo>
                  <a:pt x="1135" y="816"/>
                  <a:pt x="1130" y="809"/>
                  <a:pt x="1127" y="807"/>
                </a:cubicBezTo>
                <a:close/>
                <a:moveTo>
                  <a:pt x="1154" y="860"/>
                </a:moveTo>
                <a:cubicBezTo>
                  <a:pt x="1145" y="866"/>
                  <a:pt x="1142" y="865"/>
                  <a:pt x="1141" y="860"/>
                </a:cubicBezTo>
                <a:cubicBezTo>
                  <a:pt x="1136" y="870"/>
                  <a:pt x="1142" y="884"/>
                  <a:pt x="1148" y="891"/>
                </a:cubicBezTo>
                <a:cubicBezTo>
                  <a:pt x="1157" y="882"/>
                  <a:pt x="1143" y="884"/>
                  <a:pt x="1155" y="876"/>
                </a:cubicBezTo>
                <a:cubicBezTo>
                  <a:pt x="1142" y="883"/>
                  <a:pt x="1154" y="868"/>
                  <a:pt x="1143" y="869"/>
                </a:cubicBezTo>
                <a:cubicBezTo>
                  <a:pt x="1146" y="863"/>
                  <a:pt x="1157" y="865"/>
                  <a:pt x="1154" y="860"/>
                </a:cubicBezTo>
                <a:close/>
                <a:moveTo>
                  <a:pt x="1166" y="852"/>
                </a:moveTo>
                <a:cubicBezTo>
                  <a:pt x="1157" y="853"/>
                  <a:pt x="1156" y="855"/>
                  <a:pt x="1158" y="848"/>
                </a:cubicBezTo>
                <a:cubicBezTo>
                  <a:pt x="1148" y="854"/>
                  <a:pt x="1160" y="857"/>
                  <a:pt x="1159" y="861"/>
                </a:cubicBezTo>
                <a:cubicBezTo>
                  <a:pt x="1167" y="860"/>
                  <a:pt x="1160" y="857"/>
                  <a:pt x="1166" y="852"/>
                </a:cubicBezTo>
                <a:close/>
                <a:moveTo>
                  <a:pt x="1161" y="900"/>
                </a:moveTo>
                <a:cubicBezTo>
                  <a:pt x="1158" y="897"/>
                  <a:pt x="1152" y="895"/>
                  <a:pt x="1149" y="893"/>
                </a:cubicBezTo>
                <a:cubicBezTo>
                  <a:pt x="1146" y="903"/>
                  <a:pt x="1148" y="910"/>
                  <a:pt x="1153" y="915"/>
                </a:cubicBezTo>
                <a:cubicBezTo>
                  <a:pt x="1163" y="908"/>
                  <a:pt x="1164" y="903"/>
                  <a:pt x="1161" y="900"/>
                </a:cubicBezTo>
                <a:close/>
                <a:moveTo>
                  <a:pt x="1183" y="1000"/>
                </a:moveTo>
                <a:cubicBezTo>
                  <a:pt x="1182" y="1003"/>
                  <a:pt x="1186" y="1005"/>
                  <a:pt x="1189" y="1008"/>
                </a:cubicBezTo>
                <a:cubicBezTo>
                  <a:pt x="1191" y="1007"/>
                  <a:pt x="1192" y="1005"/>
                  <a:pt x="1193" y="1003"/>
                </a:cubicBezTo>
                <a:cubicBezTo>
                  <a:pt x="1184" y="1005"/>
                  <a:pt x="1190" y="998"/>
                  <a:pt x="1183" y="1000"/>
                </a:cubicBezTo>
                <a:close/>
                <a:moveTo>
                  <a:pt x="1222" y="1036"/>
                </a:moveTo>
                <a:cubicBezTo>
                  <a:pt x="1222" y="1042"/>
                  <a:pt x="1236" y="1033"/>
                  <a:pt x="1232" y="1043"/>
                </a:cubicBezTo>
                <a:cubicBezTo>
                  <a:pt x="1238" y="1042"/>
                  <a:pt x="1233" y="1037"/>
                  <a:pt x="1235" y="1035"/>
                </a:cubicBezTo>
                <a:lnTo>
                  <a:pt x="1222" y="1036"/>
                </a:lnTo>
                <a:close/>
                <a:moveTo>
                  <a:pt x="1253" y="1106"/>
                </a:moveTo>
                <a:cubicBezTo>
                  <a:pt x="1256" y="1105"/>
                  <a:pt x="1258" y="1104"/>
                  <a:pt x="1261" y="1104"/>
                </a:cubicBezTo>
                <a:cubicBezTo>
                  <a:pt x="1267" y="1095"/>
                  <a:pt x="1257" y="1095"/>
                  <a:pt x="1256" y="1091"/>
                </a:cubicBezTo>
                <a:cubicBezTo>
                  <a:pt x="1241" y="1103"/>
                  <a:pt x="1268" y="1090"/>
                  <a:pt x="1253" y="1106"/>
                </a:cubicBezTo>
                <a:close/>
                <a:moveTo>
                  <a:pt x="1309" y="1173"/>
                </a:moveTo>
                <a:cubicBezTo>
                  <a:pt x="1306" y="1177"/>
                  <a:pt x="1301" y="1178"/>
                  <a:pt x="1297" y="1180"/>
                </a:cubicBezTo>
                <a:cubicBezTo>
                  <a:pt x="1298" y="1184"/>
                  <a:pt x="1307" y="1181"/>
                  <a:pt x="1302" y="1189"/>
                </a:cubicBezTo>
                <a:cubicBezTo>
                  <a:pt x="1320" y="1181"/>
                  <a:pt x="1313" y="1193"/>
                  <a:pt x="1318" y="1196"/>
                </a:cubicBezTo>
                <a:cubicBezTo>
                  <a:pt x="1324" y="1198"/>
                  <a:pt x="1323" y="1190"/>
                  <a:pt x="1329" y="1191"/>
                </a:cubicBezTo>
                <a:cubicBezTo>
                  <a:pt x="1322" y="1189"/>
                  <a:pt x="1326" y="1179"/>
                  <a:pt x="1315" y="1180"/>
                </a:cubicBezTo>
                <a:cubicBezTo>
                  <a:pt x="1317" y="1176"/>
                  <a:pt x="1320" y="1175"/>
                  <a:pt x="1322" y="1171"/>
                </a:cubicBezTo>
                <a:cubicBezTo>
                  <a:pt x="1317" y="1175"/>
                  <a:pt x="1311" y="1174"/>
                  <a:pt x="1310" y="1171"/>
                </a:cubicBezTo>
                <a:cubicBezTo>
                  <a:pt x="1311" y="1167"/>
                  <a:pt x="1305" y="1174"/>
                  <a:pt x="1309" y="1173"/>
                </a:cubicBezTo>
                <a:close/>
                <a:moveTo>
                  <a:pt x="1395" y="1316"/>
                </a:moveTo>
                <a:cubicBezTo>
                  <a:pt x="1391" y="1326"/>
                  <a:pt x="1410" y="1318"/>
                  <a:pt x="1404" y="1329"/>
                </a:cubicBezTo>
                <a:cubicBezTo>
                  <a:pt x="1407" y="1328"/>
                  <a:pt x="1408" y="1324"/>
                  <a:pt x="1410" y="1320"/>
                </a:cubicBezTo>
                <a:cubicBezTo>
                  <a:pt x="1398" y="1325"/>
                  <a:pt x="1407" y="1312"/>
                  <a:pt x="1395" y="1316"/>
                </a:cubicBezTo>
                <a:close/>
                <a:moveTo>
                  <a:pt x="1475" y="1407"/>
                </a:moveTo>
                <a:cubicBezTo>
                  <a:pt x="1473" y="1403"/>
                  <a:pt x="1467" y="1402"/>
                  <a:pt x="1468" y="1395"/>
                </a:cubicBezTo>
                <a:cubicBezTo>
                  <a:pt x="1462" y="1400"/>
                  <a:pt x="1470" y="1411"/>
                  <a:pt x="1475" y="1407"/>
                </a:cubicBezTo>
                <a:close/>
                <a:moveTo>
                  <a:pt x="1500" y="1505"/>
                </a:moveTo>
                <a:cubicBezTo>
                  <a:pt x="1505" y="1503"/>
                  <a:pt x="1509" y="1499"/>
                  <a:pt x="1513" y="1496"/>
                </a:cubicBezTo>
                <a:cubicBezTo>
                  <a:pt x="1514" y="1492"/>
                  <a:pt x="1510" y="1492"/>
                  <a:pt x="1505" y="1492"/>
                </a:cubicBezTo>
                <a:cubicBezTo>
                  <a:pt x="1502" y="1498"/>
                  <a:pt x="1508" y="1495"/>
                  <a:pt x="1509" y="1497"/>
                </a:cubicBezTo>
                <a:cubicBezTo>
                  <a:pt x="1507" y="1501"/>
                  <a:pt x="1502" y="1495"/>
                  <a:pt x="1500" y="1505"/>
                </a:cubicBezTo>
                <a:close/>
                <a:moveTo>
                  <a:pt x="1810" y="1781"/>
                </a:moveTo>
                <a:cubicBezTo>
                  <a:pt x="1812" y="1781"/>
                  <a:pt x="1813" y="1780"/>
                  <a:pt x="1813" y="1778"/>
                </a:cubicBezTo>
                <a:cubicBezTo>
                  <a:pt x="1814" y="1777"/>
                  <a:pt x="1814" y="1775"/>
                  <a:pt x="1814" y="1774"/>
                </a:cubicBezTo>
                <a:cubicBezTo>
                  <a:pt x="1808" y="1776"/>
                  <a:pt x="1811" y="1769"/>
                  <a:pt x="1808" y="1768"/>
                </a:cubicBezTo>
                <a:cubicBezTo>
                  <a:pt x="1801" y="1776"/>
                  <a:pt x="1812" y="1775"/>
                  <a:pt x="1810" y="1781"/>
                </a:cubicBezTo>
                <a:close/>
                <a:moveTo>
                  <a:pt x="2355" y="2062"/>
                </a:moveTo>
                <a:cubicBezTo>
                  <a:pt x="2355" y="2061"/>
                  <a:pt x="2354" y="2061"/>
                  <a:pt x="2354" y="2059"/>
                </a:cubicBezTo>
                <a:cubicBezTo>
                  <a:pt x="2350" y="2061"/>
                  <a:pt x="2350" y="2061"/>
                  <a:pt x="2350" y="2061"/>
                </a:cubicBezTo>
                <a:cubicBezTo>
                  <a:pt x="2352" y="2068"/>
                  <a:pt x="2341" y="2066"/>
                  <a:pt x="2343" y="2073"/>
                </a:cubicBezTo>
                <a:cubicBezTo>
                  <a:pt x="2351" y="2072"/>
                  <a:pt x="2348" y="2064"/>
                  <a:pt x="2355" y="2062"/>
                </a:cubicBezTo>
                <a:close/>
                <a:moveTo>
                  <a:pt x="2385" y="2105"/>
                </a:moveTo>
                <a:cubicBezTo>
                  <a:pt x="2391" y="2100"/>
                  <a:pt x="2386" y="2096"/>
                  <a:pt x="2380" y="2101"/>
                </a:cubicBezTo>
                <a:cubicBezTo>
                  <a:pt x="2381" y="2105"/>
                  <a:pt x="2379" y="2109"/>
                  <a:pt x="2376" y="2110"/>
                </a:cubicBezTo>
                <a:cubicBezTo>
                  <a:pt x="2374" y="2124"/>
                  <a:pt x="2384" y="2097"/>
                  <a:pt x="2385" y="2105"/>
                </a:cubicBezTo>
                <a:close/>
              </a:path>
            </a:pathLst>
          </a:custGeom>
          <a:blipFill dpi="0" rotWithShape="0"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/>
            <a:stretch>
              <a:fillRect l="38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98" name="îṧḻïḋè"/>
          <p:cNvSpPr/>
          <p:nvPr userDrawn="1"/>
        </p:nvSpPr>
        <p:spPr bwMode="auto">
          <a:xfrm flipH="1">
            <a:off x="7757430" y="0"/>
            <a:ext cx="3403951" cy="2523537"/>
          </a:xfrm>
          <a:custGeom>
            <a:avLst/>
            <a:gdLst>
              <a:gd name="connsiteX0" fmla="*/ 2852211 w 4121770"/>
              <a:gd name="connsiteY0" fmla="*/ 3030405 h 3055696"/>
              <a:gd name="connsiteX1" fmla="*/ 2838527 w 4121770"/>
              <a:gd name="connsiteY1" fmla="*/ 3032237 h 3055696"/>
              <a:gd name="connsiteX2" fmla="*/ 2869805 w 4121770"/>
              <a:gd name="connsiteY2" fmla="*/ 3055696 h 3055696"/>
              <a:gd name="connsiteX3" fmla="*/ 2852211 w 4121770"/>
              <a:gd name="connsiteY3" fmla="*/ 3030405 h 3055696"/>
              <a:gd name="connsiteX4" fmla="*/ 2877027 w 4121770"/>
              <a:gd name="connsiteY4" fmla="*/ 2868251 h 3055696"/>
              <a:gd name="connsiteX5" fmla="*/ 2846347 w 4121770"/>
              <a:gd name="connsiteY5" fmla="*/ 2902739 h 3055696"/>
              <a:gd name="connsiteX6" fmla="*/ 2894828 w 4121770"/>
              <a:gd name="connsiteY6" fmla="*/ 2878214 h 3055696"/>
              <a:gd name="connsiteX7" fmla="*/ 2877027 w 4121770"/>
              <a:gd name="connsiteY7" fmla="*/ 2868251 h 3055696"/>
              <a:gd name="connsiteX8" fmla="*/ 2741217 w 4121770"/>
              <a:gd name="connsiteY8" fmla="*/ 2782009 h 3055696"/>
              <a:gd name="connsiteX9" fmla="*/ 2749471 w 4121770"/>
              <a:gd name="connsiteY9" fmla="*/ 2797648 h 3055696"/>
              <a:gd name="connsiteX10" fmla="*/ 2741217 w 4121770"/>
              <a:gd name="connsiteY10" fmla="*/ 2782009 h 3055696"/>
              <a:gd name="connsiteX11" fmla="*/ 1961279 w 4121770"/>
              <a:gd name="connsiteY11" fmla="*/ 2780335 h 3055696"/>
              <a:gd name="connsiteX12" fmla="*/ 1956733 w 4121770"/>
              <a:gd name="connsiteY12" fmla="*/ 2813288 h 3055696"/>
              <a:gd name="connsiteX13" fmla="*/ 1980975 w 4121770"/>
              <a:gd name="connsiteY13" fmla="*/ 2789046 h 3055696"/>
              <a:gd name="connsiteX14" fmla="*/ 1972895 w 4121770"/>
              <a:gd name="connsiteY14" fmla="*/ 2780966 h 3055696"/>
              <a:gd name="connsiteX15" fmla="*/ 1961279 w 4121770"/>
              <a:gd name="connsiteY15" fmla="*/ 2780335 h 3055696"/>
              <a:gd name="connsiteX16" fmla="*/ 1364485 w 4121770"/>
              <a:gd name="connsiteY16" fmla="*/ 2773321 h 3055696"/>
              <a:gd name="connsiteX17" fmla="*/ 1342534 w 4121770"/>
              <a:gd name="connsiteY17" fmla="*/ 2789394 h 3055696"/>
              <a:gd name="connsiteX18" fmla="*/ 1374464 w 4121770"/>
              <a:gd name="connsiteY18" fmla="*/ 2805468 h 3055696"/>
              <a:gd name="connsiteX19" fmla="*/ 1364485 w 4121770"/>
              <a:gd name="connsiteY19" fmla="*/ 2773321 h 3055696"/>
              <a:gd name="connsiteX20" fmla="*/ 2854166 w 4121770"/>
              <a:gd name="connsiteY20" fmla="*/ 2749427 h 3055696"/>
              <a:gd name="connsiteX21" fmla="*/ 2854166 w 4121770"/>
              <a:gd name="connsiteY21" fmla="*/ 2772886 h 3055696"/>
              <a:gd name="connsiteX22" fmla="*/ 2869805 w 4121770"/>
              <a:gd name="connsiteY22" fmla="*/ 2757246 h 3055696"/>
              <a:gd name="connsiteX23" fmla="*/ 2854166 w 4121770"/>
              <a:gd name="connsiteY23" fmla="*/ 2749427 h 3055696"/>
              <a:gd name="connsiteX24" fmla="*/ 1482025 w 4121770"/>
              <a:gd name="connsiteY24" fmla="*/ 2727813 h 3055696"/>
              <a:gd name="connsiteX25" fmla="*/ 1480258 w 4121770"/>
              <a:gd name="connsiteY25" fmla="*/ 2772886 h 3055696"/>
              <a:gd name="connsiteX26" fmla="*/ 1488338 w 4121770"/>
              <a:gd name="connsiteY26" fmla="*/ 2732974 h 3055696"/>
              <a:gd name="connsiteX27" fmla="*/ 1482025 w 4121770"/>
              <a:gd name="connsiteY27" fmla="*/ 2727813 h 3055696"/>
              <a:gd name="connsiteX28" fmla="*/ 2328948 w 4121770"/>
              <a:gd name="connsiteY28" fmla="*/ 2724665 h 3055696"/>
              <a:gd name="connsiteX29" fmla="*/ 2336767 w 4121770"/>
              <a:gd name="connsiteY29" fmla="*/ 2741608 h 3055696"/>
              <a:gd name="connsiteX30" fmla="*/ 2328948 w 4121770"/>
              <a:gd name="connsiteY30" fmla="*/ 2724665 h 3055696"/>
              <a:gd name="connsiteX31" fmla="*/ 1747173 w 4121770"/>
              <a:gd name="connsiteY31" fmla="*/ 2716019 h 3055696"/>
              <a:gd name="connsiteX32" fmla="*/ 1738132 w 4121770"/>
              <a:gd name="connsiteY32" fmla="*/ 2749427 h 3055696"/>
              <a:gd name="connsiteX33" fmla="*/ 1754205 w 4121770"/>
              <a:gd name="connsiteY33" fmla="*/ 2733043 h 3055696"/>
              <a:gd name="connsiteX34" fmla="*/ 1747173 w 4121770"/>
              <a:gd name="connsiteY34" fmla="*/ 2716019 h 3055696"/>
              <a:gd name="connsiteX35" fmla="*/ 2021375 w 4121770"/>
              <a:gd name="connsiteY35" fmla="*/ 2643862 h 3055696"/>
              <a:gd name="connsiteX36" fmla="*/ 2013556 w 4121770"/>
              <a:gd name="connsiteY36" fmla="*/ 2643862 h 3055696"/>
              <a:gd name="connsiteX37" fmla="*/ 2013556 w 4121770"/>
              <a:gd name="connsiteY37" fmla="*/ 2668625 h 3055696"/>
              <a:gd name="connsiteX38" fmla="*/ 2021375 w 4121770"/>
              <a:gd name="connsiteY38" fmla="*/ 2643862 h 3055696"/>
              <a:gd name="connsiteX39" fmla="*/ 2861986 w 4121770"/>
              <a:gd name="connsiteY39" fmla="*/ 2620403 h 3055696"/>
              <a:gd name="connsiteX40" fmla="*/ 2854166 w 4121770"/>
              <a:gd name="connsiteY40" fmla="*/ 2620403 h 3055696"/>
              <a:gd name="connsiteX41" fmla="*/ 2854166 w 4121770"/>
              <a:gd name="connsiteY41" fmla="*/ 2636042 h 3055696"/>
              <a:gd name="connsiteX42" fmla="*/ 2861986 w 4121770"/>
              <a:gd name="connsiteY42" fmla="*/ 2636042 h 3055696"/>
              <a:gd name="connsiteX43" fmla="*/ 2869805 w 4121770"/>
              <a:gd name="connsiteY43" fmla="*/ 2628223 h 3055696"/>
              <a:gd name="connsiteX44" fmla="*/ 2861986 w 4121770"/>
              <a:gd name="connsiteY44" fmla="*/ 2620403 h 3055696"/>
              <a:gd name="connsiteX45" fmla="*/ 2480382 w 4121770"/>
              <a:gd name="connsiteY45" fmla="*/ 2580261 h 3055696"/>
              <a:gd name="connsiteX46" fmla="*/ 2490553 w 4121770"/>
              <a:gd name="connsiteY46" fmla="*/ 2604053 h 3055696"/>
              <a:gd name="connsiteX47" fmla="*/ 2480382 w 4121770"/>
              <a:gd name="connsiteY47" fmla="*/ 2580261 h 3055696"/>
              <a:gd name="connsiteX48" fmla="*/ 1871830 w 4121770"/>
              <a:gd name="connsiteY48" fmla="*/ 2561691 h 3055696"/>
              <a:gd name="connsiteX49" fmla="*/ 1819043 w 4121770"/>
              <a:gd name="connsiteY49" fmla="*/ 2660804 h 3055696"/>
              <a:gd name="connsiteX50" fmla="*/ 1892352 w 4121770"/>
              <a:gd name="connsiteY50" fmla="*/ 2571205 h 3055696"/>
              <a:gd name="connsiteX51" fmla="*/ 1871830 w 4121770"/>
              <a:gd name="connsiteY51" fmla="*/ 2561691 h 3055696"/>
              <a:gd name="connsiteX52" fmla="*/ 2724165 w 4121770"/>
              <a:gd name="connsiteY52" fmla="*/ 2561105 h 3055696"/>
              <a:gd name="connsiteX53" fmla="*/ 2717323 w 4121770"/>
              <a:gd name="connsiteY53" fmla="*/ 2563059 h 3055696"/>
              <a:gd name="connsiteX54" fmla="*/ 2725143 w 4121770"/>
              <a:gd name="connsiteY54" fmla="*/ 2570879 h 3055696"/>
              <a:gd name="connsiteX55" fmla="*/ 2724165 w 4121770"/>
              <a:gd name="connsiteY55" fmla="*/ 2561105 h 3055696"/>
              <a:gd name="connsiteX56" fmla="*/ 1325428 w 4121770"/>
              <a:gd name="connsiteY56" fmla="*/ 2555240 h 3055696"/>
              <a:gd name="connsiteX57" fmla="*/ 1317609 w 4121770"/>
              <a:gd name="connsiteY57" fmla="*/ 2563059 h 3055696"/>
              <a:gd name="connsiteX58" fmla="*/ 1325428 w 4121770"/>
              <a:gd name="connsiteY58" fmla="*/ 2563059 h 3055696"/>
              <a:gd name="connsiteX59" fmla="*/ 1325428 w 4121770"/>
              <a:gd name="connsiteY59" fmla="*/ 2555240 h 3055696"/>
              <a:gd name="connsiteX60" fmla="*/ 1956212 w 4121770"/>
              <a:gd name="connsiteY60" fmla="*/ 2555240 h 3055696"/>
              <a:gd name="connsiteX61" fmla="*/ 1940573 w 4121770"/>
              <a:gd name="connsiteY61" fmla="*/ 2555240 h 3055696"/>
              <a:gd name="connsiteX62" fmla="*/ 1924933 w 4121770"/>
              <a:gd name="connsiteY62" fmla="*/ 2563494 h 3055696"/>
              <a:gd name="connsiteX63" fmla="*/ 1924933 w 4121770"/>
              <a:gd name="connsiteY63" fmla="*/ 2580002 h 3055696"/>
              <a:gd name="connsiteX64" fmla="*/ 1956212 w 4121770"/>
              <a:gd name="connsiteY64" fmla="*/ 2555240 h 3055696"/>
              <a:gd name="connsiteX65" fmla="*/ 2292565 w 4121770"/>
              <a:gd name="connsiteY65" fmla="*/ 2546675 h 3055696"/>
              <a:gd name="connsiteX66" fmla="*/ 2248363 w 4121770"/>
              <a:gd name="connsiteY66" fmla="*/ 2579071 h 3055696"/>
              <a:gd name="connsiteX67" fmla="*/ 2336767 w 4121770"/>
              <a:gd name="connsiteY67" fmla="*/ 2587170 h 3055696"/>
              <a:gd name="connsiteX68" fmla="*/ 2292565 w 4121770"/>
              <a:gd name="connsiteY68" fmla="*/ 2546675 h 3055696"/>
              <a:gd name="connsiteX69" fmla="*/ 1715880 w 4121770"/>
              <a:gd name="connsiteY69" fmla="*/ 2487158 h 3055696"/>
              <a:gd name="connsiteX70" fmla="*/ 1705984 w 4121770"/>
              <a:gd name="connsiteY70" fmla="*/ 2498765 h 3055696"/>
              <a:gd name="connsiteX71" fmla="*/ 1721623 w 4121770"/>
              <a:gd name="connsiteY71" fmla="*/ 2490511 h 3055696"/>
              <a:gd name="connsiteX72" fmla="*/ 1715880 w 4121770"/>
              <a:gd name="connsiteY72" fmla="*/ 2487158 h 3055696"/>
              <a:gd name="connsiteX73" fmla="*/ 1698164 w 4121770"/>
              <a:gd name="connsiteY73" fmla="*/ 2474437 h 3055696"/>
              <a:gd name="connsiteX74" fmla="*/ 1690344 w 4121770"/>
              <a:gd name="connsiteY74" fmla="*/ 2482256 h 3055696"/>
              <a:gd name="connsiteX75" fmla="*/ 1698164 w 4121770"/>
              <a:gd name="connsiteY75" fmla="*/ 2474437 h 3055696"/>
              <a:gd name="connsiteX76" fmla="*/ 2522875 w 4121770"/>
              <a:gd name="connsiteY76" fmla="*/ 2471006 h 3055696"/>
              <a:gd name="connsiteX77" fmla="*/ 2506714 w 4121770"/>
              <a:gd name="connsiteY77" fmla="*/ 2506558 h 3055696"/>
              <a:gd name="connsiteX78" fmla="*/ 2522875 w 4121770"/>
              <a:gd name="connsiteY78" fmla="*/ 2522811 h 3055696"/>
              <a:gd name="connsiteX79" fmla="*/ 2539035 w 4121770"/>
              <a:gd name="connsiteY79" fmla="*/ 2514684 h 3055696"/>
              <a:gd name="connsiteX80" fmla="*/ 2522875 w 4121770"/>
              <a:gd name="connsiteY80" fmla="*/ 2471006 h 3055696"/>
              <a:gd name="connsiteX81" fmla="*/ 2795438 w 4121770"/>
              <a:gd name="connsiteY81" fmla="*/ 2470690 h 3055696"/>
              <a:gd name="connsiteX82" fmla="*/ 2789328 w 4121770"/>
              <a:gd name="connsiteY82" fmla="*/ 2491054 h 3055696"/>
              <a:gd name="connsiteX83" fmla="*/ 2813765 w 4121770"/>
              <a:gd name="connsiteY83" fmla="*/ 2474763 h 3055696"/>
              <a:gd name="connsiteX84" fmla="*/ 2795438 w 4121770"/>
              <a:gd name="connsiteY84" fmla="*/ 2470690 h 3055696"/>
              <a:gd name="connsiteX85" fmla="*/ 2393459 w 4121770"/>
              <a:gd name="connsiteY85" fmla="*/ 2449674 h 3055696"/>
              <a:gd name="connsiteX86" fmla="*/ 2369512 w 4121770"/>
              <a:gd name="connsiteY86" fmla="*/ 2482256 h 3055696"/>
              <a:gd name="connsiteX87" fmla="*/ 2393459 w 4121770"/>
              <a:gd name="connsiteY87" fmla="*/ 2449674 h 3055696"/>
              <a:gd name="connsiteX88" fmla="*/ 1835659 w 4121770"/>
              <a:gd name="connsiteY88" fmla="*/ 2441855 h 3055696"/>
              <a:gd name="connsiteX89" fmla="*/ 1835659 w 4121770"/>
              <a:gd name="connsiteY89" fmla="*/ 2466617 h 3055696"/>
              <a:gd name="connsiteX90" fmla="*/ 1835659 w 4121770"/>
              <a:gd name="connsiteY90" fmla="*/ 2441855 h 3055696"/>
              <a:gd name="connsiteX91" fmla="*/ 1681221 w 4121770"/>
              <a:gd name="connsiteY91" fmla="*/ 2409273 h 3055696"/>
              <a:gd name="connsiteX92" fmla="*/ 1698164 w 4121770"/>
              <a:gd name="connsiteY92" fmla="*/ 2425782 h 3055696"/>
              <a:gd name="connsiteX93" fmla="*/ 1681221 w 4121770"/>
              <a:gd name="connsiteY93" fmla="*/ 2409273 h 3055696"/>
              <a:gd name="connsiteX94" fmla="*/ 2422091 w 4121770"/>
              <a:gd name="connsiteY94" fmla="*/ 2402390 h 3055696"/>
              <a:gd name="connsiteX95" fmla="*/ 2425390 w 4121770"/>
              <a:gd name="connsiteY95" fmla="*/ 2434036 h 3055696"/>
              <a:gd name="connsiteX96" fmla="*/ 2433209 w 4121770"/>
              <a:gd name="connsiteY96" fmla="*/ 2409925 h 3055696"/>
              <a:gd name="connsiteX97" fmla="*/ 2422091 w 4121770"/>
              <a:gd name="connsiteY97" fmla="*/ 2402390 h 3055696"/>
              <a:gd name="connsiteX98" fmla="*/ 848431 w 4121770"/>
              <a:gd name="connsiteY98" fmla="*/ 2393634 h 3055696"/>
              <a:gd name="connsiteX99" fmla="*/ 824972 w 4121770"/>
              <a:gd name="connsiteY99" fmla="*/ 2426216 h 3055696"/>
              <a:gd name="connsiteX100" fmla="*/ 848431 w 4121770"/>
              <a:gd name="connsiteY100" fmla="*/ 2393634 h 3055696"/>
              <a:gd name="connsiteX101" fmla="*/ 1456110 w 4121770"/>
              <a:gd name="connsiteY101" fmla="*/ 2352862 h 3055696"/>
              <a:gd name="connsiteX102" fmla="*/ 1454973 w 4121770"/>
              <a:gd name="connsiteY102" fmla="*/ 2385814 h 3055696"/>
              <a:gd name="connsiteX103" fmla="*/ 1479214 w 4121770"/>
              <a:gd name="connsiteY103" fmla="*/ 2385814 h 3055696"/>
              <a:gd name="connsiteX104" fmla="*/ 1471134 w 4121770"/>
              <a:gd name="connsiteY104" fmla="*/ 2353493 h 3055696"/>
              <a:gd name="connsiteX105" fmla="*/ 1456110 w 4121770"/>
              <a:gd name="connsiteY105" fmla="*/ 2352862 h 3055696"/>
              <a:gd name="connsiteX106" fmla="*/ 1196404 w 4121770"/>
              <a:gd name="connsiteY106" fmla="*/ 2337593 h 3055696"/>
              <a:gd name="connsiteX107" fmla="*/ 1196404 w 4121770"/>
              <a:gd name="connsiteY107" fmla="*/ 2353232 h 3055696"/>
              <a:gd name="connsiteX108" fmla="*/ 1204875 w 4121770"/>
              <a:gd name="connsiteY108" fmla="*/ 2353232 h 3055696"/>
              <a:gd name="connsiteX109" fmla="*/ 1196404 w 4121770"/>
              <a:gd name="connsiteY109" fmla="*/ 2337593 h 3055696"/>
              <a:gd name="connsiteX110" fmla="*/ 1619665 w 4121770"/>
              <a:gd name="connsiteY110" fmla="*/ 2336616 h 3055696"/>
              <a:gd name="connsiteX111" fmla="*/ 1577105 w 4121770"/>
              <a:gd name="connsiteY111" fmla="*/ 2393634 h 3055696"/>
              <a:gd name="connsiteX112" fmla="*/ 1640820 w 4121770"/>
              <a:gd name="connsiteY112" fmla="*/ 2344979 h 3055696"/>
              <a:gd name="connsiteX113" fmla="*/ 1619665 w 4121770"/>
              <a:gd name="connsiteY113" fmla="*/ 2336616 h 3055696"/>
              <a:gd name="connsiteX114" fmla="*/ 2340840 w 4121770"/>
              <a:gd name="connsiteY114" fmla="*/ 2317882 h 3055696"/>
              <a:gd name="connsiteX115" fmla="*/ 2320476 w 4121770"/>
              <a:gd name="connsiteY115" fmla="*/ 2320912 h 3055696"/>
              <a:gd name="connsiteX116" fmla="*/ 2361204 w 4121770"/>
              <a:gd name="connsiteY116" fmla="*/ 2320912 h 3055696"/>
              <a:gd name="connsiteX117" fmla="*/ 2340840 w 4121770"/>
              <a:gd name="connsiteY117" fmla="*/ 2317882 h 3055696"/>
              <a:gd name="connsiteX118" fmla="*/ 1463575 w 4121770"/>
              <a:gd name="connsiteY118" fmla="*/ 2239848 h 3055696"/>
              <a:gd name="connsiteX119" fmla="*/ 1471395 w 4121770"/>
              <a:gd name="connsiteY119" fmla="*/ 2272170 h 3055696"/>
              <a:gd name="connsiteX120" fmla="*/ 1463575 w 4121770"/>
              <a:gd name="connsiteY120" fmla="*/ 2239848 h 3055696"/>
              <a:gd name="connsiteX121" fmla="*/ 2820201 w 4121770"/>
              <a:gd name="connsiteY121" fmla="*/ 2219321 h 3055696"/>
              <a:gd name="connsiteX122" fmla="*/ 2814091 w 4121770"/>
              <a:gd name="connsiteY122" fmla="*/ 2232028 h 3055696"/>
              <a:gd name="connsiteX123" fmla="*/ 2838527 w 4121770"/>
              <a:gd name="connsiteY123" fmla="*/ 2224209 h 3055696"/>
              <a:gd name="connsiteX124" fmla="*/ 2820201 w 4121770"/>
              <a:gd name="connsiteY124" fmla="*/ 2219321 h 3055696"/>
              <a:gd name="connsiteX125" fmla="*/ 2410117 w 4121770"/>
              <a:gd name="connsiteY125" fmla="*/ 2210304 h 3055696"/>
              <a:gd name="connsiteX126" fmla="*/ 2400953 w 4121770"/>
              <a:gd name="connsiteY126" fmla="*/ 2239848 h 3055696"/>
              <a:gd name="connsiteX127" fmla="*/ 2417244 w 4121770"/>
              <a:gd name="connsiteY127" fmla="*/ 2215607 h 3055696"/>
              <a:gd name="connsiteX128" fmla="*/ 2410117 w 4121770"/>
              <a:gd name="connsiteY128" fmla="*/ 2210304 h 3055696"/>
              <a:gd name="connsiteX129" fmla="*/ 776751 w 4121770"/>
              <a:gd name="connsiteY129" fmla="*/ 2199772 h 3055696"/>
              <a:gd name="connsiteX130" fmla="*/ 768605 w 4121770"/>
              <a:gd name="connsiteY130" fmla="*/ 2224209 h 3055696"/>
              <a:gd name="connsiteX131" fmla="*/ 776751 w 4121770"/>
              <a:gd name="connsiteY131" fmla="*/ 2199772 h 3055696"/>
              <a:gd name="connsiteX132" fmla="*/ 2898087 w 4121770"/>
              <a:gd name="connsiteY132" fmla="*/ 2192266 h 3055696"/>
              <a:gd name="connsiteX133" fmla="*/ 2878146 w 4121770"/>
              <a:gd name="connsiteY133" fmla="*/ 2216129 h 3055696"/>
              <a:gd name="connsiteX134" fmla="*/ 2903169 w 4121770"/>
              <a:gd name="connsiteY134" fmla="*/ 2224209 h 3055696"/>
              <a:gd name="connsiteX135" fmla="*/ 2911510 w 4121770"/>
              <a:gd name="connsiteY135" fmla="*/ 2199967 h 3055696"/>
              <a:gd name="connsiteX136" fmla="*/ 2898087 w 4121770"/>
              <a:gd name="connsiteY136" fmla="*/ 2192266 h 3055696"/>
              <a:gd name="connsiteX137" fmla="*/ 1213347 w 4121770"/>
              <a:gd name="connsiteY137" fmla="*/ 2191626 h 3055696"/>
              <a:gd name="connsiteX138" fmla="*/ 1204223 w 4121770"/>
              <a:gd name="connsiteY138" fmla="*/ 2191626 h 3055696"/>
              <a:gd name="connsiteX139" fmla="*/ 1213347 w 4121770"/>
              <a:gd name="connsiteY139" fmla="*/ 2199446 h 3055696"/>
              <a:gd name="connsiteX140" fmla="*/ 1213347 w 4121770"/>
              <a:gd name="connsiteY140" fmla="*/ 2191626 h 3055696"/>
              <a:gd name="connsiteX141" fmla="*/ 2223382 w 4121770"/>
              <a:gd name="connsiteY141" fmla="*/ 2191626 h 3055696"/>
              <a:gd name="connsiteX142" fmla="*/ 2223382 w 4121770"/>
              <a:gd name="connsiteY142" fmla="*/ 2216389 h 3055696"/>
              <a:gd name="connsiteX143" fmla="*/ 2223382 w 4121770"/>
              <a:gd name="connsiteY143" fmla="*/ 2191626 h 3055696"/>
              <a:gd name="connsiteX144" fmla="*/ 848866 w 4121770"/>
              <a:gd name="connsiteY144" fmla="*/ 2175987 h 3055696"/>
              <a:gd name="connsiteX145" fmla="*/ 848866 w 4121770"/>
              <a:gd name="connsiteY145" fmla="*/ 2191626 h 3055696"/>
              <a:gd name="connsiteX146" fmla="*/ 848866 w 4121770"/>
              <a:gd name="connsiteY146" fmla="*/ 2175987 h 3055696"/>
              <a:gd name="connsiteX147" fmla="*/ 330909 w 4121770"/>
              <a:gd name="connsiteY147" fmla="*/ 2160899 h 3055696"/>
              <a:gd name="connsiteX148" fmla="*/ 323211 w 4121770"/>
              <a:gd name="connsiteY148" fmla="*/ 2183807 h 3055696"/>
              <a:gd name="connsiteX149" fmla="*/ 338851 w 4121770"/>
              <a:gd name="connsiteY149" fmla="*/ 2183807 h 3055696"/>
              <a:gd name="connsiteX150" fmla="*/ 338851 w 4121770"/>
              <a:gd name="connsiteY150" fmla="*/ 2167516 h 3055696"/>
              <a:gd name="connsiteX151" fmla="*/ 330909 w 4121770"/>
              <a:gd name="connsiteY151" fmla="*/ 2160899 h 3055696"/>
              <a:gd name="connsiteX152" fmla="*/ 2263784 w 4121770"/>
              <a:gd name="connsiteY152" fmla="*/ 2143623 h 3055696"/>
              <a:gd name="connsiteX153" fmla="*/ 2255639 w 4121770"/>
              <a:gd name="connsiteY153" fmla="*/ 2183807 h 3055696"/>
              <a:gd name="connsiteX154" fmla="*/ 2263784 w 4121770"/>
              <a:gd name="connsiteY154" fmla="*/ 2143623 h 3055696"/>
              <a:gd name="connsiteX155" fmla="*/ 1473910 w 4121770"/>
              <a:gd name="connsiteY155" fmla="*/ 2136136 h 3055696"/>
              <a:gd name="connsiteX156" fmla="*/ 1471395 w 4121770"/>
              <a:gd name="connsiteY156" fmla="*/ 2142971 h 3055696"/>
              <a:gd name="connsiteX157" fmla="*/ 1479866 w 4121770"/>
              <a:gd name="connsiteY157" fmla="*/ 2151225 h 3055696"/>
              <a:gd name="connsiteX158" fmla="*/ 1473910 w 4121770"/>
              <a:gd name="connsiteY158" fmla="*/ 2136136 h 3055696"/>
              <a:gd name="connsiteX159" fmla="*/ 679005 w 4121770"/>
              <a:gd name="connsiteY159" fmla="*/ 2126463 h 3055696"/>
              <a:gd name="connsiteX160" fmla="*/ 663366 w 4121770"/>
              <a:gd name="connsiteY160" fmla="*/ 2135586 h 3055696"/>
              <a:gd name="connsiteX161" fmla="*/ 679005 w 4121770"/>
              <a:gd name="connsiteY161" fmla="*/ 2135586 h 3055696"/>
              <a:gd name="connsiteX162" fmla="*/ 679005 w 4121770"/>
              <a:gd name="connsiteY162" fmla="*/ 2126463 h 3055696"/>
              <a:gd name="connsiteX163" fmla="*/ 967126 w 4121770"/>
              <a:gd name="connsiteY163" fmla="*/ 2122684 h 3055696"/>
              <a:gd name="connsiteX164" fmla="*/ 953995 w 4121770"/>
              <a:gd name="connsiteY164" fmla="*/ 2142884 h 3055696"/>
              <a:gd name="connsiteX165" fmla="*/ 978237 w 4121770"/>
              <a:gd name="connsiteY165" fmla="*/ 2159045 h 3055696"/>
              <a:gd name="connsiteX166" fmla="*/ 986317 w 4121770"/>
              <a:gd name="connsiteY166" fmla="*/ 2126724 h 3055696"/>
              <a:gd name="connsiteX167" fmla="*/ 967126 w 4121770"/>
              <a:gd name="connsiteY167" fmla="*/ 2122684 h 3055696"/>
              <a:gd name="connsiteX168" fmla="*/ 1382772 w 4121770"/>
              <a:gd name="connsiteY168" fmla="*/ 2111149 h 3055696"/>
              <a:gd name="connsiteX169" fmla="*/ 1374627 w 4121770"/>
              <a:gd name="connsiteY169" fmla="*/ 2135586 h 3055696"/>
              <a:gd name="connsiteX170" fmla="*/ 1390918 w 4121770"/>
              <a:gd name="connsiteY170" fmla="*/ 2135586 h 3055696"/>
              <a:gd name="connsiteX171" fmla="*/ 1382772 w 4121770"/>
              <a:gd name="connsiteY171" fmla="*/ 2111149 h 3055696"/>
              <a:gd name="connsiteX172" fmla="*/ 2894330 w 4121770"/>
              <a:gd name="connsiteY172" fmla="*/ 2110006 h 3055696"/>
              <a:gd name="connsiteX173" fmla="*/ 2902549 w 4121770"/>
              <a:gd name="connsiteY173" fmla="*/ 2118848 h 3055696"/>
              <a:gd name="connsiteX174" fmla="*/ 2886363 w 4121770"/>
              <a:gd name="connsiteY174" fmla="*/ 2135017 h 3055696"/>
              <a:gd name="connsiteX175" fmla="*/ 2894330 w 4121770"/>
              <a:gd name="connsiteY175" fmla="*/ 2110006 h 3055696"/>
              <a:gd name="connsiteX176" fmla="*/ 1172294 w 4121770"/>
              <a:gd name="connsiteY176" fmla="*/ 2070422 h 3055696"/>
              <a:gd name="connsiteX177" fmla="*/ 1163823 w 4121770"/>
              <a:gd name="connsiteY177" fmla="*/ 2070422 h 3055696"/>
              <a:gd name="connsiteX178" fmla="*/ 1163823 w 4121770"/>
              <a:gd name="connsiteY178" fmla="*/ 2095185 h 3055696"/>
              <a:gd name="connsiteX179" fmla="*/ 1172294 w 4121770"/>
              <a:gd name="connsiteY179" fmla="*/ 2070422 h 3055696"/>
              <a:gd name="connsiteX180" fmla="*/ 2361008 w 4121770"/>
              <a:gd name="connsiteY180" fmla="*/ 2062603 h 3055696"/>
              <a:gd name="connsiteX181" fmla="*/ 2361008 w 4121770"/>
              <a:gd name="connsiteY181" fmla="*/ 2062603 h 3055696"/>
              <a:gd name="connsiteX182" fmla="*/ 888832 w 4121770"/>
              <a:gd name="connsiteY182" fmla="*/ 2054783 h 3055696"/>
              <a:gd name="connsiteX183" fmla="*/ 881012 w 4121770"/>
              <a:gd name="connsiteY183" fmla="*/ 2070422 h 3055696"/>
              <a:gd name="connsiteX184" fmla="*/ 888832 w 4121770"/>
              <a:gd name="connsiteY184" fmla="*/ 2062603 h 3055696"/>
              <a:gd name="connsiteX185" fmla="*/ 888832 w 4121770"/>
              <a:gd name="connsiteY185" fmla="*/ 2054783 h 3055696"/>
              <a:gd name="connsiteX186" fmla="*/ 507193 w 4121770"/>
              <a:gd name="connsiteY186" fmla="*/ 2045342 h 3055696"/>
              <a:gd name="connsiteX187" fmla="*/ 485469 w 4121770"/>
              <a:gd name="connsiteY187" fmla="*/ 2046261 h 3055696"/>
              <a:gd name="connsiteX188" fmla="*/ 469395 w 4121770"/>
              <a:gd name="connsiteY188" fmla="*/ 2086864 h 3055696"/>
              <a:gd name="connsiteX189" fmla="*/ 507193 w 4121770"/>
              <a:gd name="connsiteY189" fmla="*/ 2045342 h 3055696"/>
              <a:gd name="connsiteX190" fmla="*/ 2259875 w 4121770"/>
              <a:gd name="connsiteY190" fmla="*/ 2016336 h 3055696"/>
              <a:gd name="connsiteX191" fmla="*/ 2248145 w 4121770"/>
              <a:gd name="connsiteY191" fmla="*/ 2022201 h 3055696"/>
              <a:gd name="connsiteX192" fmla="*/ 2271604 w 4121770"/>
              <a:gd name="connsiteY192" fmla="*/ 2037840 h 3055696"/>
              <a:gd name="connsiteX193" fmla="*/ 2271604 w 4121770"/>
              <a:gd name="connsiteY193" fmla="*/ 2022201 h 3055696"/>
              <a:gd name="connsiteX194" fmla="*/ 2259875 w 4121770"/>
              <a:gd name="connsiteY194" fmla="*/ 2016336 h 3055696"/>
              <a:gd name="connsiteX195" fmla="*/ 1682153 w 4121770"/>
              <a:gd name="connsiteY195" fmla="*/ 2005549 h 3055696"/>
              <a:gd name="connsiteX196" fmla="*/ 1690344 w 4121770"/>
              <a:gd name="connsiteY196" fmla="*/ 2037985 h 3055696"/>
              <a:gd name="connsiteX197" fmla="*/ 1682153 w 4121770"/>
              <a:gd name="connsiteY197" fmla="*/ 2005549 h 3055696"/>
              <a:gd name="connsiteX198" fmla="*/ 1819368 w 4121770"/>
              <a:gd name="connsiteY198" fmla="*/ 2005259 h 3055696"/>
              <a:gd name="connsiteX199" fmla="*/ 1811548 w 4121770"/>
              <a:gd name="connsiteY199" fmla="*/ 2005259 h 3055696"/>
              <a:gd name="connsiteX200" fmla="*/ 1819368 w 4121770"/>
              <a:gd name="connsiteY200" fmla="*/ 2014382 h 3055696"/>
              <a:gd name="connsiteX201" fmla="*/ 1819368 w 4121770"/>
              <a:gd name="connsiteY201" fmla="*/ 2005259 h 3055696"/>
              <a:gd name="connsiteX202" fmla="*/ 27397 w 4121770"/>
              <a:gd name="connsiteY202" fmla="*/ 1990259 h 3055696"/>
              <a:gd name="connsiteX203" fmla="*/ 8080 w 4121770"/>
              <a:gd name="connsiteY203" fmla="*/ 2014122 h 3055696"/>
              <a:gd name="connsiteX204" fmla="*/ 40402 w 4121770"/>
              <a:gd name="connsiteY204" fmla="*/ 2006041 h 3055696"/>
              <a:gd name="connsiteX205" fmla="*/ 40402 w 4121770"/>
              <a:gd name="connsiteY205" fmla="*/ 1997960 h 3055696"/>
              <a:gd name="connsiteX206" fmla="*/ 27397 w 4121770"/>
              <a:gd name="connsiteY206" fmla="*/ 1990259 h 3055696"/>
              <a:gd name="connsiteX207" fmla="*/ 1135947 w 4121770"/>
              <a:gd name="connsiteY207" fmla="*/ 1978134 h 3055696"/>
              <a:gd name="connsiteX208" fmla="*/ 1092142 w 4121770"/>
              <a:gd name="connsiteY208" fmla="*/ 1989185 h 3055696"/>
              <a:gd name="connsiteX209" fmla="*/ 1155858 w 4121770"/>
              <a:gd name="connsiteY209" fmla="*/ 1997222 h 3055696"/>
              <a:gd name="connsiteX210" fmla="*/ 1135947 w 4121770"/>
              <a:gd name="connsiteY210" fmla="*/ 1978134 h 3055696"/>
              <a:gd name="connsiteX211" fmla="*/ 998673 w 4121770"/>
              <a:gd name="connsiteY211" fmla="*/ 1966633 h 3055696"/>
              <a:gd name="connsiteX212" fmla="*/ 986577 w 4121770"/>
              <a:gd name="connsiteY212" fmla="*/ 1989359 h 3055696"/>
              <a:gd name="connsiteX213" fmla="*/ 1002217 w 4121770"/>
              <a:gd name="connsiteY213" fmla="*/ 1997439 h 3055696"/>
              <a:gd name="connsiteX214" fmla="*/ 1010036 w 4121770"/>
              <a:gd name="connsiteY214" fmla="*/ 1973198 h 3055696"/>
              <a:gd name="connsiteX215" fmla="*/ 998673 w 4121770"/>
              <a:gd name="connsiteY215" fmla="*/ 1966633 h 3055696"/>
              <a:gd name="connsiteX216" fmla="*/ 1868025 w 4121770"/>
              <a:gd name="connsiteY216" fmla="*/ 1957037 h 3055696"/>
              <a:gd name="connsiteX217" fmla="*/ 1876279 w 4121770"/>
              <a:gd name="connsiteY217" fmla="*/ 1989619 h 3055696"/>
              <a:gd name="connsiteX218" fmla="*/ 1868025 w 4121770"/>
              <a:gd name="connsiteY218" fmla="*/ 1957037 h 3055696"/>
              <a:gd name="connsiteX219" fmla="*/ 2086539 w 4121770"/>
              <a:gd name="connsiteY219" fmla="*/ 1949218 h 3055696"/>
              <a:gd name="connsiteX220" fmla="*/ 2069596 w 4121770"/>
              <a:gd name="connsiteY220" fmla="*/ 1949218 h 3055696"/>
              <a:gd name="connsiteX221" fmla="*/ 2069596 w 4121770"/>
              <a:gd name="connsiteY221" fmla="*/ 1964857 h 3055696"/>
              <a:gd name="connsiteX222" fmla="*/ 2086539 w 4121770"/>
              <a:gd name="connsiteY222" fmla="*/ 1949218 h 3055696"/>
              <a:gd name="connsiteX223" fmla="*/ 280611 w 4121770"/>
              <a:gd name="connsiteY223" fmla="*/ 1942742 h 3055696"/>
              <a:gd name="connsiteX224" fmla="*/ 274991 w 4121770"/>
              <a:gd name="connsiteY224" fmla="*/ 1949218 h 3055696"/>
              <a:gd name="connsiteX225" fmla="*/ 282810 w 4121770"/>
              <a:gd name="connsiteY225" fmla="*/ 1957037 h 3055696"/>
              <a:gd name="connsiteX226" fmla="*/ 280611 w 4121770"/>
              <a:gd name="connsiteY226" fmla="*/ 1942742 h 3055696"/>
              <a:gd name="connsiteX227" fmla="*/ 0 w 4121770"/>
              <a:gd name="connsiteY227" fmla="*/ 1908817 h 3055696"/>
              <a:gd name="connsiteX228" fmla="*/ 15639 w 4121770"/>
              <a:gd name="connsiteY228" fmla="*/ 1916636 h 3055696"/>
              <a:gd name="connsiteX229" fmla="*/ 0 w 4121770"/>
              <a:gd name="connsiteY229" fmla="*/ 1908817 h 3055696"/>
              <a:gd name="connsiteX230" fmla="*/ 1727041 w 4121770"/>
              <a:gd name="connsiteY230" fmla="*/ 1904052 h 3055696"/>
              <a:gd name="connsiteX231" fmla="*/ 1713803 w 4121770"/>
              <a:gd name="connsiteY231" fmla="*/ 1917288 h 3055696"/>
              <a:gd name="connsiteX232" fmla="*/ 1738240 w 4121770"/>
              <a:gd name="connsiteY232" fmla="*/ 1933579 h 3055696"/>
              <a:gd name="connsiteX233" fmla="*/ 1746385 w 4121770"/>
              <a:gd name="connsiteY233" fmla="*/ 1909142 h 3055696"/>
              <a:gd name="connsiteX234" fmla="*/ 1727041 w 4121770"/>
              <a:gd name="connsiteY234" fmla="*/ 1904052 h 3055696"/>
              <a:gd name="connsiteX235" fmla="*/ 1891918 w 4121770"/>
              <a:gd name="connsiteY235" fmla="*/ 1900997 h 3055696"/>
              <a:gd name="connsiteX236" fmla="*/ 1883664 w 4121770"/>
              <a:gd name="connsiteY236" fmla="*/ 1916636 h 3055696"/>
              <a:gd name="connsiteX237" fmla="*/ 1891918 w 4121770"/>
              <a:gd name="connsiteY237" fmla="*/ 1900997 h 3055696"/>
              <a:gd name="connsiteX238" fmla="*/ 1488338 w 4121770"/>
              <a:gd name="connsiteY238" fmla="*/ 1876234 h 3055696"/>
              <a:gd name="connsiteX239" fmla="*/ 1479866 w 4121770"/>
              <a:gd name="connsiteY239" fmla="*/ 1876234 h 3055696"/>
              <a:gd name="connsiteX240" fmla="*/ 1488338 w 4121770"/>
              <a:gd name="connsiteY240" fmla="*/ 1876234 h 3055696"/>
              <a:gd name="connsiteX241" fmla="*/ 1592599 w 4121770"/>
              <a:gd name="connsiteY241" fmla="*/ 1852775 h 3055696"/>
              <a:gd name="connsiteX242" fmla="*/ 1592599 w 4121770"/>
              <a:gd name="connsiteY242" fmla="*/ 1868415 h 3055696"/>
              <a:gd name="connsiteX243" fmla="*/ 1608890 w 4121770"/>
              <a:gd name="connsiteY243" fmla="*/ 1876234 h 3055696"/>
              <a:gd name="connsiteX244" fmla="*/ 1625181 w 4121770"/>
              <a:gd name="connsiteY244" fmla="*/ 1860595 h 3055696"/>
              <a:gd name="connsiteX245" fmla="*/ 1592599 w 4121770"/>
              <a:gd name="connsiteY245" fmla="*/ 1852775 h 3055696"/>
              <a:gd name="connsiteX246" fmla="*/ 2725143 w 4121770"/>
              <a:gd name="connsiteY246" fmla="*/ 1852775 h 3055696"/>
              <a:gd name="connsiteX247" fmla="*/ 2708199 w 4121770"/>
              <a:gd name="connsiteY247" fmla="*/ 1852775 h 3055696"/>
              <a:gd name="connsiteX248" fmla="*/ 2716671 w 4121770"/>
              <a:gd name="connsiteY248" fmla="*/ 1868415 h 3055696"/>
              <a:gd name="connsiteX249" fmla="*/ 2725143 w 4121770"/>
              <a:gd name="connsiteY249" fmla="*/ 1852775 h 3055696"/>
              <a:gd name="connsiteX250" fmla="*/ 1364728 w 4121770"/>
              <a:gd name="connsiteY250" fmla="*/ 1846804 h 3055696"/>
              <a:gd name="connsiteX251" fmla="*/ 1317909 w 4121770"/>
              <a:gd name="connsiteY251" fmla="*/ 1884255 h 3055696"/>
              <a:gd name="connsiteX252" fmla="*/ 1277307 w 4121770"/>
              <a:gd name="connsiteY252" fmla="*/ 1884255 h 3055696"/>
              <a:gd name="connsiteX253" fmla="*/ 1309789 w 4121770"/>
              <a:gd name="connsiteY253" fmla="*/ 2045661 h 3055696"/>
              <a:gd name="connsiteX254" fmla="*/ 1374752 w 4121770"/>
              <a:gd name="connsiteY254" fmla="*/ 1924607 h 3055696"/>
              <a:gd name="connsiteX255" fmla="*/ 1382872 w 4121770"/>
              <a:gd name="connsiteY255" fmla="*/ 1851974 h 3055696"/>
              <a:gd name="connsiteX256" fmla="*/ 1364728 w 4121770"/>
              <a:gd name="connsiteY256" fmla="*/ 1846804 h 3055696"/>
              <a:gd name="connsiteX257" fmla="*/ 1058909 w 4121770"/>
              <a:gd name="connsiteY257" fmla="*/ 1843653 h 3055696"/>
              <a:gd name="connsiteX258" fmla="*/ 1067380 w 4121770"/>
              <a:gd name="connsiteY258" fmla="*/ 1860596 h 3055696"/>
              <a:gd name="connsiteX259" fmla="*/ 1058909 w 4121770"/>
              <a:gd name="connsiteY259" fmla="*/ 1843653 h 3055696"/>
              <a:gd name="connsiteX260" fmla="*/ 1634854 w 4121770"/>
              <a:gd name="connsiteY260" fmla="*/ 1840606 h 3055696"/>
              <a:gd name="connsiteX261" fmla="*/ 1633435 w 4121770"/>
              <a:gd name="connsiteY261" fmla="*/ 1844088 h 3055696"/>
              <a:gd name="connsiteX262" fmla="*/ 1649943 w 4121770"/>
              <a:gd name="connsiteY262" fmla="*/ 1844088 h 3055696"/>
              <a:gd name="connsiteX263" fmla="*/ 1634854 w 4121770"/>
              <a:gd name="connsiteY263" fmla="*/ 1840606 h 3055696"/>
              <a:gd name="connsiteX264" fmla="*/ 921414 w 4121770"/>
              <a:gd name="connsiteY264" fmla="*/ 1835833 h 3055696"/>
              <a:gd name="connsiteX265" fmla="*/ 929233 w 4121770"/>
              <a:gd name="connsiteY265" fmla="*/ 1860596 h 3055696"/>
              <a:gd name="connsiteX266" fmla="*/ 921414 w 4121770"/>
              <a:gd name="connsiteY266" fmla="*/ 1835833 h 3055696"/>
              <a:gd name="connsiteX267" fmla="*/ 2611757 w 4121770"/>
              <a:gd name="connsiteY267" fmla="*/ 1828014 h 3055696"/>
              <a:gd name="connsiteX268" fmla="*/ 2611757 w 4121770"/>
              <a:gd name="connsiteY268" fmla="*/ 1835833 h 3055696"/>
              <a:gd name="connsiteX269" fmla="*/ 2611757 w 4121770"/>
              <a:gd name="connsiteY269" fmla="*/ 1828014 h 3055696"/>
              <a:gd name="connsiteX270" fmla="*/ 1847280 w 4121770"/>
              <a:gd name="connsiteY270" fmla="*/ 1823196 h 3055696"/>
              <a:gd name="connsiteX271" fmla="*/ 1827188 w 4121770"/>
              <a:gd name="connsiteY271" fmla="*/ 1836206 h 3055696"/>
              <a:gd name="connsiteX272" fmla="*/ 1835225 w 4121770"/>
              <a:gd name="connsiteY272" fmla="*/ 1868229 h 3055696"/>
              <a:gd name="connsiteX273" fmla="*/ 1867373 w 4121770"/>
              <a:gd name="connsiteY273" fmla="*/ 1828200 h 3055696"/>
              <a:gd name="connsiteX274" fmla="*/ 1847280 w 4121770"/>
              <a:gd name="connsiteY274" fmla="*/ 1823196 h 3055696"/>
              <a:gd name="connsiteX275" fmla="*/ 1340416 w 4121770"/>
              <a:gd name="connsiteY275" fmla="*/ 1818239 h 3055696"/>
              <a:gd name="connsiteX276" fmla="*/ 1342370 w 4121770"/>
              <a:gd name="connsiteY276" fmla="*/ 1828014 h 3055696"/>
              <a:gd name="connsiteX277" fmla="*/ 1350190 w 4121770"/>
              <a:gd name="connsiteY277" fmla="*/ 1820194 h 3055696"/>
              <a:gd name="connsiteX278" fmla="*/ 1340416 w 4121770"/>
              <a:gd name="connsiteY278" fmla="*/ 1818239 h 3055696"/>
              <a:gd name="connsiteX279" fmla="*/ 1074223 w 4121770"/>
              <a:gd name="connsiteY279" fmla="*/ 1809361 h 3055696"/>
              <a:gd name="connsiteX280" fmla="*/ 1059561 w 4121770"/>
              <a:gd name="connsiteY280" fmla="*/ 1811397 h 3055696"/>
              <a:gd name="connsiteX281" fmla="*/ 1059561 w 4121770"/>
              <a:gd name="connsiteY281" fmla="*/ 1827688 h 3055696"/>
              <a:gd name="connsiteX282" fmla="*/ 1075200 w 4121770"/>
              <a:gd name="connsiteY282" fmla="*/ 1835833 h 3055696"/>
              <a:gd name="connsiteX283" fmla="*/ 1083020 w 4121770"/>
              <a:gd name="connsiteY283" fmla="*/ 1819542 h 3055696"/>
              <a:gd name="connsiteX284" fmla="*/ 1074223 w 4121770"/>
              <a:gd name="connsiteY284" fmla="*/ 1809361 h 3055696"/>
              <a:gd name="connsiteX285" fmla="*/ 857798 w 4121770"/>
              <a:gd name="connsiteY285" fmla="*/ 1808815 h 3055696"/>
              <a:gd name="connsiteX286" fmla="*/ 841132 w 4121770"/>
              <a:gd name="connsiteY286" fmla="*/ 1819673 h 3055696"/>
              <a:gd name="connsiteX287" fmla="*/ 833052 w 4121770"/>
              <a:gd name="connsiteY287" fmla="*/ 1827753 h 3055696"/>
              <a:gd name="connsiteX288" fmla="*/ 889614 w 4121770"/>
              <a:gd name="connsiteY288" fmla="*/ 1851994 h 3055696"/>
              <a:gd name="connsiteX289" fmla="*/ 857798 w 4121770"/>
              <a:gd name="connsiteY289" fmla="*/ 1808815 h 3055696"/>
              <a:gd name="connsiteX290" fmla="*/ 117294 w 4121770"/>
              <a:gd name="connsiteY290" fmla="*/ 1803577 h 3055696"/>
              <a:gd name="connsiteX291" fmla="*/ 105565 w 4121770"/>
              <a:gd name="connsiteY291" fmla="*/ 1819868 h 3055696"/>
              <a:gd name="connsiteX292" fmla="*/ 129024 w 4121770"/>
              <a:gd name="connsiteY292" fmla="*/ 1811723 h 3055696"/>
              <a:gd name="connsiteX293" fmla="*/ 117294 w 4121770"/>
              <a:gd name="connsiteY293" fmla="*/ 1803577 h 3055696"/>
              <a:gd name="connsiteX294" fmla="*/ 3167268 w 4121770"/>
              <a:gd name="connsiteY294" fmla="*/ 1740114 h 3055696"/>
              <a:gd name="connsiteX295" fmla="*/ 3104866 w 4121770"/>
              <a:gd name="connsiteY295" fmla="*/ 1803557 h 3055696"/>
              <a:gd name="connsiteX296" fmla="*/ 3056310 w 4121770"/>
              <a:gd name="connsiteY296" fmla="*/ 1746967 h 3055696"/>
              <a:gd name="connsiteX297" fmla="*/ 2886363 w 4121770"/>
              <a:gd name="connsiteY297" fmla="*/ 1787388 h 3055696"/>
              <a:gd name="connsiteX298" fmla="*/ 2845900 w 4121770"/>
              <a:gd name="connsiteY298" fmla="*/ 1779304 h 3055696"/>
              <a:gd name="connsiteX299" fmla="*/ 2837807 w 4121770"/>
              <a:gd name="connsiteY299" fmla="*/ 1835895 h 3055696"/>
              <a:gd name="connsiteX300" fmla="*/ 2789251 w 4121770"/>
              <a:gd name="connsiteY300" fmla="*/ 1900570 h 3055696"/>
              <a:gd name="connsiteX301" fmla="*/ 2813529 w 4121770"/>
              <a:gd name="connsiteY301" fmla="*/ 1997582 h 3055696"/>
              <a:gd name="connsiteX302" fmla="*/ 2781158 w 4121770"/>
              <a:gd name="connsiteY302" fmla="*/ 1981413 h 3055696"/>
              <a:gd name="connsiteX303" fmla="*/ 2732602 w 4121770"/>
              <a:gd name="connsiteY303" fmla="*/ 1989498 h 3055696"/>
              <a:gd name="connsiteX304" fmla="*/ 2692139 w 4121770"/>
              <a:gd name="connsiteY304" fmla="*/ 2005667 h 3055696"/>
              <a:gd name="connsiteX305" fmla="*/ 2627397 w 4121770"/>
              <a:gd name="connsiteY305" fmla="*/ 2102679 h 3055696"/>
              <a:gd name="connsiteX306" fmla="*/ 2635490 w 4121770"/>
              <a:gd name="connsiteY306" fmla="*/ 2135017 h 3055696"/>
              <a:gd name="connsiteX307" fmla="*/ 2651675 w 4121770"/>
              <a:gd name="connsiteY307" fmla="*/ 2175438 h 3055696"/>
              <a:gd name="connsiteX308" fmla="*/ 2716417 w 4121770"/>
              <a:gd name="connsiteY308" fmla="*/ 2207776 h 3055696"/>
              <a:gd name="connsiteX309" fmla="*/ 2732602 w 4121770"/>
              <a:gd name="connsiteY309" fmla="*/ 2215860 h 3055696"/>
              <a:gd name="connsiteX310" fmla="*/ 2740695 w 4121770"/>
              <a:gd name="connsiteY310" fmla="*/ 2207776 h 3055696"/>
              <a:gd name="connsiteX311" fmla="*/ 2773066 w 4121770"/>
              <a:gd name="connsiteY311" fmla="*/ 2232029 h 3055696"/>
              <a:gd name="connsiteX312" fmla="*/ 2853992 w 4121770"/>
              <a:gd name="connsiteY312" fmla="*/ 2207776 h 3055696"/>
              <a:gd name="connsiteX313" fmla="*/ 2853992 w 4121770"/>
              <a:gd name="connsiteY313" fmla="*/ 2159270 h 3055696"/>
              <a:gd name="connsiteX314" fmla="*/ 2870178 w 4121770"/>
              <a:gd name="connsiteY314" fmla="*/ 2135017 h 3055696"/>
              <a:gd name="connsiteX315" fmla="*/ 2934919 w 4121770"/>
              <a:gd name="connsiteY315" fmla="*/ 2167354 h 3055696"/>
              <a:gd name="connsiteX316" fmla="*/ 2951105 w 4121770"/>
              <a:gd name="connsiteY316" fmla="*/ 2159270 h 3055696"/>
              <a:gd name="connsiteX317" fmla="*/ 2999661 w 4121770"/>
              <a:gd name="connsiteY317" fmla="*/ 2232029 h 3055696"/>
              <a:gd name="connsiteX318" fmla="*/ 3023939 w 4121770"/>
              <a:gd name="connsiteY318" fmla="*/ 2232029 h 3055696"/>
              <a:gd name="connsiteX319" fmla="*/ 3015846 w 4121770"/>
              <a:gd name="connsiteY319" fmla="*/ 2175438 h 3055696"/>
              <a:gd name="connsiteX320" fmla="*/ 3088681 w 4121770"/>
              <a:gd name="connsiteY320" fmla="*/ 2167354 h 3055696"/>
              <a:gd name="connsiteX321" fmla="*/ 3161515 w 4121770"/>
              <a:gd name="connsiteY321" fmla="*/ 2143101 h 3055696"/>
              <a:gd name="connsiteX322" fmla="*/ 3193886 w 4121770"/>
              <a:gd name="connsiteY322" fmla="*/ 2175438 h 3055696"/>
              <a:gd name="connsiteX323" fmla="*/ 3137237 w 4121770"/>
              <a:gd name="connsiteY323" fmla="*/ 2070342 h 3055696"/>
              <a:gd name="connsiteX324" fmla="*/ 3145329 w 4121770"/>
              <a:gd name="connsiteY324" fmla="*/ 2046088 h 3055696"/>
              <a:gd name="connsiteX325" fmla="*/ 3145329 w 4121770"/>
              <a:gd name="connsiteY325" fmla="*/ 2013751 h 3055696"/>
              <a:gd name="connsiteX326" fmla="*/ 3347647 w 4121770"/>
              <a:gd name="connsiteY326" fmla="*/ 1965245 h 3055696"/>
              <a:gd name="connsiteX327" fmla="*/ 3355740 w 4121770"/>
              <a:gd name="connsiteY327" fmla="*/ 1932907 h 3055696"/>
              <a:gd name="connsiteX328" fmla="*/ 3380018 w 4121770"/>
              <a:gd name="connsiteY328" fmla="*/ 1940992 h 3055696"/>
              <a:gd name="connsiteX329" fmla="*/ 3477130 w 4121770"/>
              <a:gd name="connsiteY329" fmla="*/ 1876317 h 3055696"/>
              <a:gd name="connsiteX330" fmla="*/ 3469038 w 4121770"/>
              <a:gd name="connsiteY330" fmla="*/ 1835895 h 3055696"/>
              <a:gd name="connsiteX331" fmla="*/ 3420481 w 4121770"/>
              <a:gd name="connsiteY331" fmla="*/ 1787388 h 3055696"/>
              <a:gd name="connsiteX332" fmla="*/ 3380018 w 4121770"/>
              <a:gd name="connsiteY332" fmla="*/ 1787388 h 3055696"/>
              <a:gd name="connsiteX333" fmla="*/ 3355740 w 4121770"/>
              <a:gd name="connsiteY333" fmla="*/ 1803557 h 3055696"/>
              <a:gd name="connsiteX334" fmla="*/ 3331461 w 4121770"/>
              <a:gd name="connsiteY334" fmla="*/ 1908654 h 3055696"/>
              <a:gd name="connsiteX335" fmla="*/ 3201978 w 4121770"/>
              <a:gd name="connsiteY335" fmla="*/ 1908654 h 3055696"/>
              <a:gd name="connsiteX336" fmla="*/ 3145329 w 4121770"/>
              <a:gd name="connsiteY336" fmla="*/ 1908654 h 3055696"/>
              <a:gd name="connsiteX337" fmla="*/ 3137237 w 4121770"/>
              <a:gd name="connsiteY337" fmla="*/ 1819726 h 3055696"/>
              <a:gd name="connsiteX338" fmla="*/ 3177700 w 4121770"/>
              <a:gd name="connsiteY338" fmla="*/ 1746967 h 3055696"/>
              <a:gd name="connsiteX339" fmla="*/ 3167268 w 4121770"/>
              <a:gd name="connsiteY339" fmla="*/ 1740114 h 3055696"/>
              <a:gd name="connsiteX340" fmla="*/ 1536689 w 4121770"/>
              <a:gd name="connsiteY340" fmla="*/ 1733783 h 3055696"/>
              <a:gd name="connsiteX341" fmla="*/ 1544161 w 4121770"/>
              <a:gd name="connsiteY341" fmla="*/ 1771647 h 3055696"/>
              <a:gd name="connsiteX342" fmla="*/ 1552197 w 4121770"/>
              <a:gd name="connsiteY342" fmla="*/ 1739064 h 3055696"/>
              <a:gd name="connsiteX343" fmla="*/ 1536689 w 4121770"/>
              <a:gd name="connsiteY343" fmla="*/ 1733783 h 3055696"/>
              <a:gd name="connsiteX344" fmla="*/ 1447936 w 4121770"/>
              <a:gd name="connsiteY344" fmla="*/ 1698989 h 3055696"/>
              <a:gd name="connsiteX345" fmla="*/ 1430993 w 4121770"/>
              <a:gd name="connsiteY345" fmla="*/ 1706809 h 3055696"/>
              <a:gd name="connsiteX346" fmla="*/ 1430993 w 4121770"/>
              <a:gd name="connsiteY346" fmla="*/ 1714629 h 3055696"/>
              <a:gd name="connsiteX347" fmla="*/ 1447936 w 4121770"/>
              <a:gd name="connsiteY347" fmla="*/ 1698989 h 3055696"/>
              <a:gd name="connsiteX348" fmla="*/ 617542 w 4121770"/>
              <a:gd name="connsiteY348" fmla="*/ 1666667 h 3055696"/>
              <a:gd name="connsiteX349" fmla="*/ 606022 w 4121770"/>
              <a:gd name="connsiteY349" fmla="*/ 1690459 h 3055696"/>
              <a:gd name="connsiteX350" fmla="*/ 617542 w 4121770"/>
              <a:gd name="connsiteY350" fmla="*/ 1666667 h 3055696"/>
              <a:gd name="connsiteX351" fmla="*/ 1493272 w 4121770"/>
              <a:gd name="connsiteY351" fmla="*/ 1657855 h 3055696"/>
              <a:gd name="connsiteX352" fmla="*/ 1487469 w 4121770"/>
              <a:gd name="connsiteY352" fmla="*/ 1682047 h 3055696"/>
              <a:gd name="connsiteX353" fmla="*/ 1503977 w 4121770"/>
              <a:gd name="connsiteY353" fmla="*/ 1658588 h 3055696"/>
              <a:gd name="connsiteX354" fmla="*/ 1493272 w 4121770"/>
              <a:gd name="connsiteY354" fmla="*/ 1657855 h 3055696"/>
              <a:gd name="connsiteX355" fmla="*/ 1463575 w 4121770"/>
              <a:gd name="connsiteY355" fmla="*/ 1650769 h 3055696"/>
              <a:gd name="connsiteX356" fmla="*/ 1463575 w 4121770"/>
              <a:gd name="connsiteY356" fmla="*/ 1666408 h 3055696"/>
              <a:gd name="connsiteX357" fmla="*/ 1463575 w 4121770"/>
              <a:gd name="connsiteY357" fmla="*/ 1650769 h 3055696"/>
              <a:gd name="connsiteX358" fmla="*/ 1301069 w 4121770"/>
              <a:gd name="connsiteY358" fmla="*/ 1638015 h 3055696"/>
              <a:gd name="connsiteX359" fmla="*/ 1277207 w 4121770"/>
              <a:gd name="connsiteY359" fmla="*/ 1674041 h 3055696"/>
              <a:gd name="connsiteX360" fmla="*/ 1317609 w 4121770"/>
              <a:gd name="connsiteY360" fmla="*/ 1642018 h 3055696"/>
              <a:gd name="connsiteX361" fmla="*/ 1301069 w 4121770"/>
              <a:gd name="connsiteY361" fmla="*/ 1638015 h 3055696"/>
              <a:gd name="connsiteX362" fmla="*/ 3412619 w 4121770"/>
              <a:gd name="connsiteY362" fmla="*/ 1610408 h 3055696"/>
              <a:gd name="connsiteX363" fmla="*/ 3396327 w 4121770"/>
              <a:gd name="connsiteY363" fmla="*/ 1625681 h 3055696"/>
              <a:gd name="connsiteX364" fmla="*/ 3428910 w 4121770"/>
              <a:gd name="connsiteY364" fmla="*/ 1625681 h 3055696"/>
              <a:gd name="connsiteX365" fmla="*/ 3412619 w 4121770"/>
              <a:gd name="connsiteY365" fmla="*/ 1610408 h 3055696"/>
              <a:gd name="connsiteX366" fmla="*/ 1455755 w 4121770"/>
              <a:gd name="connsiteY366" fmla="*/ 1577785 h 3055696"/>
              <a:gd name="connsiteX367" fmla="*/ 1439248 w 4121770"/>
              <a:gd name="connsiteY367" fmla="*/ 1577785 h 3055696"/>
              <a:gd name="connsiteX368" fmla="*/ 1439248 w 4121770"/>
              <a:gd name="connsiteY368" fmla="*/ 1593425 h 3055696"/>
              <a:gd name="connsiteX369" fmla="*/ 1447501 w 4121770"/>
              <a:gd name="connsiteY369" fmla="*/ 1593425 h 3055696"/>
              <a:gd name="connsiteX370" fmla="*/ 1455755 w 4121770"/>
              <a:gd name="connsiteY370" fmla="*/ 1577785 h 3055696"/>
              <a:gd name="connsiteX371" fmla="*/ 315392 w 4121770"/>
              <a:gd name="connsiteY371" fmla="*/ 1573975 h 3055696"/>
              <a:gd name="connsiteX372" fmla="*/ 290956 w 4121770"/>
              <a:gd name="connsiteY372" fmla="*/ 1586006 h 3055696"/>
              <a:gd name="connsiteX373" fmla="*/ 282810 w 4121770"/>
              <a:gd name="connsiteY373" fmla="*/ 1642147 h 3055696"/>
              <a:gd name="connsiteX374" fmla="*/ 347974 w 4121770"/>
              <a:gd name="connsiteY374" fmla="*/ 1642147 h 3055696"/>
              <a:gd name="connsiteX375" fmla="*/ 339829 w 4121770"/>
              <a:gd name="connsiteY375" fmla="*/ 1586006 h 3055696"/>
              <a:gd name="connsiteX376" fmla="*/ 315392 w 4121770"/>
              <a:gd name="connsiteY376" fmla="*/ 1573975 h 3055696"/>
              <a:gd name="connsiteX377" fmla="*/ 3500589 w 4121770"/>
              <a:gd name="connsiteY377" fmla="*/ 1569966 h 3055696"/>
              <a:gd name="connsiteX378" fmla="*/ 3517532 w 4121770"/>
              <a:gd name="connsiteY378" fmla="*/ 1577786 h 3055696"/>
              <a:gd name="connsiteX379" fmla="*/ 3500589 w 4121770"/>
              <a:gd name="connsiteY379" fmla="*/ 1569966 h 3055696"/>
              <a:gd name="connsiteX380" fmla="*/ 2959533 w 4121770"/>
              <a:gd name="connsiteY380" fmla="*/ 1564495 h 3055696"/>
              <a:gd name="connsiteX381" fmla="*/ 2943114 w 4121770"/>
              <a:gd name="connsiteY381" fmla="*/ 1569314 h 3055696"/>
              <a:gd name="connsiteX382" fmla="*/ 2967551 w 4121770"/>
              <a:gd name="connsiteY382" fmla="*/ 1633609 h 3055696"/>
              <a:gd name="connsiteX383" fmla="*/ 2959533 w 4121770"/>
              <a:gd name="connsiteY383" fmla="*/ 1564495 h 3055696"/>
              <a:gd name="connsiteX384" fmla="*/ 3072465 w 4121770"/>
              <a:gd name="connsiteY384" fmla="*/ 1563123 h 3055696"/>
              <a:gd name="connsiteX385" fmla="*/ 3056174 w 4121770"/>
              <a:gd name="connsiteY385" fmla="*/ 1577264 h 3055696"/>
              <a:gd name="connsiteX386" fmla="*/ 3088756 w 4121770"/>
              <a:gd name="connsiteY386" fmla="*/ 1585344 h 3055696"/>
              <a:gd name="connsiteX387" fmla="*/ 3072465 w 4121770"/>
              <a:gd name="connsiteY387" fmla="*/ 1563123 h 3055696"/>
              <a:gd name="connsiteX388" fmla="*/ 2838074 w 4121770"/>
              <a:gd name="connsiteY388" fmla="*/ 1562696 h 3055696"/>
              <a:gd name="connsiteX389" fmla="*/ 2830056 w 4121770"/>
              <a:gd name="connsiteY389" fmla="*/ 1585605 h 3055696"/>
              <a:gd name="connsiteX390" fmla="*/ 2846347 w 4121770"/>
              <a:gd name="connsiteY390" fmla="*/ 1569314 h 3055696"/>
              <a:gd name="connsiteX391" fmla="*/ 2838074 w 4121770"/>
              <a:gd name="connsiteY391" fmla="*/ 1562696 h 3055696"/>
              <a:gd name="connsiteX392" fmla="*/ 1295154 w 4121770"/>
              <a:gd name="connsiteY392" fmla="*/ 1560456 h 3055696"/>
              <a:gd name="connsiteX393" fmla="*/ 1309789 w 4121770"/>
              <a:gd name="connsiteY393" fmla="*/ 1585512 h 3055696"/>
              <a:gd name="connsiteX394" fmla="*/ 1295154 w 4121770"/>
              <a:gd name="connsiteY394" fmla="*/ 1560456 h 3055696"/>
              <a:gd name="connsiteX395" fmla="*/ 1463575 w 4121770"/>
              <a:gd name="connsiteY395" fmla="*/ 1553023 h 3055696"/>
              <a:gd name="connsiteX396" fmla="*/ 1495897 w 4121770"/>
              <a:gd name="connsiteY396" fmla="*/ 1577460 h 3055696"/>
              <a:gd name="connsiteX397" fmla="*/ 1463575 w 4121770"/>
              <a:gd name="connsiteY397" fmla="*/ 1553023 h 3055696"/>
              <a:gd name="connsiteX398" fmla="*/ 1746385 w 4121770"/>
              <a:gd name="connsiteY398" fmla="*/ 1545203 h 3055696"/>
              <a:gd name="connsiteX399" fmla="*/ 1754204 w 4121770"/>
              <a:gd name="connsiteY399" fmla="*/ 1560842 h 3055696"/>
              <a:gd name="connsiteX400" fmla="*/ 1746385 w 4121770"/>
              <a:gd name="connsiteY400" fmla="*/ 1545203 h 3055696"/>
              <a:gd name="connsiteX401" fmla="*/ 242409 w 4121770"/>
              <a:gd name="connsiteY401" fmla="*/ 1537384 h 3055696"/>
              <a:gd name="connsiteX402" fmla="*/ 234589 w 4121770"/>
              <a:gd name="connsiteY402" fmla="*/ 1537384 h 3055696"/>
              <a:gd name="connsiteX403" fmla="*/ 242409 w 4121770"/>
              <a:gd name="connsiteY403" fmla="*/ 1545203 h 3055696"/>
              <a:gd name="connsiteX404" fmla="*/ 242409 w 4121770"/>
              <a:gd name="connsiteY404" fmla="*/ 1537384 h 3055696"/>
              <a:gd name="connsiteX405" fmla="*/ 2061776 w 4121770"/>
              <a:gd name="connsiteY405" fmla="*/ 1529564 h 3055696"/>
              <a:gd name="connsiteX406" fmla="*/ 2077788 w 4121770"/>
              <a:gd name="connsiteY406" fmla="*/ 1602074 h 3055696"/>
              <a:gd name="connsiteX407" fmla="*/ 2093800 w 4121770"/>
              <a:gd name="connsiteY407" fmla="*/ 1537621 h 3055696"/>
              <a:gd name="connsiteX408" fmla="*/ 2061776 w 4121770"/>
              <a:gd name="connsiteY408" fmla="*/ 1529564 h 3055696"/>
              <a:gd name="connsiteX409" fmla="*/ 2942789 w 4121770"/>
              <a:gd name="connsiteY409" fmla="*/ 1520442 h 3055696"/>
              <a:gd name="connsiteX410" fmla="*/ 2942789 w 4121770"/>
              <a:gd name="connsiteY410" fmla="*/ 1537385 h 3055696"/>
              <a:gd name="connsiteX411" fmla="*/ 2942789 w 4121770"/>
              <a:gd name="connsiteY411" fmla="*/ 1520442 h 3055696"/>
              <a:gd name="connsiteX412" fmla="*/ 1323026 w 4121770"/>
              <a:gd name="connsiteY412" fmla="*/ 1510667 h 3055696"/>
              <a:gd name="connsiteX413" fmla="*/ 1309789 w 4121770"/>
              <a:gd name="connsiteY413" fmla="*/ 1520442 h 3055696"/>
              <a:gd name="connsiteX414" fmla="*/ 1342371 w 4121770"/>
              <a:gd name="connsiteY414" fmla="*/ 1512622 h 3055696"/>
              <a:gd name="connsiteX415" fmla="*/ 1323026 w 4121770"/>
              <a:gd name="connsiteY415" fmla="*/ 1510667 h 3055696"/>
              <a:gd name="connsiteX416" fmla="*/ 557801 w 4121770"/>
              <a:gd name="connsiteY416" fmla="*/ 1504802 h 3055696"/>
              <a:gd name="connsiteX417" fmla="*/ 565620 w 4121770"/>
              <a:gd name="connsiteY417" fmla="*/ 1520442 h 3055696"/>
              <a:gd name="connsiteX418" fmla="*/ 557801 w 4121770"/>
              <a:gd name="connsiteY418" fmla="*/ 1504802 h 3055696"/>
              <a:gd name="connsiteX419" fmla="*/ 3331424 w 4121770"/>
              <a:gd name="connsiteY419" fmla="*/ 1496983 h 3055696"/>
              <a:gd name="connsiteX420" fmla="*/ 3363746 w 4121770"/>
              <a:gd name="connsiteY420" fmla="*/ 1521420 h 3055696"/>
              <a:gd name="connsiteX421" fmla="*/ 3331424 w 4121770"/>
              <a:gd name="connsiteY421" fmla="*/ 1496983 h 3055696"/>
              <a:gd name="connsiteX422" fmla="*/ 598202 w 4121770"/>
              <a:gd name="connsiteY422" fmla="*/ 1489163 h 3055696"/>
              <a:gd name="connsiteX423" fmla="*/ 582563 w 4121770"/>
              <a:gd name="connsiteY423" fmla="*/ 1496983 h 3055696"/>
              <a:gd name="connsiteX424" fmla="*/ 590383 w 4121770"/>
              <a:gd name="connsiteY424" fmla="*/ 1504802 h 3055696"/>
              <a:gd name="connsiteX425" fmla="*/ 598202 w 4121770"/>
              <a:gd name="connsiteY425" fmla="*/ 1504802 h 3055696"/>
              <a:gd name="connsiteX426" fmla="*/ 598202 w 4121770"/>
              <a:gd name="connsiteY426" fmla="*/ 1489163 h 3055696"/>
              <a:gd name="connsiteX427" fmla="*/ 2724620 w 4121770"/>
              <a:gd name="connsiteY427" fmla="*/ 1472220 h 3055696"/>
              <a:gd name="connsiteX428" fmla="*/ 2708460 w 4121770"/>
              <a:gd name="connsiteY428" fmla="*/ 1488381 h 3055696"/>
              <a:gd name="connsiteX429" fmla="*/ 2724620 w 4121770"/>
              <a:gd name="connsiteY429" fmla="*/ 1496461 h 3055696"/>
              <a:gd name="connsiteX430" fmla="*/ 2700380 w 4121770"/>
              <a:gd name="connsiteY430" fmla="*/ 1520702 h 3055696"/>
              <a:gd name="connsiteX431" fmla="*/ 2724620 w 4121770"/>
              <a:gd name="connsiteY431" fmla="*/ 1553023 h 3055696"/>
              <a:gd name="connsiteX432" fmla="*/ 2773103 w 4121770"/>
              <a:gd name="connsiteY432" fmla="*/ 1488381 h 3055696"/>
              <a:gd name="connsiteX433" fmla="*/ 2732701 w 4121770"/>
              <a:gd name="connsiteY433" fmla="*/ 1488381 h 3055696"/>
              <a:gd name="connsiteX434" fmla="*/ 2724620 w 4121770"/>
              <a:gd name="connsiteY434" fmla="*/ 1472220 h 3055696"/>
              <a:gd name="connsiteX435" fmla="*/ 2744691 w 4121770"/>
              <a:gd name="connsiteY435" fmla="*/ 1445829 h 3055696"/>
              <a:gd name="connsiteX436" fmla="*/ 2740782 w 4121770"/>
              <a:gd name="connsiteY436" fmla="*/ 1448761 h 3055696"/>
              <a:gd name="connsiteX437" fmla="*/ 2748601 w 4121770"/>
              <a:gd name="connsiteY437" fmla="*/ 1448761 h 3055696"/>
              <a:gd name="connsiteX438" fmla="*/ 2744691 w 4121770"/>
              <a:gd name="connsiteY438" fmla="*/ 1445829 h 3055696"/>
              <a:gd name="connsiteX439" fmla="*/ 315393 w 4121770"/>
              <a:gd name="connsiteY439" fmla="*/ 1440941 h 3055696"/>
              <a:gd name="connsiteX440" fmla="*/ 312216 w 4121770"/>
              <a:gd name="connsiteY440" fmla="*/ 1440941 h 3055696"/>
              <a:gd name="connsiteX441" fmla="*/ 307980 w 4121770"/>
              <a:gd name="connsiteY441" fmla="*/ 1440941 h 3055696"/>
              <a:gd name="connsiteX442" fmla="*/ 306921 w 4121770"/>
              <a:gd name="connsiteY442" fmla="*/ 1440941 h 3055696"/>
              <a:gd name="connsiteX443" fmla="*/ 298450 w 4121770"/>
              <a:gd name="connsiteY443" fmla="*/ 1440941 h 3055696"/>
              <a:gd name="connsiteX444" fmla="*/ 298450 w 4121770"/>
              <a:gd name="connsiteY444" fmla="*/ 1448761 h 3055696"/>
              <a:gd name="connsiteX445" fmla="*/ 306921 w 4121770"/>
              <a:gd name="connsiteY445" fmla="*/ 1448761 h 3055696"/>
              <a:gd name="connsiteX446" fmla="*/ 315393 w 4121770"/>
              <a:gd name="connsiteY446" fmla="*/ 1448761 h 3055696"/>
              <a:gd name="connsiteX447" fmla="*/ 315393 w 4121770"/>
              <a:gd name="connsiteY447" fmla="*/ 1440941 h 3055696"/>
              <a:gd name="connsiteX448" fmla="*/ 744169 w 4121770"/>
              <a:gd name="connsiteY448" fmla="*/ 1440941 h 3055696"/>
              <a:gd name="connsiteX449" fmla="*/ 776490 w 4121770"/>
              <a:gd name="connsiteY449" fmla="*/ 1472220 h 3055696"/>
              <a:gd name="connsiteX450" fmla="*/ 744169 w 4121770"/>
              <a:gd name="connsiteY450" fmla="*/ 1440941 h 3055696"/>
              <a:gd name="connsiteX451" fmla="*/ 209827 w 4121770"/>
              <a:gd name="connsiteY451" fmla="*/ 1416180 h 3055696"/>
              <a:gd name="connsiteX452" fmla="*/ 218299 w 4121770"/>
              <a:gd name="connsiteY452" fmla="*/ 1431819 h 3055696"/>
              <a:gd name="connsiteX453" fmla="*/ 226770 w 4121770"/>
              <a:gd name="connsiteY453" fmla="*/ 1431819 h 3055696"/>
              <a:gd name="connsiteX454" fmla="*/ 209827 w 4121770"/>
              <a:gd name="connsiteY454" fmla="*/ 1416180 h 3055696"/>
              <a:gd name="connsiteX455" fmla="*/ 3371565 w 4121770"/>
              <a:gd name="connsiteY455" fmla="*/ 1400955 h 3055696"/>
              <a:gd name="connsiteX456" fmla="*/ 3323344 w 4121770"/>
              <a:gd name="connsiteY456" fmla="*/ 1424118 h 3055696"/>
              <a:gd name="connsiteX457" fmla="*/ 3403713 w 4121770"/>
              <a:gd name="connsiteY457" fmla="*/ 1464401 h 3055696"/>
              <a:gd name="connsiteX458" fmla="*/ 3419786 w 4121770"/>
              <a:gd name="connsiteY458" fmla="*/ 1432174 h 3055696"/>
              <a:gd name="connsiteX459" fmla="*/ 3371565 w 4121770"/>
              <a:gd name="connsiteY459" fmla="*/ 1400955 h 3055696"/>
              <a:gd name="connsiteX460" fmla="*/ 817049 w 4121770"/>
              <a:gd name="connsiteY460" fmla="*/ 1383864 h 3055696"/>
              <a:gd name="connsiteX461" fmla="*/ 833226 w 4121770"/>
              <a:gd name="connsiteY461" fmla="*/ 1416205 h 3055696"/>
              <a:gd name="connsiteX462" fmla="*/ 825137 w 4121770"/>
              <a:gd name="connsiteY462" fmla="*/ 1448545 h 3055696"/>
              <a:gd name="connsiteX463" fmla="*/ 849403 w 4121770"/>
              <a:gd name="connsiteY463" fmla="*/ 1424290 h 3055696"/>
              <a:gd name="connsiteX464" fmla="*/ 857492 w 4121770"/>
              <a:gd name="connsiteY464" fmla="*/ 1440460 h 3055696"/>
              <a:gd name="connsiteX465" fmla="*/ 800872 w 4121770"/>
              <a:gd name="connsiteY465" fmla="*/ 1497056 h 3055696"/>
              <a:gd name="connsiteX466" fmla="*/ 784695 w 4121770"/>
              <a:gd name="connsiteY466" fmla="*/ 1521311 h 3055696"/>
              <a:gd name="connsiteX467" fmla="*/ 695720 w 4121770"/>
              <a:gd name="connsiteY467" fmla="*/ 1561737 h 3055696"/>
              <a:gd name="connsiteX468" fmla="*/ 663366 w 4121770"/>
              <a:gd name="connsiteY468" fmla="*/ 1585992 h 3055696"/>
              <a:gd name="connsiteX469" fmla="*/ 703809 w 4121770"/>
              <a:gd name="connsiteY469" fmla="*/ 1626418 h 3055696"/>
              <a:gd name="connsiteX470" fmla="*/ 808960 w 4121770"/>
              <a:gd name="connsiteY470" fmla="*/ 1699184 h 3055696"/>
              <a:gd name="connsiteX471" fmla="*/ 817049 w 4121770"/>
              <a:gd name="connsiteY471" fmla="*/ 1739610 h 3055696"/>
              <a:gd name="connsiteX472" fmla="*/ 865580 w 4121770"/>
              <a:gd name="connsiteY472" fmla="*/ 1771950 h 3055696"/>
              <a:gd name="connsiteX473" fmla="*/ 881757 w 4121770"/>
              <a:gd name="connsiteY473" fmla="*/ 1812376 h 3055696"/>
              <a:gd name="connsiteX474" fmla="*/ 946466 w 4121770"/>
              <a:gd name="connsiteY474" fmla="*/ 1788121 h 3055696"/>
              <a:gd name="connsiteX475" fmla="*/ 1067795 w 4121770"/>
              <a:gd name="connsiteY475" fmla="*/ 1771950 h 3055696"/>
              <a:gd name="connsiteX476" fmla="*/ 1108237 w 4121770"/>
              <a:gd name="connsiteY476" fmla="*/ 1723440 h 3055696"/>
              <a:gd name="connsiteX477" fmla="*/ 1156769 w 4121770"/>
              <a:gd name="connsiteY477" fmla="*/ 1691099 h 3055696"/>
              <a:gd name="connsiteX478" fmla="*/ 1164857 w 4121770"/>
              <a:gd name="connsiteY478" fmla="*/ 1561737 h 3055696"/>
              <a:gd name="connsiteX479" fmla="*/ 1116326 w 4121770"/>
              <a:gd name="connsiteY479" fmla="*/ 1456630 h 3055696"/>
              <a:gd name="connsiteX480" fmla="*/ 1116326 w 4121770"/>
              <a:gd name="connsiteY480" fmla="*/ 1432375 h 3055696"/>
              <a:gd name="connsiteX481" fmla="*/ 1043529 w 4121770"/>
              <a:gd name="connsiteY481" fmla="*/ 1432375 h 3055696"/>
              <a:gd name="connsiteX482" fmla="*/ 1035440 w 4121770"/>
              <a:gd name="connsiteY482" fmla="*/ 1408120 h 3055696"/>
              <a:gd name="connsiteX483" fmla="*/ 1035440 w 4121770"/>
              <a:gd name="connsiteY483" fmla="*/ 1432375 h 3055696"/>
              <a:gd name="connsiteX484" fmla="*/ 873669 w 4121770"/>
              <a:gd name="connsiteY484" fmla="*/ 1424290 h 3055696"/>
              <a:gd name="connsiteX485" fmla="*/ 817049 w 4121770"/>
              <a:gd name="connsiteY485" fmla="*/ 1383864 h 3055696"/>
              <a:gd name="connsiteX486" fmla="*/ 1818934 w 4121770"/>
              <a:gd name="connsiteY486" fmla="*/ 1383598 h 3055696"/>
              <a:gd name="connsiteX487" fmla="*/ 1818934 w 4121770"/>
              <a:gd name="connsiteY487" fmla="*/ 1383598 h 3055696"/>
              <a:gd name="connsiteX488" fmla="*/ 2368698 w 4121770"/>
              <a:gd name="connsiteY488" fmla="*/ 1376034 h 3055696"/>
              <a:gd name="connsiteX489" fmla="*/ 2344419 w 4121770"/>
              <a:gd name="connsiteY489" fmla="*/ 1408335 h 3055696"/>
              <a:gd name="connsiteX490" fmla="*/ 2295862 w 4121770"/>
              <a:gd name="connsiteY490" fmla="*/ 1400260 h 3055696"/>
              <a:gd name="connsiteX491" fmla="*/ 2255397 w 4121770"/>
              <a:gd name="connsiteY491" fmla="*/ 1432560 h 3055696"/>
              <a:gd name="connsiteX492" fmla="*/ 2239212 w 4121770"/>
              <a:gd name="connsiteY492" fmla="*/ 1416410 h 3055696"/>
              <a:gd name="connsiteX493" fmla="*/ 2206840 w 4121770"/>
              <a:gd name="connsiteY493" fmla="*/ 1416410 h 3055696"/>
              <a:gd name="connsiteX494" fmla="*/ 2166375 w 4121770"/>
              <a:gd name="connsiteY494" fmla="*/ 1497162 h 3055696"/>
              <a:gd name="connsiteX495" fmla="*/ 2125911 w 4121770"/>
              <a:gd name="connsiteY495" fmla="*/ 1577914 h 3055696"/>
              <a:gd name="connsiteX496" fmla="*/ 2117818 w 4121770"/>
              <a:gd name="connsiteY496" fmla="*/ 1666741 h 3055696"/>
              <a:gd name="connsiteX497" fmla="*/ 2142097 w 4121770"/>
              <a:gd name="connsiteY497" fmla="*/ 1707116 h 3055696"/>
              <a:gd name="connsiteX498" fmla="*/ 2125911 w 4121770"/>
              <a:gd name="connsiteY498" fmla="*/ 1723267 h 3055696"/>
              <a:gd name="connsiteX499" fmla="*/ 2158283 w 4121770"/>
              <a:gd name="connsiteY499" fmla="*/ 1763643 h 3055696"/>
              <a:gd name="connsiteX500" fmla="*/ 2198747 w 4121770"/>
              <a:gd name="connsiteY500" fmla="*/ 1779793 h 3055696"/>
              <a:gd name="connsiteX501" fmla="*/ 2190654 w 4121770"/>
              <a:gd name="connsiteY501" fmla="*/ 1844394 h 3055696"/>
              <a:gd name="connsiteX502" fmla="*/ 2239212 w 4121770"/>
              <a:gd name="connsiteY502" fmla="*/ 1828244 h 3055696"/>
              <a:gd name="connsiteX503" fmla="*/ 2279676 w 4121770"/>
              <a:gd name="connsiteY503" fmla="*/ 1836319 h 3055696"/>
              <a:gd name="connsiteX504" fmla="*/ 2279676 w 4121770"/>
              <a:gd name="connsiteY504" fmla="*/ 2005898 h 3055696"/>
              <a:gd name="connsiteX505" fmla="*/ 2303955 w 4121770"/>
              <a:gd name="connsiteY505" fmla="*/ 2030124 h 3055696"/>
              <a:gd name="connsiteX506" fmla="*/ 2328233 w 4121770"/>
              <a:gd name="connsiteY506" fmla="*/ 2046274 h 3055696"/>
              <a:gd name="connsiteX507" fmla="*/ 2401070 w 4121770"/>
              <a:gd name="connsiteY507" fmla="*/ 2054349 h 3055696"/>
              <a:gd name="connsiteX508" fmla="*/ 2409163 w 4121770"/>
              <a:gd name="connsiteY508" fmla="*/ 2094725 h 3055696"/>
              <a:gd name="connsiteX509" fmla="*/ 2465813 w 4121770"/>
              <a:gd name="connsiteY509" fmla="*/ 2167402 h 3055696"/>
              <a:gd name="connsiteX510" fmla="*/ 2481999 w 4121770"/>
              <a:gd name="connsiteY510" fmla="*/ 2159326 h 3055696"/>
              <a:gd name="connsiteX511" fmla="*/ 2490092 w 4121770"/>
              <a:gd name="connsiteY511" fmla="*/ 2183552 h 3055696"/>
              <a:gd name="connsiteX512" fmla="*/ 2546742 w 4121770"/>
              <a:gd name="connsiteY512" fmla="*/ 2175477 h 3055696"/>
              <a:gd name="connsiteX513" fmla="*/ 2603392 w 4121770"/>
              <a:gd name="connsiteY513" fmla="*/ 2102800 h 3055696"/>
              <a:gd name="connsiteX514" fmla="*/ 2619578 w 4121770"/>
              <a:gd name="connsiteY514" fmla="*/ 2102800 h 3055696"/>
              <a:gd name="connsiteX515" fmla="*/ 2603392 w 4121770"/>
              <a:gd name="connsiteY515" fmla="*/ 2086650 h 3055696"/>
              <a:gd name="connsiteX516" fmla="*/ 2514370 w 4121770"/>
              <a:gd name="connsiteY516" fmla="*/ 1933221 h 3055696"/>
              <a:gd name="connsiteX517" fmla="*/ 2490092 w 4121770"/>
              <a:gd name="connsiteY517" fmla="*/ 1836319 h 3055696"/>
              <a:gd name="connsiteX518" fmla="*/ 2449627 w 4121770"/>
              <a:gd name="connsiteY518" fmla="*/ 1804019 h 3055696"/>
              <a:gd name="connsiteX519" fmla="*/ 2473906 w 4121770"/>
              <a:gd name="connsiteY519" fmla="*/ 1795943 h 3055696"/>
              <a:gd name="connsiteX520" fmla="*/ 2498184 w 4121770"/>
              <a:gd name="connsiteY520" fmla="*/ 1585989 h 3055696"/>
              <a:gd name="connsiteX521" fmla="*/ 2425348 w 4121770"/>
              <a:gd name="connsiteY521" fmla="*/ 1472936 h 3055696"/>
              <a:gd name="connsiteX522" fmla="*/ 2409163 w 4121770"/>
              <a:gd name="connsiteY522" fmla="*/ 1464861 h 3055696"/>
              <a:gd name="connsiteX523" fmla="*/ 2368698 w 4121770"/>
              <a:gd name="connsiteY523" fmla="*/ 1376034 h 3055696"/>
              <a:gd name="connsiteX524" fmla="*/ 557801 w 4121770"/>
              <a:gd name="connsiteY524" fmla="*/ 1375778 h 3055696"/>
              <a:gd name="connsiteX525" fmla="*/ 598202 w 4121770"/>
              <a:gd name="connsiteY525" fmla="*/ 1400540 h 3055696"/>
              <a:gd name="connsiteX526" fmla="*/ 557801 w 4121770"/>
              <a:gd name="connsiteY526" fmla="*/ 1375778 h 3055696"/>
              <a:gd name="connsiteX527" fmla="*/ 1560452 w 4121770"/>
              <a:gd name="connsiteY527" fmla="*/ 1375778 h 3055696"/>
              <a:gd name="connsiteX528" fmla="*/ 1576960 w 4121770"/>
              <a:gd name="connsiteY528" fmla="*/ 1384032 h 3055696"/>
              <a:gd name="connsiteX529" fmla="*/ 1560452 w 4121770"/>
              <a:gd name="connsiteY529" fmla="*/ 1375778 h 3055696"/>
              <a:gd name="connsiteX530" fmla="*/ 1423174 w 4121770"/>
              <a:gd name="connsiteY530" fmla="*/ 1367958 h 3055696"/>
              <a:gd name="connsiteX531" fmla="*/ 1398411 w 4121770"/>
              <a:gd name="connsiteY531" fmla="*/ 1383598 h 3055696"/>
              <a:gd name="connsiteX532" fmla="*/ 1423174 w 4121770"/>
              <a:gd name="connsiteY532" fmla="*/ 1367958 h 3055696"/>
              <a:gd name="connsiteX533" fmla="*/ 1118625 w 4121770"/>
              <a:gd name="connsiteY533" fmla="*/ 1367493 h 3055696"/>
              <a:gd name="connsiteX534" fmla="*/ 1099962 w 4121770"/>
              <a:gd name="connsiteY534" fmla="*/ 1375779 h 3055696"/>
              <a:gd name="connsiteX535" fmla="*/ 1118625 w 4121770"/>
              <a:gd name="connsiteY535" fmla="*/ 1367493 h 3055696"/>
              <a:gd name="connsiteX536" fmla="*/ 1037731 w 4121770"/>
              <a:gd name="connsiteY536" fmla="*/ 1333422 h 3055696"/>
              <a:gd name="connsiteX537" fmla="*/ 1026978 w 4121770"/>
              <a:gd name="connsiteY537" fmla="*/ 1335377 h 3055696"/>
              <a:gd name="connsiteX538" fmla="*/ 1042618 w 4121770"/>
              <a:gd name="connsiteY538" fmla="*/ 1343196 h 3055696"/>
              <a:gd name="connsiteX539" fmla="*/ 1037731 w 4121770"/>
              <a:gd name="connsiteY539" fmla="*/ 1333422 h 3055696"/>
              <a:gd name="connsiteX540" fmla="*/ 2085887 w 4121770"/>
              <a:gd name="connsiteY540" fmla="*/ 1327558 h 3055696"/>
              <a:gd name="connsiteX541" fmla="*/ 2094359 w 4121770"/>
              <a:gd name="connsiteY541" fmla="*/ 1335377 h 3055696"/>
              <a:gd name="connsiteX542" fmla="*/ 2085887 w 4121770"/>
              <a:gd name="connsiteY542" fmla="*/ 1327558 h 3055696"/>
              <a:gd name="connsiteX543" fmla="*/ 129024 w 4121770"/>
              <a:gd name="connsiteY543" fmla="*/ 1327557 h 3055696"/>
              <a:gd name="connsiteX544" fmla="*/ 129024 w 4121770"/>
              <a:gd name="connsiteY544" fmla="*/ 1343196 h 3055696"/>
              <a:gd name="connsiteX545" fmla="*/ 137496 w 4121770"/>
              <a:gd name="connsiteY545" fmla="*/ 1343196 h 3055696"/>
              <a:gd name="connsiteX546" fmla="*/ 129024 w 4121770"/>
              <a:gd name="connsiteY546" fmla="*/ 1327557 h 3055696"/>
              <a:gd name="connsiteX547" fmla="*/ 1231860 w 4121770"/>
              <a:gd name="connsiteY547" fmla="*/ 1320336 h 3055696"/>
              <a:gd name="connsiteX548" fmla="*/ 1213347 w 4121770"/>
              <a:gd name="connsiteY548" fmla="*/ 1326775 h 3055696"/>
              <a:gd name="connsiteX549" fmla="*/ 1213347 w 4121770"/>
              <a:gd name="connsiteY549" fmla="*/ 1342935 h 3055696"/>
              <a:gd name="connsiteX550" fmla="*/ 1245371 w 4121770"/>
              <a:gd name="connsiteY550" fmla="*/ 1351016 h 3055696"/>
              <a:gd name="connsiteX551" fmla="*/ 1231860 w 4121770"/>
              <a:gd name="connsiteY551" fmla="*/ 1320336 h 3055696"/>
              <a:gd name="connsiteX552" fmla="*/ 2134946 w 4121770"/>
              <a:gd name="connsiteY552" fmla="*/ 1319738 h 3055696"/>
              <a:gd name="connsiteX553" fmla="*/ 2126847 w 4121770"/>
              <a:gd name="connsiteY553" fmla="*/ 1327787 h 3055696"/>
              <a:gd name="connsiteX554" fmla="*/ 2070154 w 4121770"/>
              <a:gd name="connsiteY554" fmla="*/ 1416334 h 3055696"/>
              <a:gd name="connsiteX555" fmla="*/ 2126847 w 4121770"/>
              <a:gd name="connsiteY555" fmla="*/ 1456582 h 3055696"/>
              <a:gd name="connsiteX556" fmla="*/ 2167342 w 4121770"/>
              <a:gd name="connsiteY556" fmla="*/ 1392184 h 3055696"/>
              <a:gd name="connsiteX557" fmla="*/ 2134946 w 4121770"/>
              <a:gd name="connsiteY557" fmla="*/ 1319738 h 3055696"/>
              <a:gd name="connsiteX558" fmla="*/ 396195 w 4121770"/>
              <a:gd name="connsiteY558" fmla="*/ 1319738 h 3055696"/>
              <a:gd name="connsiteX559" fmla="*/ 420957 w 4121770"/>
              <a:gd name="connsiteY559" fmla="*/ 1335377 h 3055696"/>
              <a:gd name="connsiteX560" fmla="*/ 396195 w 4121770"/>
              <a:gd name="connsiteY560" fmla="*/ 1319738 h 3055696"/>
              <a:gd name="connsiteX561" fmla="*/ 1698164 w 4121770"/>
              <a:gd name="connsiteY561" fmla="*/ 1319738 h 3055696"/>
              <a:gd name="connsiteX562" fmla="*/ 1690344 w 4121770"/>
              <a:gd name="connsiteY562" fmla="*/ 1343196 h 3055696"/>
              <a:gd name="connsiteX563" fmla="*/ 1705984 w 4121770"/>
              <a:gd name="connsiteY563" fmla="*/ 1343196 h 3055696"/>
              <a:gd name="connsiteX564" fmla="*/ 1698164 w 4121770"/>
              <a:gd name="connsiteY564" fmla="*/ 1319738 h 3055696"/>
              <a:gd name="connsiteX565" fmla="*/ 2571356 w 4121770"/>
              <a:gd name="connsiteY565" fmla="*/ 1310615 h 3055696"/>
              <a:gd name="connsiteX566" fmla="*/ 2546594 w 4121770"/>
              <a:gd name="connsiteY566" fmla="*/ 1319086 h 3055696"/>
              <a:gd name="connsiteX567" fmla="*/ 2571356 w 4121770"/>
              <a:gd name="connsiteY567" fmla="*/ 1310615 h 3055696"/>
              <a:gd name="connsiteX568" fmla="*/ 3121337 w 4121770"/>
              <a:gd name="connsiteY568" fmla="*/ 1294975 h 3055696"/>
              <a:gd name="connsiteX569" fmla="*/ 3112866 w 4121770"/>
              <a:gd name="connsiteY569" fmla="*/ 1294975 h 3055696"/>
              <a:gd name="connsiteX570" fmla="*/ 3104394 w 4121770"/>
              <a:gd name="connsiteY570" fmla="*/ 1302795 h 3055696"/>
              <a:gd name="connsiteX571" fmla="*/ 3121337 w 4121770"/>
              <a:gd name="connsiteY571" fmla="*/ 1294975 h 3055696"/>
              <a:gd name="connsiteX572" fmla="*/ 3048099 w 4121770"/>
              <a:gd name="connsiteY572" fmla="*/ 1275478 h 3055696"/>
              <a:gd name="connsiteX573" fmla="*/ 3032063 w 4121770"/>
              <a:gd name="connsiteY573" fmla="*/ 1303316 h 3055696"/>
              <a:gd name="connsiteX574" fmla="*/ 3064644 w 4121770"/>
              <a:gd name="connsiteY574" fmla="*/ 1327558 h 3055696"/>
              <a:gd name="connsiteX575" fmla="*/ 3048099 w 4121770"/>
              <a:gd name="connsiteY575" fmla="*/ 1275478 h 3055696"/>
              <a:gd name="connsiteX576" fmla="*/ 2155348 w 4121770"/>
              <a:gd name="connsiteY576" fmla="*/ 1275115 h 3055696"/>
              <a:gd name="connsiteX577" fmla="*/ 2126940 w 4121770"/>
              <a:gd name="connsiteY577" fmla="*/ 1286721 h 3055696"/>
              <a:gd name="connsiteX578" fmla="*/ 2143101 w 4121770"/>
              <a:gd name="connsiteY578" fmla="*/ 1319738 h 3055696"/>
              <a:gd name="connsiteX579" fmla="*/ 2167342 w 4121770"/>
              <a:gd name="connsiteY579" fmla="*/ 1278468 h 3055696"/>
              <a:gd name="connsiteX580" fmla="*/ 2155348 w 4121770"/>
              <a:gd name="connsiteY580" fmla="*/ 1275115 h 3055696"/>
              <a:gd name="connsiteX581" fmla="*/ 1334897 w 4121770"/>
              <a:gd name="connsiteY581" fmla="*/ 1273378 h 3055696"/>
              <a:gd name="connsiteX582" fmla="*/ 1317347 w 4121770"/>
              <a:gd name="connsiteY582" fmla="*/ 1278554 h 3055696"/>
              <a:gd name="connsiteX583" fmla="*/ 1349669 w 4121770"/>
              <a:gd name="connsiteY583" fmla="*/ 1310875 h 3055696"/>
              <a:gd name="connsiteX584" fmla="*/ 1334897 w 4121770"/>
              <a:gd name="connsiteY584" fmla="*/ 1273378 h 3055696"/>
              <a:gd name="connsiteX585" fmla="*/ 1592699 w 4121770"/>
              <a:gd name="connsiteY585" fmla="*/ 1270473 h 3055696"/>
              <a:gd name="connsiteX586" fmla="*/ 1600719 w 4121770"/>
              <a:gd name="connsiteY586" fmla="*/ 1343196 h 3055696"/>
              <a:gd name="connsiteX587" fmla="*/ 1592699 w 4121770"/>
              <a:gd name="connsiteY587" fmla="*/ 1270473 h 3055696"/>
              <a:gd name="connsiteX588" fmla="*/ 2506193 w 4121770"/>
              <a:gd name="connsiteY588" fmla="*/ 1254574 h 3055696"/>
              <a:gd name="connsiteX589" fmla="*/ 2490553 w 4121770"/>
              <a:gd name="connsiteY589" fmla="*/ 1254574 h 3055696"/>
              <a:gd name="connsiteX590" fmla="*/ 2498373 w 4121770"/>
              <a:gd name="connsiteY590" fmla="*/ 1262394 h 3055696"/>
              <a:gd name="connsiteX591" fmla="*/ 2506193 w 4121770"/>
              <a:gd name="connsiteY591" fmla="*/ 1254574 h 3055696"/>
              <a:gd name="connsiteX592" fmla="*/ 2648005 w 4121770"/>
              <a:gd name="connsiteY592" fmla="*/ 1239357 h 3055696"/>
              <a:gd name="connsiteX593" fmla="*/ 2644340 w 4121770"/>
              <a:gd name="connsiteY593" fmla="*/ 1246103 h 3055696"/>
              <a:gd name="connsiteX594" fmla="*/ 2667799 w 4121770"/>
              <a:gd name="connsiteY594" fmla="*/ 1254248 h 3055696"/>
              <a:gd name="connsiteX595" fmla="*/ 2648005 w 4121770"/>
              <a:gd name="connsiteY595" fmla="*/ 1239357 h 3055696"/>
              <a:gd name="connsiteX596" fmla="*/ 185437 w 4121770"/>
              <a:gd name="connsiteY596" fmla="*/ 1238935 h 3055696"/>
              <a:gd name="connsiteX597" fmla="*/ 193629 w 4121770"/>
              <a:gd name="connsiteY597" fmla="*/ 1287416 h 3055696"/>
              <a:gd name="connsiteX598" fmla="*/ 234589 w 4121770"/>
              <a:gd name="connsiteY598" fmla="*/ 1360140 h 3055696"/>
              <a:gd name="connsiteX599" fmla="*/ 193629 w 4121770"/>
              <a:gd name="connsiteY599" fmla="*/ 1247015 h 3055696"/>
              <a:gd name="connsiteX600" fmla="*/ 185437 w 4121770"/>
              <a:gd name="connsiteY600" fmla="*/ 1238935 h 3055696"/>
              <a:gd name="connsiteX601" fmla="*/ 1541308 w 4121770"/>
              <a:gd name="connsiteY601" fmla="*/ 1237575 h 3055696"/>
              <a:gd name="connsiteX602" fmla="*/ 1512122 w 4121770"/>
              <a:gd name="connsiteY602" fmla="*/ 1286830 h 3055696"/>
              <a:gd name="connsiteX603" fmla="*/ 1496156 w 4121770"/>
              <a:gd name="connsiteY603" fmla="*/ 1294975 h 3055696"/>
              <a:gd name="connsiteX604" fmla="*/ 1560017 w 4121770"/>
              <a:gd name="connsiteY604" fmla="*/ 1237957 h 3055696"/>
              <a:gd name="connsiteX605" fmla="*/ 1541308 w 4121770"/>
              <a:gd name="connsiteY605" fmla="*/ 1237575 h 3055696"/>
              <a:gd name="connsiteX606" fmla="*/ 2361529 w 4121770"/>
              <a:gd name="connsiteY606" fmla="*/ 1221992 h 3055696"/>
              <a:gd name="connsiteX607" fmla="*/ 2361529 w 4121770"/>
              <a:gd name="connsiteY607" fmla="*/ 1229812 h 3055696"/>
              <a:gd name="connsiteX608" fmla="*/ 2369349 w 4121770"/>
              <a:gd name="connsiteY608" fmla="*/ 1229812 h 3055696"/>
              <a:gd name="connsiteX609" fmla="*/ 2361529 w 4121770"/>
              <a:gd name="connsiteY609" fmla="*/ 1221992 h 3055696"/>
              <a:gd name="connsiteX610" fmla="*/ 1487686 w 4121770"/>
              <a:gd name="connsiteY610" fmla="*/ 1212673 h 3055696"/>
              <a:gd name="connsiteX611" fmla="*/ 1479540 w 4121770"/>
              <a:gd name="connsiteY611" fmla="*/ 1230854 h 3055696"/>
              <a:gd name="connsiteX612" fmla="*/ 1495831 w 4121770"/>
              <a:gd name="connsiteY612" fmla="*/ 1230854 h 3055696"/>
              <a:gd name="connsiteX613" fmla="*/ 1487686 w 4121770"/>
              <a:gd name="connsiteY613" fmla="*/ 1212673 h 3055696"/>
              <a:gd name="connsiteX614" fmla="*/ 1254115 w 4121770"/>
              <a:gd name="connsiteY614" fmla="*/ 1203420 h 3055696"/>
              <a:gd name="connsiteX615" fmla="*/ 1244951 w 4121770"/>
              <a:gd name="connsiteY615" fmla="*/ 1221992 h 3055696"/>
              <a:gd name="connsiteX616" fmla="*/ 1269388 w 4121770"/>
              <a:gd name="connsiteY616" fmla="*/ 1214172 h 3055696"/>
              <a:gd name="connsiteX617" fmla="*/ 1254115 w 4121770"/>
              <a:gd name="connsiteY617" fmla="*/ 1203420 h 3055696"/>
              <a:gd name="connsiteX618" fmla="*/ 2203229 w 4121770"/>
              <a:gd name="connsiteY618" fmla="*/ 1197837 h 3055696"/>
              <a:gd name="connsiteX619" fmla="*/ 2175061 w 4121770"/>
              <a:gd name="connsiteY619" fmla="*/ 1206028 h 3055696"/>
              <a:gd name="connsiteX620" fmla="*/ 2158820 w 4121770"/>
              <a:gd name="connsiteY620" fmla="*/ 1197963 h 3055696"/>
              <a:gd name="connsiteX621" fmla="*/ 2166941 w 4121770"/>
              <a:gd name="connsiteY621" fmla="*/ 1222156 h 3055696"/>
              <a:gd name="connsiteX622" fmla="*/ 2223784 w 4121770"/>
              <a:gd name="connsiteY622" fmla="*/ 1262475 h 3055696"/>
              <a:gd name="connsiteX623" fmla="*/ 2203229 w 4121770"/>
              <a:gd name="connsiteY623" fmla="*/ 1197837 h 3055696"/>
              <a:gd name="connsiteX624" fmla="*/ 1134472 w 4121770"/>
              <a:gd name="connsiteY624" fmla="*/ 1195519 h 3055696"/>
              <a:gd name="connsiteX625" fmla="*/ 1124187 w 4121770"/>
              <a:gd name="connsiteY625" fmla="*/ 1213846 h 3055696"/>
              <a:gd name="connsiteX626" fmla="*/ 1059177 w 4121770"/>
              <a:gd name="connsiteY626" fmla="*/ 1270865 h 3055696"/>
              <a:gd name="connsiteX627" fmla="*/ 1140440 w 4121770"/>
              <a:gd name="connsiteY627" fmla="*/ 1221992 h 3055696"/>
              <a:gd name="connsiteX628" fmla="*/ 1148567 w 4121770"/>
              <a:gd name="connsiteY628" fmla="*/ 1205701 h 3055696"/>
              <a:gd name="connsiteX629" fmla="*/ 1140440 w 4121770"/>
              <a:gd name="connsiteY629" fmla="*/ 1197556 h 3055696"/>
              <a:gd name="connsiteX630" fmla="*/ 1134472 w 4121770"/>
              <a:gd name="connsiteY630" fmla="*/ 1195519 h 3055696"/>
              <a:gd name="connsiteX631" fmla="*/ 1041396 w 4121770"/>
              <a:gd name="connsiteY631" fmla="*/ 1194308 h 3055696"/>
              <a:gd name="connsiteX632" fmla="*/ 1034798 w 4121770"/>
              <a:gd name="connsiteY632" fmla="*/ 1197882 h 3055696"/>
              <a:gd name="connsiteX633" fmla="*/ 1034798 w 4121770"/>
              <a:gd name="connsiteY633" fmla="*/ 1206353 h 3055696"/>
              <a:gd name="connsiteX634" fmla="*/ 1042618 w 4121770"/>
              <a:gd name="connsiteY634" fmla="*/ 1206353 h 3055696"/>
              <a:gd name="connsiteX635" fmla="*/ 1042618 w 4121770"/>
              <a:gd name="connsiteY635" fmla="*/ 1197882 h 3055696"/>
              <a:gd name="connsiteX636" fmla="*/ 1041396 w 4121770"/>
              <a:gd name="connsiteY636" fmla="*/ 1194308 h 3055696"/>
              <a:gd name="connsiteX637" fmla="*/ 2313813 w 4121770"/>
              <a:gd name="connsiteY637" fmla="*/ 1191221 h 3055696"/>
              <a:gd name="connsiteX638" fmla="*/ 2320591 w 4121770"/>
              <a:gd name="connsiteY638" fmla="*/ 1278685 h 3055696"/>
              <a:gd name="connsiteX639" fmla="*/ 2336844 w 4121770"/>
              <a:gd name="connsiteY639" fmla="*/ 1198317 h 3055696"/>
              <a:gd name="connsiteX640" fmla="*/ 2313813 w 4121770"/>
              <a:gd name="connsiteY640" fmla="*/ 1191221 h 3055696"/>
              <a:gd name="connsiteX641" fmla="*/ 460779 w 4121770"/>
              <a:gd name="connsiteY641" fmla="*/ 1173771 h 3055696"/>
              <a:gd name="connsiteX642" fmla="*/ 404014 w 4121770"/>
              <a:gd name="connsiteY642" fmla="*/ 1197882 h 3055696"/>
              <a:gd name="connsiteX643" fmla="*/ 460779 w 4121770"/>
              <a:gd name="connsiteY643" fmla="*/ 1221993 h 3055696"/>
              <a:gd name="connsiteX644" fmla="*/ 460779 w 4121770"/>
              <a:gd name="connsiteY644" fmla="*/ 1173771 h 3055696"/>
              <a:gd name="connsiteX645" fmla="*/ 986577 w 4121770"/>
              <a:gd name="connsiteY645" fmla="*/ 1173771 h 3055696"/>
              <a:gd name="connsiteX646" fmla="*/ 986577 w 4121770"/>
              <a:gd name="connsiteY646" fmla="*/ 1181591 h 3055696"/>
              <a:gd name="connsiteX647" fmla="*/ 994397 w 4121770"/>
              <a:gd name="connsiteY647" fmla="*/ 1181591 h 3055696"/>
              <a:gd name="connsiteX648" fmla="*/ 986577 w 4121770"/>
              <a:gd name="connsiteY648" fmla="*/ 1173771 h 3055696"/>
              <a:gd name="connsiteX649" fmla="*/ 1454648 w 4121770"/>
              <a:gd name="connsiteY649" fmla="*/ 1166476 h 3055696"/>
              <a:gd name="connsiteX650" fmla="*/ 1471395 w 4121770"/>
              <a:gd name="connsiteY650" fmla="*/ 1173415 h 3055696"/>
              <a:gd name="connsiteX651" fmla="*/ 1454648 w 4121770"/>
              <a:gd name="connsiteY651" fmla="*/ 1166476 h 3055696"/>
              <a:gd name="connsiteX652" fmla="*/ 2022716 w 4121770"/>
              <a:gd name="connsiteY652" fmla="*/ 1161347 h 3055696"/>
              <a:gd name="connsiteX653" fmla="*/ 2012773 w 4121770"/>
              <a:gd name="connsiteY653" fmla="*/ 1189411 h 3055696"/>
              <a:gd name="connsiteX654" fmla="*/ 2022716 w 4121770"/>
              <a:gd name="connsiteY654" fmla="*/ 1161347 h 3055696"/>
              <a:gd name="connsiteX655" fmla="*/ 2894568 w 4121770"/>
              <a:gd name="connsiteY655" fmla="*/ 1158132 h 3055696"/>
              <a:gd name="connsiteX656" fmla="*/ 2894568 w 4121770"/>
              <a:gd name="connsiteY656" fmla="*/ 1173771 h 3055696"/>
              <a:gd name="connsiteX657" fmla="*/ 2894568 w 4121770"/>
              <a:gd name="connsiteY657" fmla="*/ 1158132 h 3055696"/>
              <a:gd name="connsiteX658" fmla="*/ 2244475 w 4121770"/>
              <a:gd name="connsiteY658" fmla="*/ 1154887 h 3055696"/>
              <a:gd name="connsiteX659" fmla="*/ 2231690 w 4121770"/>
              <a:gd name="connsiteY659" fmla="*/ 1157480 h 3055696"/>
              <a:gd name="connsiteX660" fmla="*/ 2239673 w 4121770"/>
              <a:gd name="connsiteY660" fmla="*/ 1198207 h 3055696"/>
              <a:gd name="connsiteX661" fmla="*/ 2244475 w 4121770"/>
              <a:gd name="connsiteY661" fmla="*/ 1154887 h 3055696"/>
              <a:gd name="connsiteX662" fmla="*/ 2172229 w 4121770"/>
              <a:gd name="connsiteY662" fmla="*/ 1136465 h 3055696"/>
              <a:gd name="connsiteX663" fmla="*/ 2167342 w 4121770"/>
              <a:gd name="connsiteY663" fmla="*/ 1149878 h 3055696"/>
              <a:gd name="connsiteX664" fmla="*/ 2167342 w 4121770"/>
              <a:gd name="connsiteY664" fmla="*/ 1158132 h 3055696"/>
              <a:gd name="connsiteX665" fmla="*/ 2182981 w 4121770"/>
              <a:gd name="connsiteY665" fmla="*/ 1141624 h 3055696"/>
              <a:gd name="connsiteX666" fmla="*/ 2172229 w 4121770"/>
              <a:gd name="connsiteY666" fmla="*/ 1136465 h 3055696"/>
              <a:gd name="connsiteX667" fmla="*/ 3048402 w 4121770"/>
              <a:gd name="connsiteY667" fmla="*/ 1134985 h 3055696"/>
              <a:gd name="connsiteX668" fmla="*/ 3008473 w 4121770"/>
              <a:gd name="connsiteY668" fmla="*/ 1181917 h 3055696"/>
              <a:gd name="connsiteX669" fmla="*/ 3048875 w 4121770"/>
              <a:gd name="connsiteY669" fmla="*/ 1206354 h 3055696"/>
              <a:gd name="connsiteX670" fmla="*/ 3073116 w 4121770"/>
              <a:gd name="connsiteY670" fmla="*/ 1165626 h 3055696"/>
              <a:gd name="connsiteX671" fmla="*/ 3048402 w 4121770"/>
              <a:gd name="connsiteY671" fmla="*/ 1134985 h 3055696"/>
              <a:gd name="connsiteX672" fmla="*/ 2474045 w 4121770"/>
              <a:gd name="connsiteY672" fmla="*/ 1133370 h 3055696"/>
              <a:gd name="connsiteX673" fmla="*/ 2474045 w 4121770"/>
              <a:gd name="connsiteY673" fmla="*/ 1149009 h 3055696"/>
              <a:gd name="connsiteX674" fmla="*/ 2482299 w 4121770"/>
              <a:gd name="connsiteY674" fmla="*/ 1149009 h 3055696"/>
              <a:gd name="connsiteX675" fmla="*/ 2490553 w 4121770"/>
              <a:gd name="connsiteY675" fmla="*/ 1141189 h 3055696"/>
              <a:gd name="connsiteX676" fmla="*/ 2474045 w 4121770"/>
              <a:gd name="connsiteY676" fmla="*/ 1133370 h 3055696"/>
              <a:gd name="connsiteX677" fmla="*/ 1352732 w 4121770"/>
              <a:gd name="connsiteY677" fmla="*/ 1123052 h 3055696"/>
              <a:gd name="connsiteX678" fmla="*/ 1334551 w 4121770"/>
              <a:gd name="connsiteY678" fmla="*/ 1149878 h 3055696"/>
              <a:gd name="connsiteX679" fmla="*/ 1350711 w 4121770"/>
              <a:gd name="connsiteY679" fmla="*/ 1158132 h 3055696"/>
              <a:gd name="connsiteX680" fmla="*/ 1358792 w 4121770"/>
              <a:gd name="connsiteY680" fmla="*/ 1158132 h 3055696"/>
              <a:gd name="connsiteX681" fmla="*/ 1352732 w 4121770"/>
              <a:gd name="connsiteY681" fmla="*/ 1123052 h 3055696"/>
              <a:gd name="connsiteX682" fmla="*/ 2358894 w 4121770"/>
              <a:gd name="connsiteY682" fmla="*/ 1114347 h 3055696"/>
              <a:gd name="connsiteX683" fmla="*/ 2329208 w 4121770"/>
              <a:gd name="connsiteY683" fmla="*/ 1149310 h 3055696"/>
              <a:gd name="connsiteX684" fmla="*/ 2393851 w 4121770"/>
              <a:gd name="connsiteY684" fmla="*/ 1181391 h 3055696"/>
              <a:gd name="connsiteX685" fmla="*/ 2358894 w 4121770"/>
              <a:gd name="connsiteY685" fmla="*/ 1114347 h 3055696"/>
              <a:gd name="connsiteX686" fmla="*/ 1219441 w 4121770"/>
              <a:gd name="connsiteY686" fmla="*/ 1099920 h 3055696"/>
              <a:gd name="connsiteX687" fmla="*/ 1204550 w 4121770"/>
              <a:gd name="connsiteY687" fmla="*/ 1157871 h 3055696"/>
              <a:gd name="connsiteX688" fmla="*/ 1245277 w 4121770"/>
              <a:gd name="connsiteY688" fmla="*/ 1101309 h 3055696"/>
              <a:gd name="connsiteX689" fmla="*/ 1219441 w 4121770"/>
              <a:gd name="connsiteY689" fmla="*/ 1099920 h 3055696"/>
              <a:gd name="connsiteX690" fmla="*/ 2066664 w 4121770"/>
              <a:gd name="connsiteY690" fmla="*/ 1098059 h 3055696"/>
              <a:gd name="connsiteX691" fmla="*/ 2061776 w 4121770"/>
              <a:gd name="connsiteY691" fmla="*/ 1117405 h 3055696"/>
              <a:gd name="connsiteX692" fmla="*/ 2077416 w 4121770"/>
              <a:gd name="connsiteY692" fmla="*/ 1117405 h 3055696"/>
              <a:gd name="connsiteX693" fmla="*/ 2077416 w 4121770"/>
              <a:gd name="connsiteY693" fmla="*/ 1109260 h 3055696"/>
              <a:gd name="connsiteX694" fmla="*/ 2066664 w 4121770"/>
              <a:gd name="connsiteY694" fmla="*/ 1098059 h 3055696"/>
              <a:gd name="connsiteX695" fmla="*/ 2890658 w 4121770"/>
              <a:gd name="connsiteY695" fmla="*/ 1096064 h 3055696"/>
              <a:gd name="connsiteX696" fmla="*/ 2878929 w 4121770"/>
              <a:gd name="connsiteY696" fmla="*/ 1109477 h 3055696"/>
              <a:gd name="connsiteX697" fmla="*/ 2902387 w 4121770"/>
              <a:gd name="connsiteY697" fmla="*/ 1101223 h 3055696"/>
              <a:gd name="connsiteX698" fmla="*/ 2890658 w 4121770"/>
              <a:gd name="connsiteY698" fmla="*/ 1096064 h 3055696"/>
              <a:gd name="connsiteX699" fmla="*/ 2268818 w 4121770"/>
              <a:gd name="connsiteY699" fmla="*/ 1087755 h 3055696"/>
              <a:gd name="connsiteX700" fmla="*/ 2272255 w 4121770"/>
              <a:gd name="connsiteY700" fmla="*/ 1133370 h 3055696"/>
              <a:gd name="connsiteX701" fmla="*/ 2288546 w 4121770"/>
              <a:gd name="connsiteY701" fmla="*/ 1100933 h 3055696"/>
              <a:gd name="connsiteX702" fmla="*/ 2268818 w 4121770"/>
              <a:gd name="connsiteY702" fmla="*/ 1087755 h 3055696"/>
              <a:gd name="connsiteX703" fmla="*/ 2344587 w 4121770"/>
              <a:gd name="connsiteY703" fmla="*/ 1085149 h 3055696"/>
              <a:gd name="connsiteX704" fmla="*/ 2336767 w 4121770"/>
              <a:gd name="connsiteY704" fmla="*/ 1085149 h 3055696"/>
              <a:gd name="connsiteX705" fmla="*/ 2336767 w 4121770"/>
              <a:gd name="connsiteY705" fmla="*/ 1100788 h 3055696"/>
              <a:gd name="connsiteX706" fmla="*/ 2344587 w 4121770"/>
              <a:gd name="connsiteY706" fmla="*/ 1085149 h 3055696"/>
              <a:gd name="connsiteX707" fmla="*/ 1528304 w 4121770"/>
              <a:gd name="connsiteY707" fmla="*/ 1085149 h 3055696"/>
              <a:gd name="connsiteX708" fmla="*/ 1511796 w 4121770"/>
              <a:gd name="connsiteY708" fmla="*/ 1100788 h 3055696"/>
              <a:gd name="connsiteX709" fmla="*/ 1511796 w 4121770"/>
              <a:gd name="connsiteY709" fmla="*/ 1108608 h 3055696"/>
              <a:gd name="connsiteX710" fmla="*/ 1528304 w 4121770"/>
              <a:gd name="connsiteY710" fmla="*/ 1085149 h 3055696"/>
              <a:gd name="connsiteX711" fmla="*/ 434821 w 4121770"/>
              <a:gd name="connsiteY711" fmla="*/ 1080995 h 3055696"/>
              <a:gd name="connsiteX712" fmla="*/ 412094 w 4121770"/>
              <a:gd name="connsiteY712" fmla="*/ 1100788 h 3055696"/>
              <a:gd name="connsiteX713" fmla="*/ 444416 w 4121770"/>
              <a:gd name="connsiteY713" fmla="*/ 1085149 h 3055696"/>
              <a:gd name="connsiteX714" fmla="*/ 434821 w 4121770"/>
              <a:gd name="connsiteY714" fmla="*/ 1080995 h 3055696"/>
              <a:gd name="connsiteX715" fmla="*/ 3509713 w 4121770"/>
              <a:gd name="connsiteY715" fmla="*/ 1077329 h 3055696"/>
              <a:gd name="connsiteX716" fmla="*/ 3517532 w 4121770"/>
              <a:gd name="connsiteY716" fmla="*/ 1085149 h 3055696"/>
              <a:gd name="connsiteX717" fmla="*/ 3509713 w 4121770"/>
              <a:gd name="connsiteY717" fmla="*/ 1077329 h 3055696"/>
              <a:gd name="connsiteX718" fmla="*/ 921414 w 4121770"/>
              <a:gd name="connsiteY718" fmla="*/ 1077329 h 3055696"/>
              <a:gd name="connsiteX719" fmla="*/ 913594 w 4121770"/>
              <a:gd name="connsiteY719" fmla="*/ 1085149 h 3055696"/>
              <a:gd name="connsiteX720" fmla="*/ 929233 w 4121770"/>
              <a:gd name="connsiteY720" fmla="*/ 1108608 h 3055696"/>
              <a:gd name="connsiteX721" fmla="*/ 921414 w 4121770"/>
              <a:gd name="connsiteY721" fmla="*/ 1077329 h 3055696"/>
              <a:gd name="connsiteX722" fmla="*/ 1150346 w 4121770"/>
              <a:gd name="connsiteY722" fmla="*/ 1075150 h 3055696"/>
              <a:gd name="connsiteX723" fmla="*/ 1140038 w 4121770"/>
              <a:gd name="connsiteY723" fmla="*/ 1125550 h 3055696"/>
              <a:gd name="connsiteX724" fmla="*/ 1172619 w 4121770"/>
              <a:gd name="connsiteY724" fmla="*/ 1076677 h 3055696"/>
              <a:gd name="connsiteX725" fmla="*/ 1150346 w 4121770"/>
              <a:gd name="connsiteY725" fmla="*/ 1075150 h 3055696"/>
              <a:gd name="connsiteX726" fmla="*/ 694645 w 4121770"/>
              <a:gd name="connsiteY726" fmla="*/ 1068206 h 3055696"/>
              <a:gd name="connsiteX727" fmla="*/ 711587 w 4121770"/>
              <a:gd name="connsiteY727" fmla="*/ 1100788 h 3055696"/>
              <a:gd name="connsiteX728" fmla="*/ 694645 w 4121770"/>
              <a:gd name="connsiteY728" fmla="*/ 1068206 h 3055696"/>
              <a:gd name="connsiteX729" fmla="*/ 1298566 w 4121770"/>
              <a:gd name="connsiteY729" fmla="*/ 1066345 h 3055696"/>
              <a:gd name="connsiteX730" fmla="*/ 1294057 w 4121770"/>
              <a:gd name="connsiteY730" fmla="*/ 1117731 h 3055696"/>
              <a:gd name="connsiteX731" fmla="*/ 1318354 w 4121770"/>
              <a:gd name="connsiteY731" fmla="*/ 1109586 h 3055696"/>
              <a:gd name="connsiteX732" fmla="*/ 1298566 w 4121770"/>
              <a:gd name="connsiteY732" fmla="*/ 1066345 h 3055696"/>
              <a:gd name="connsiteX733" fmla="*/ 3550114 w 4121770"/>
              <a:gd name="connsiteY733" fmla="*/ 1060386 h 3055696"/>
              <a:gd name="connsiteX734" fmla="*/ 3525352 w 4121770"/>
              <a:gd name="connsiteY734" fmla="*/ 1077329 h 3055696"/>
              <a:gd name="connsiteX735" fmla="*/ 3550114 w 4121770"/>
              <a:gd name="connsiteY735" fmla="*/ 1077329 h 3055696"/>
              <a:gd name="connsiteX736" fmla="*/ 3550114 w 4121770"/>
              <a:gd name="connsiteY736" fmla="*/ 1060386 h 3055696"/>
              <a:gd name="connsiteX737" fmla="*/ 1536558 w 4121770"/>
              <a:gd name="connsiteY737" fmla="*/ 1060386 h 3055696"/>
              <a:gd name="connsiteX738" fmla="*/ 1528739 w 4121770"/>
              <a:gd name="connsiteY738" fmla="*/ 1077329 h 3055696"/>
              <a:gd name="connsiteX739" fmla="*/ 1544378 w 4121770"/>
              <a:gd name="connsiteY739" fmla="*/ 1077329 h 3055696"/>
              <a:gd name="connsiteX740" fmla="*/ 1536558 w 4121770"/>
              <a:gd name="connsiteY740" fmla="*/ 1060386 h 3055696"/>
              <a:gd name="connsiteX741" fmla="*/ 3146513 w 4121770"/>
              <a:gd name="connsiteY741" fmla="*/ 1058312 h 3055696"/>
              <a:gd name="connsiteX742" fmla="*/ 3178029 w 4121770"/>
              <a:gd name="connsiteY742" fmla="*/ 1125811 h 3055696"/>
              <a:gd name="connsiteX743" fmla="*/ 3169884 w 4121770"/>
              <a:gd name="connsiteY743" fmla="*/ 1061168 h 3055696"/>
              <a:gd name="connsiteX744" fmla="*/ 3146513 w 4121770"/>
              <a:gd name="connsiteY744" fmla="*/ 1058312 h 3055696"/>
              <a:gd name="connsiteX745" fmla="*/ 2288547 w 4121770"/>
              <a:gd name="connsiteY745" fmla="*/ 1052567 h 3055696"/>
              <a:gd name="connsiteX746" fmla="*/ 2271604 w 4121770"/>
              <a:gd name="connsiteY746" fmla="*/ 1052567 h 3055696"/>
              <a:gd name="connsiteX747" fmla="*/ 2271604 w 4121770"/>
              <a:gd name="connsiteY747" fmla="*/ 1068206 h 3055696"/>
              <a:gd name="connsiteX748" fmla="*/ 2288547 w 4121770"/>
              <a:gd name="connsiteY748" fmla="*/ 1052567 h 3055696"/>
              <a:gd name="connsiteX749" fmla="*/ 1254985 w 4121770"/>
              <a:gd name="connsiteY749" fmla="*/ 1044771 h 3055696"/>
              <a:gd name="connsiteX750" fmla="*/ 1253227 w 4121770"/>
              <a:gd name="connsiteY750" fmla="*/ 1068207 h 3055696"/>
              <a:gd name="connsiteX751" fmla="*/ 1269388 w 4121770"/>
              <a:gd name="connsiteY751" fmla="*/ 1060126 h 3055696"/>
              <a:gd name="connsiteX752" fmla="*/ 1263454 w 4121770"/>
              <a:gd name="connsiteY752" fmla="*/ 1045481 h 3055696"/>
              <a:gd name="connsiteX753" fmla="*/ 1254985 w 4121770"/>
              <a:gd name="connsiteY753" fmla="*/ 1044771 h 3055696"/>
              <a:gd name="connsiteX754" fmla="*/ 2175162 w 4121770"/>
              <a:gd name="connsiteY754" fmla="*/ 1044747 h 3055696"/>
              <a:gd name="connsiteX755" fmla="*/ 2166690 w 4121770"/>
              <a:gd name="connsiteY755" fmla="*/ 1044747 h 3055696"/>
              <a:gd name="connsiteX756" fmla="*/ 2158219 w 4121770"/>
              <a:gd name="connsiteY756" fmla="*/ 1060386 h 3055696"/>
              <a:gd name="connsiteX757" fmla="*/ 2175162 w 4121770"/>
              <a:gd name="connsiteY757" fmla="*/ 1060386 h 3055696"/>
              <a:gd name="connsiteX758" fmla="*/ 2175162 w 4121770"/>
              <a:gd name="connsiteY758" fmla="*/ 1044747 h 3055696"/>
              <a:gd name="connsiteX759" fmla="*/ 295191 w 4121770"/>
              <a:gd name="connsiteY759" fmla="*/ 1002391 h 3055696"/>
              <a:gd name="connsiteX760" fmla="*/ 283071 w 4121770"/>
              <a:gd name="connsiteY760" fmla="*/ 1019985 h 3055696"/>
              <a:gd name="connsiteX761" fmla="*/ 299232 w 4121770"/>
              <a:gd name="connsiteY761" fmla="*/ 1027805 h 3055696"/>
              <a:gd name="connsiteX762" fmla="*/ 307312 w 4121770"/>
              <a:gd name="connsiteY762" fmla="*/ 1019985 h 3055696"/>
              <a:gd name="connsiteX763" fmla="*/ 295191 w 4121770"/>
              <a:gd name="connsiteY763" fmla="*/ 1002391 h 3055696"/>
              <a:gd name="connsiteX764" fmla="*/ 1043270 w 4121770"/>
              <a:gd name="connsiteY764" fmla="*/ 996526 h 3055696"/>
              <a:gd name="connsiteX765" fmla="*/ 1051415 w 4121770"/>
              <a:gd name="connsiteY765" fmla="*/ 1036349 h 3055696"/>
              <a:gd name="connsiteX766" fmla="*/ 1043270 w 4121770"/>
              <a:gd name="connsiteY766" fmla="*/ 996526 h 3055696"/>
              <a:gd name="connsiteX767" fmla="*/ 1422740 w 4121770"/>
              <a:gd name="connsiteY767" fmla="*/ 995657 h 3055696"/>
              <a:gd name="connsiteX768" fmla="*/ 1430994 w 4121770"/>
              <a:gd name="connsiteY768" fmla="*/ 1036927 h 3055696"/>
              <a:gd name="connsiteX769" fmla="*/ 1422740 w 4121770"/>
              <a:gd name="connsiteY769" fmla="*/ 995657 h 3055696"/>
              <a:gd name="connsiteX770" fmla="*/ 711587 w 4121770"/>
              <a:gd name="connsiteY770" fmla="*/ 979583 h 3055696"/>
              <a:gd name="connsiteX771" fmla="*/ 719406 w 4121770"/>
              <a:gd name="connsiteY771" fmla="*/ 1019985 h 3055696"/>
              <a:gd name="connsiteX772" fmla="*/ 711587 w 4121770"/>
              <a:gd name="connsiteY772" fmla="*/ 979583 h 3055696"/>
              <a:gd name="connsiteX773" fmla="*/ 897303 w 4121770"/>
              <a:gd name="connsiteY773" fmla="*/ 971764 h 3055696"/>
              <a:gd name="connsiteX774" fmla="*/ 888832 w 4121770"/>
              <a:gd name="connsiteY774" fmla="*/ 971764 h 3055696"/>
              <a:gd name="connsiteX775" fmla="*/ 888832 w 4121770"/>
              <a:gd name="connsiteY775" fmla="*/ 987403 h 3055696"/>
              <a:gd name="connsiteX776" fmla="*/ 897303 w 4121770"/>
              <a:gd name="connsiteY776" fmla="*/ 979583 h 3055696"/>
              <a:gd name="connsiteX777" fmla="*/ 897303 w 4121770"/>
              <a:gd name="connsiteY777" fmla="*/ 971764 h 3055696"/>
              <a:gd name="connsiteX778" fmla="*/ 2118668 w 4121770"/>
              <a:gd name="connsiteY778" fmla="*/ 966510 h 3055696"/>
              <a:gd name="connsiteX779" fmla="*/ 2110650 w 4121770"/>
              <a:gd name="connsiteY779" fmla="*/ 987403 h 3055696"/>
              <a:gd name="connsiteX780" fmla="*/ 2126941 w 4121770"/>
              <a:gd name="connsiteY780" fmla="*/ 971764 h 3055696"/>
              <a:gd name="connsiteX781" fmla="*/ 2118668 w 4121770"/>
              <a:gd name="connsiteY781" fmla="*/ 966510 h 3055696"/>
              <a:gd name="connsiteX782" fmla="*/ 1834873 w 4121770"/>
              <a:gd name="connsiteY782" fmla="*/ 956124 h 3055696"/>
              <a:gd name="connsiteX783" fmla="*/ 1794439 w 4121770"/>
              <a:gd name="connsiteY783" fmla="*/ 964204 h 3055696"/>
              <a:gd name="connsiteX784" fmla="*/ 1754004 w 4121770"/>
              <a:gd name="connsiteY784" fmla="*/ 980365 h 3055696"/>
              <a:gd name="connsiteX785" fmla="*/ 1713569 w 4121770"/>
              <a:gd name="connsiteY785" fmla="*/ 1012686 h 3055696"/>
              <a:gd name="connsiteX786" fmla="*/ 1681221 w 4121770"/>
              <a:gd name="connsiteY786" fmla="*/ 1069248 h 3055696"/>
              <a:gd name="connsiteX787" fmla="*/ 1681221 w 4121770"/>
              <a:gd name="connsiteY787" fmla="*/ 1125811 h 3055696"/>
              <a:gd name="connsiteX788" fmla="*/ 1705482 w 4121770"/>
              <a:gd name="connsiteY788" fmla="*/ 1182372 h 3055696"/>
              <a:gd name="connsiteX789" fmla="*/ 1737830 w 4121770"/>
              <a:gd name="connsiteY789" fmla="*/ 1182372 h 3055696"/>
              <a:gd name="connsiteX790" fmla="*/ 1754004 w 4121770"/>
              <a:gd name="connsiteY790" fmla="*/ 1214693 h 3055696"/>
              <a:gd name="connsiteX791" fmla="*/ 1778265 w 4121770"/>
              <a:gd name="connsiteY791" fmla="*/ 1206614 h 3055696"/>
              <a:gd name="connsiteX792" fmla="*/ 1802526 w 4121770"/>
              <a:gd name="connsiteY792" fmla="*/ 1238935 h 3055696"/>
              <a:gd name="connsiteX793" fmla="*/ 1867222 w 4121770"/>
              <a:gd name="connsiteY793" fmla="*/ 1238935 h 3055696"/>
              <a:gd name="connsiteX794" fmla="*/ 1964265 w 4121770"/>
              <a:gd name="connsiteY794" fmla="*/ 1214693 h 3055696"/>
              <a:gd name="connsiteX795" fmla="*/ 1964265 w 4121770"/>
              <a:gd name="connsiteY795" fmla="*/ 1133891 h 3055696"/>
              <a:gd name="connsiteX796" fmla="*/ 1980439 w 4121770"/>
              <a:gd name="connsiteY796" fmla="*/ 1109650 h 3055696"/>
              <a:gd name="connsiteX797" fmla="*/ 1964265 w 4121770"/>
              <a:gd name="connsiteY797" fmla="*/ 1101570 h 3055696"/>
              <a:gd name="connsiteX798" fmla="*/ 1948091 w 4121770"/>
              <a:gd name="connsiteY798" fmla="*/ 1020767 h 3055696"/>
              <a:gd name="connsiteX799" fmla="*/ 1923830 w 4121770"/>
              <a:gd name="connsiteY799" fmla="*/ 996525 h 3055696"/>
              <a:gd name="connsiteX800" fmla="*/ 1923830 w 4121770"/>
              <a:gd name="connsiteY800" fmla="*/ 972285 h 3055696"/>
              <a:gd name="connsiteX801" fmla="*/ 1907656 w 4121770"/>
              <a:gd name="connsiteY801" fmla="*/ 988446 h 3055696"/>
              <a:gd name="connsiteX802" fmla="*/ 1834873 w 4121770"/>
              <a:gd name="connsiteY802" fmla="*/ 956124 h 3055696"/>
              <a:gd name="connsiteX803" fmla="*/ 1651200 w 4121770"/>
              <a:gd name="connsiteY803" fmla="*/ 944599 h 3055696"/>
              <a:gd name="connsiteX804" fmla="*/ 1633187 w 4121770"/>
              <a:gd name="connsiteY804" fmla="*/ 980235 h 3055696"/>
              <a:gd name="connsiteX805" fmla="*/ 1681222 w 4121770"/>
              <a:gd name="connsiteY805" fmla="*/ 963944 h 3055696"/>
              <a:gd name="connsiteX806" fmla="*/ 1651200 w 4121770"/>
              <a:gd name="connsiteY806" fmla="*/ 944599 h 3055696"/>
              <a:gd name="connsiteX807" fmla="*/ 2142579 w 4121770"/>
              <a:gd name="connsiteY807" fmla="*/ 931363 h 3055696"/>
              <a:gd name="connsiteX808" fmla="*/ 2134760 w 4121770"/>
              <a:gd name="connsiteY808" fmla="*/ 931363 h 3055696"/>
              <a:gd name="connsiteX809" fmla="*/ 2134760 w 4121770"/>
              <a:gd name="connsiteY809" fmla="*/ 947002 h 3055696"/>
              <a:gd name="connsiteX810" fmla="*/ 2150399 w 4121770"/>
              <a:gd name="connsiteY810" fmla="*/ 939183 h 3055696"/>
              <a:gd name="connsiteX811" fmla="*/ 2142579 w 4121770"/>
              <a:gd name="connsiteY811" fmla="*/ 931363 h 3055696"/>
              <a:gd name="connsiteX812" fmla="*/ 3646991 w 4121770"/>
              <a:gd name="connsiteY812" fmla="*/ 931363 h 3055696"/>
              <a:gd name="connsiteX813" fmla="*/ 3638736 w 4121770"/>
              <a:gd name="connsiteY813" fmla="*/ 947002 h 3055696"/>
              <a:gd name="connsiteX814" fmla="*/ 3655245 w 4121770"/>
              <a:gd name="connsiteY814" fmla="*/ 947002 h 3055696"/>
              <a:gd name="connsiteX815" fmla="*/ 3646991 w 4121770"/>
              <a:gd name="connsiteY815" fmla="*/ 931363 h 3055696"/>
              <a:gd name="connsiteX816" fmla="*/ 1447936 w 4121770"/>
              <a:gd name="connsiteY816" fmla="*/ 923543 h 3055696"/>
              <a:gd name="connsiteX817" fmla="*/ 1447936 w 4121770"/>
              <a:gd name="connsiteY817" fmla="*/ 939182 h 3055696"/>
              <a:gd name="connsiteX818" fmla="*/ 1463575 w 4121770"/>
              <a:gd name="connsiteY818" fmla="*/ 931363 h 3055696"/>
              <a:gd name="connsiteX819" fmla="*/ 1447936 w 4121770"/>
              <a:gd name="connsiteY819" fmla="*/ 923543 h 3055696"/>
              <a:gd name="connsiteX820" fmla="*/ 64513 w 4121770"/>
              <a:gd name="connsiteY820" fmla="*/ 922794 h 3055696"/>
              <a:gd name="connsiteX821" fmla="*/ 48439 w 4121770"/>
              <a:gd name="connsiteY821" fmla="*/ 939965 h 3055696"/>
              <a:gd name="connsiteX822" fmla="*/ 80586 w 4121770"/>
              <a:gd name="connsiteY822" fmla="*/ 948045 h 3055696"/>
              <a:gd name="connsiteX823" fmla="*/ 64513 w 4121770"/>
              <a:gd name="connsiteY823" fmla="*/ 922794 h 3055696"/>
              <a:gd name="connsiteX824" fmla="*/ 1949044 w 4121770"/>
              <a:gd name="connsiteY824" fmla="*/ 921589 h 3055696"/>
              <a:gd name="connsiteX825" fmla="*/ 1932753 w 4121770"/>
              <a:gd name="connsiteY825" fmla="*/ 939183 h 3055696"/>
              <a:gd name="connsiteX826" fmla="*/ 1965335 w 4121770"/>
              <a:gd name="connsiteY826" fmla="*/ 939183 h 3055696"/>
              <a:gd name="connsiteX827" fmla="*/ 1949044 w 4121770"/>
              <a:gd name="connsiteY827" fmla="*/ 921589 h 3055696"/>
              <a:gd name="connsiteX828" fmla="*/ 2300642 w 4121770"/>
              <a:gd name="connsiteY828" fmla="*/ 913982 h 3055696"/>
              <a:gd name="connsiteX829" fmla="*/ 2288546 w 4121770"/>
              <a:gd name="connsiteY829" fmla="*/ 939183 h 3055696"/>
              <a:gd name="connsiteX830" fmla="*/ 2312005 w 4121770"/>
              <a:gd name="connsiteY830" fmla="*/ 914746 h 3055696"/>
              <a:gd name="connsiteX831" fmla="*/ 2300642 w 4121770"/>
              <a:gd name="connsiteY831" fmla="*/ 913982 h 3055696"/>
              <a:gd name="connsiteX832" fmla="*/ 3177812 w 4121770"/>
              <a:gd name="connsiteY832" fmla="*/ 906600 h 3055696"/>
              <a:gd name="connsiteX833" fmla="*/ 3186066 w 4121770"/>
              <a:gd name="connsiteY833" fmla="*/ 923543 h 3055696"/>
              <a:gd name="connsiteX834" fmla="*/ 3177812 w 4121770"/>
              <a:gd name="connsiteY834" fmla="*/ 906600 h 3055696"/>
              <a:gd name="connsiteX835" fmla="*/ 3867848 w 4121770"/>
              <a:gd name="connsiteY835" fmla="*/ 898153 h 3055696"/>
              <a:gd name="connsiteX836" fmla="*/ 3832924 w 4121770"/>
              <a:gd name="connsiteY836" fmla="*/ 915165 h 3055696"/>
              <a:gd name="connsiteX837" fmla="*/ 3896785 w 4121770"/>
              <a:gd name="connsiteY837" fmla="*/ 923171 h 3055696"/>
              <a:gd name="connsiteX838" fmla="*/ 3867848 w 4121770"/>
              <a:gd name="connsiteY838" fmla="*/ 898153 h 3055696"/>
              <a:gd name="connsiteX839" fmla="*/ 965106 w 4121770"/>
              <a:gd name="connsiteY839" fmla="*/ 898031 h 3055696"/>
              <a:gd name="connsiteX840" fmla="*/ 962076 w 4121770"/>
              <a:gd name="connsiteY840" fmla="*/ 915202 h 3055696"/>
              <a:gd name="connsiteX841" fmla="*/ 986317 w 4121770"/>
              <a:gd name="connsiteY841" fmla="*/ 923282 h 3055696"/>
              <a:gd name="connsiteX842" fmla="*/ 986317 w 4121770"/>
              <a:gd name="connsiteY842" fmla="*/ 899041 h 3055696"/>
              <a:gd name="connsiteX843" fmla="*/ 965106 w 4121770"/>
              <a:gd name="connsiteY843" fmla="*/ 898031 h 3055696"/>
              <a:gd name="connsiteX844" fmla="*/ 1723395 w 4121770"/>
              <a:gd name="connsiteY844" fmla="*/ 895991 h 3055696"/>
              <a:gd name="connsiteX845" fmla="*/ 1705984 w 4121770"/>
              <a:gd name="connsiteY845" fmla="*/ 915723 h 3055696"/>
              <a:gd name="connsiteX846" fmla="*/ 1730746 w 4121770"/>
              <a:gd name="connsiteY846" fmla="*/ 915723 h 3055696"/>
              <a:gd name="connsiteX847" fmla="*/ 1730746 w 4121770"/>
              <a:gd name="connsiteY847" fmla="*/ 899215 h 3055696"/>
              <a:gd name="connsiteX848" fmla="*/ 1723395 w 4121770"/>
              <a:gd name="connsiteY848" fmla="*/ 895991 h 3055696"/>
              <a:gd name="connsiteX849" fmla="*/ 2555065 w 4121770"/>
              <a:gd name="connsiteY849" fmla="*/ 883141 h 3055696"/>
              <a:gd name="connsiteX850" fmla="*/ 2555065 w 4121770"/>
              <a:gd name="connsiteY850" fmla="*/ 890961 h 3055696"/>
              <a:gd name="connsiteX851" fmla="*/ 2555065 w 4121770"/>
              <a:gd name="connsiteY851" fmla="*/ 883141 h 3055696"/>
              <a:gd name="connsiteX852" fmla="*/ 2619577 w 4121770"/>
              <a:gd name="connsiteY852" fmla="*/ 883141 h 3055696"/>
              <a:gd name="connsiteX853" fmla="*/ 2619577 w 4121770"/>
              <a:gd name="connsiteY853" fmla="*/ 890961 h 3055696"/>
              <a:gd name="connsiteX854" fmla="*/ 2619577 w 4121770"/>
              <a:gd name="connsiteY854" fmla="*/ 898781 h 3055696"/>
              <a:gd name="connsiteX855" fmla="*/ 2627397 w 4121770"/>
              <a:gd name="connsiteY855" fmla="*/ 898781 h 3055696"/>
              <a:gd name="connsiteX856" fmla="*/ 2619577 w 4121770"/>
              <a:gd name="connsiteY856" fmla="*/ 883141 h 3055696"/>
              <a:gd name="connsiteX857" fmla="*/ 2994390 w 4121770"/>
              <a:gd name="connsiteY857" fmla="*/ 882164 h 3055696"/>
              <a:gd name="connsiteX858" fmla="*/ 2991336 w 4121770"/>
              <a:gd name="connsiteY858" fmla="*/ 898781 h 3055696"/>
              <a:gd name="connsiteX859" fmla="*/ 2999481 w 4121770"/>
              <a:gd name="connsiteY859" fmla="*/ 906600 h 3055696"/>
              <a:gd name="connsiteX860" fmla="*/ 3015773 w 4121770"/>
              <a:gd name="connsiteY860" fmla="*/ 883141 h 3055696"/>
              <a:gd name="connsiteX861" fmla="*/ 2994390 w 4121770"/>
              <a:gd name="connsiteY861" fmla="*/ 882164 h 3055696"/>
              <a:gd name="connsiteX862" fmla="*/ 2514664 w 4121770"/>
              <a:gd name="connsiteY862" fmla="*/ 875322 h 3055696"/>
              <a:gd name="connsiteX863" fmla="*/ 2523136 w 4121770"/>
              <a:gd name="connsiteY863" fmla="*/ 890961 h 3055696"/>
              <a:gd name="connsiteX864" fmla="*/ 2514664 w 4121770"/>
              <a:gd name="connsiteY864" fmla="*/ 875322 h 3055696"/>
              <a:gd name="connsiteX865" fmla="*/ 2693318 w 4121770"/>
              <a:gd name="connsiteY865" fmla="*/ 872700 h 3055696"/>
              <a:gd name="connsiteX866" fmla="*/ 2668320 w 4121770"/>
              <a:gd name="connsiteY866" fmla="*/ 891080 h 3055696"/>
              <a:gd name="connsiteX867" fmla="*/ 2700641 w 4121770"/>
              <a:gd name="connsiteY867" fmla="*/ 947476 h 3055696"/>
              <a:gd name="connsiteX868" fmla="*/ 2716801 w 4121770"/>
              <a:gd name="connsiteY868" fmla="*/ 971646 h 3055696"/>
              <a:gd name="connsiteX869" fmla="*/ 2732962 w 4121770"/>
              <a:gd name="connsiteY869" fmla="*/ 971646 h 3055696"/>
              <a:gd name="connsiteX870" fmla="*/ 2765283 w 4121770"/>
              <a:gd name="connsiteY870" fmla="*/ 1019985 h 3055696"/>
              <a:gd name="connsiteX871" fmla="*/ 2805684 w 4121770"/>
              <a:gd name="connsiteY871" fmla="*/ 987759 h 3055696"/>
              <a:gd name="connsiteX872" fmla="*/ 2741042 w 4121770"/>
              <a:gd name="connsiteY872" fmla="*/ 947476 h 3055696"/>
              <a:gd name="connsiteX873" fmla="*/ 2693318 w 4121770"/>
              <a:gd name="connsiteY873" fmla="*/ 872700 h 3055696"/>
              <a:gd name="connsiteX874" fmla="*/ 1925659 w 4121770"/>
              <a:gd name="connsiteY874" fmla="*/ 864571 h 3055696"/>
              <a:gd name="connsiteX875" fmla="*/ 1924498 w 4121770"/>
              <a:gd name="connsiteY875" fmla="*/ 883142 h 3055696"/>
              <a:gd name="connsiteX876" fmla="*/ 1932753 w 4121770"/>
              <a:gd name="connsiteY876" fmla="*/ 866634 h 3055696"/>
              <a:gd name="connsiteX877" fmla="*/ 1925659 w 4121770"/>
              <a:gd name="connsiteY877" fmla="*/ 864571 h 3055696"/>
              <a:gd name="connsiteX878" fmla="*/ 2756855 w 4121770"/>
              <a:gd name="connsiteY878" fmla="*/ 850560 h 3055696"/>
              <a:gd name="connsiteX879" fmla="*/ 2748601 w 4121770"/>
              <a:gd name="connsiteY879" fmla="*/ 867069 h 3055696"/>
              <a:gd name="connsiteX880" fmla="*/ 2765109 w 4121770"/>
              <a:gd name="connsiteY880" fmla="*/ 875323 h 3055696"/>
              <a:gd name="connsiteX881" fmla="*/ 2773364 w 4121770"/>
              <a:gd name="connsiteY881" fmla="*/ 858814 h 3055696"/>
              <a:gd name="connsiteX882" fmla="*/ 2756855 w 4121770"/>
              <a:gd name="connsiteY882" fmla="*/ 850560 h 3055696"/>
              <a:gd name="connsiteX883" fmla="*/ 2060799 w 4121770"/>
              <a:gd name="connsiteY883" fmla="*/ 848605 h 3055696"/>
              <a:gd name="connsiteX884" fmla="*/ 2053957 w 4121770"/>
              <a:gd name="connsiteY884" fmla="*/ 850560 h 3055696"/>
              <a:gd name="connsiteX885" fmla="*/ 2061776 w 4121770"/>
              <a:gd name="connsiteY885" fmla="*/ 858380 h 3055696"/>
              <a:gd name="connsiteX886" fmla="*/ 2060799 w 4121770"/>
              <a:gd name="connsiteY886" fmla="*/ 848605 h 3055696"/>
              <a:gd name="connsiteX887" fmla="*/ 2442333 w 4121770"/>
              <a:gd name="connsiteY887" fmla="*/ 842740 h 3055696"/>
              <a:gd name="connsiteX888" fmla="*/ 2434078 w 4121770"/>
              <a:gd name="connsiteY888" fmla="*/ 866199 h 3055696"/>
              <a:gd name="connsiteX889" fmla="*/ 2442333 w 4121770"/>
              <a:gd name="connsiteY889" fmla="*/ 842740 h 3055696"/>
              <a:gd name="connsiteX890" fmla="*/ 2161737 w 4121770"/>
              <a:gd name="connsiteY890" fmla="*/ 839978 h 3055696"/>
              <a:gd name="connsiteX891" fmla="*/ 2182691 w 4121770"/>
              <a:gd name="connsiteY891" fmla="*/ 899302 h 3055696"/>
              <a:gd name="connsiteX892" fmla="*/ 2182691 w 4121770"/>
              <a:gd name="connsiteY892" fmla="*/ 850820 h 3055696"/>
              <a:gd name="connsiteX893" fmla="*/ 2161737 w 4121770"/>
              <a:gd name="connsiteY893" fmla="*/ 839978 h 3055696"/>
              <a:gd name="connsiteX894" fmla="*/ 2773363 w 4121770"/>
              <a:gd name="connsiteY894" fmla="*/ 834921 h 3055696"/>
              <a:gd name="connsiteX895" fmla="*/ 2765543 w 4121770"/>
              <a:gd name="connsiteY895" fmla="*/ 834921 h 3055696"/>
              <a:gd name="connsiteX896" fmla="*/ 2757724 w 4121770"/>
              <a:gd name="connsiteY896" fmla="*/ 834921 h 3055696"/>
              <a:gd name="connsiteX897" fmla="*/ 2757724 w 4121770"/>
              <a:gd name="connsiteY897" fmla="*/ 842740 h 3055696"/>
              <a:gd name="connsiteX898" fmla="*/ 2760656 w 4121770"/>
              <a:gd name="connsiteY898" fmla="*/ 842740 h 3055696"/>
              <a:gd name="connsiteX899" fmla="*/ 2764566 w 4121770"/>
              <a:gd name="connsiteY899" fmla="*/ 842740 h 3055696"/>
              <a:gd name="connsiteX900" fmla="*/ 2765543 w 4121770"/>
              <a:gd name="connsiteY900" fmla="*/ 842740 h 3055696"/>
              <a:gd name="connsiteX901" fmla="*/ 2773363 w 4121770"/>
              <a:gd name="connsiteY901" fmla="*/ 842740 h 3055696"/>
              <a:gd name="connsiteX902" fmla="*/ 2773363 w 4121770"/>
              <a:gd name="connsiteY902" fmla="*/ 834921 h 3055696"/>
              <a:gd name="connsiteX903" fmla="*/ 1711921 w 4121770"/>
              <a:gd name="connsiteY903" fmla="*/ 833128 h 3055696"/>
              <a:gd name="connsiteX904" fmla="*/ 1673401 w 4121770"/>
              <a:gd name="connsiteY904" fmla="*/ 866459 h 3055696"/>
              <a:gd name="connsiteX905" fmla="*/ 1738275 w 4121770"/>
              <a:gd name="connsiteY905" fmla="*/ 866459 h 3055696"/>
              <a:gd name="connsiteX906" fmla="*/ 1711921 w 4121770"/>
              <a:gd name="connsiteY906" fmla="*/ 833128 h 3055696"/>
              <a:gd name="connsiteX907" fmla="*/ 2988485 w 4121770"/>
              <a:gd name="connsiteY907" fmla="*/ 827915 h 3055696"/>
              <a:gd name="connsiteX908" fmla="*/ 2983190 w 4121770"/>
              <a:gd name="connsiteY908" fmla="*/ 834269 h 3055696"/>
              <a:gd name="connsiteX909" fmla="*/ 2991662 w 4121770"/>
              <a:gd name="connsiteY909" fmla="*/ 842740 h 3055696"/>
              <a:gd name="connsiteX910" fmla="*/ 3000133 w 4121770"/>
              <a:gd name="connsiteY910" fmla="*/ 834269 h 3055696"/>
              <a:gd name="connsiteX911" fmla="*/ 2988485 w 4121770"/>
              <a:gd name="connsiteY911" fmla="*/ 827915 h 3055696"/>
              <a:gd name="connsiteX912" fmla="*/ 4015762 w 4121770"/>
              <a:gd name="connsiteY912" fmla="*/ 827860 h 3055696"/>
              <a:gd name="connsiteX913" fmla="*/ 4010603 w 4121770"/>
              <a:gd name="connsiteY913" fmla="*/ 834051 h 3055696"/>
              <a:gd name="connsiteX914" fmla="*/ 4018858 w 4121770"/>
              <a:gd name="connsiteY914" fmla="*/ 850560 h 3055696"/>
              <a:gd name="connsiteX915" fmla="*/ 4027112 w 4121770"/>
              <a:gd name="connsiteY915" fmla="*/ 834051 h 3055696"/>
              <a:gd name="connsiteX916" fmla="*/ 4015762 w 4121770"/>
              <a:gd name="connsiteY916" fmla="*/ 827860 h 3055696"/>
              <a:gd name="connsiteX917" fmla="*/ 1487438 w 4121770"/>
              <a:gd name="connsiteY917" fmla="*/ 827521 h 3055696"/>
              <a:gd name="connsiteX918" fmla="*/ 1463575 w 4121770"/>
              <a:gd name="connsiteY918" fmla="*/ 850125 h 3055696"/>
              <a:gd name="connsiteX919" fmla="*/ 1495897 w 4121770"/>
              <a:gd name="connsiteY919" fmla="*/ 834051 h 3055696"/>
              <a:gd name="connsiteX920" fmla="*/ 1487438 w 4121770"/>
              <a:gd name="connsiteY920" fmla="*/ 827521 h 3055696"/>
              <a:gd name="connsiteX921" fmla="*/ 994397 w 4121770"/>
              <a:gd name="connsiteY921" fmla="*/ 825797 h 3055696"/>
              <a:gd name="connsiteX922" fmla="*/ 994397 w 4121770"/>
              <a:gd name="connsiteY922" fmla="*/ 842740 h 3055696"/>
              <a:gd name="connsiteX923" fmla="*/ 1019160 w 4121770"/>
              <a:gd name="connsiteY923" fmla="*/ 834269 h 3055696"/>
              <a:gd name="connsiteX924" fmla="*/ 994397 w 4121770"/>
              <a:gd name="connsiteY924" fmla="*/ 825797 h 3055696"/>
              <a:gd name="connsiteX925" fmla="*/ 1317609 w 4121770"/>
              <a:gd name="connsiteY925" fmla="*/ 817978 h 3055696"/>
              <a:gd name="connsiteX926" fmla="*/ 1317609 w 4121770"/>
              <a:gd name="connsiteY926" fmla="*/ 834920 h 3055696"/>
              <a:gd name="connsiteX927" fmla="*/ 1325428 w 4121770"/>
              <a:gd name="connsiteY927" fmla="*/ 834920 h 3055696"/>
              <a:gd name="connsiteX928" fmla="*/ 1317609 w 4121770"/>
              <a:gd name="connsiteY928" fmla="*/ 817978 h 3055696"/>
              <a:gd name="connsiteX929" fmla="*/ 225195 w 4121770"/>
              <a:gd name="connsiteY929" fmla="*/ 814502 h 3055696"/>
              <a:gd name="connsiteX930" fmla="*/ 210262 w 4121770"/>
              <a:gd name="connsiteY930" fmla="*/ 859103 h 3055696"/>
              <a:gd name="connsiteX931" fmla="*/ 258049 w 4121770"/>
              <a:gd name="connsiteY931" fmla="*/ 842885 h 3055696"/>
              <a:gd name="connsiteX932" fmla="*/ 225195 w 4121770"/>
              <a:gd name="connsiteY932" fmla="*/ 814502 h 3055696"/>
              <a:gd name="connsiteX933" fmla="*/ 2175162 w 4121770"/>
              <a:gd name="connsiteY933" fmla="*/ 810158 h 3055696"/>
              <a:gd name="connsiteX934" fmla="*/ 2150725 w 4121770"/>
              <a:gd name="connsiteY934" fmla="*/ 834921 h 3055696"/>
              <a:gd name="connsiteX935" fmla="*/ 2175162 w 4121770"/>
              <a:gd name="connsiteY935" fmla="*/ 818412 h 3055696"/>
              <a:gd name="connsiteX936" fmla="*/ 2175162 w 4121770"/>
              <a:gd name="connsiteY936" fmla="*/ 810158 h 3055696"/>
              <a:gd name="connsiteX937" fmla="*/ 2080450 w 4121770"/>
              <a:gd name="connsiteY937" fmla="*/ 808204 h 3055696"/>
              <a:gd name="connsiteX938" fmla="*/ 2078068 w 4121770"/>
              <a:gd name="connsiteY938" fmla="*/ 825797 h 3055696"/>
              <a:gd name="connsiteX939" fmla="*/ 2086539 w 4121770"/>
              <a:gd name="connsiteY939" fmla="*/ 810158 h 3055696"/>
              <a:gd name="connsiteX940" fmla="*/ 2080450 w 4121770"/>
              <a:gd name="connsiteY940" fmla="*/ 808204 h 3055696"/>
              <a:gd name="connsiteX941" fmla="*/ 2870457 w 4121770"/>
              <a:gd name="connsiteY941" fmla="*/ 805760 h 3055696"/>
              <a:gd name="connsiteX942" fmla="*/ 2846509 w 4121770"/>
              <a:gd name="connsiteY942" fmla="*/ 826123 h 3055696"/>
              <a:gd name="connsiteX943" fmla="*/ 2894405 w 4121770"/>
              <a:gd name="connsiteY943" fmla="*/ 834269 h 3055696"/>
              <a:gd name="connsiteX944" fmla="*/ 2870457 w 4121770"/>
              <a:gd name="connsiteY944" fmla="*/ 805760 h 3055696"/>
              <a:gd name="connsiteX945" fmla="*/ 2255964 w 4121770"/>
              <a:gd name="connsiteY945" fmla="*/ 794519 h 3055696"/>
              <a:gd name="connsiteX946" fmla="*/ 2263784 w 4121770"/>
              <a:gd name="connsiteY946" fmla="*/ 810158 h 3055696"/>
              <a:gd name="connsiteX947" fmla="*/ 2255964 w 4121770"/>
              <a:gd name="connsiteY947" fmla="*/ 794519 h 3055696"/>
              <a:gd name="connsiteX948" fmla="*/ 2757073 w 4121770"/>
              <a:gd name="connsiteY948" fmla="*/ 794519 h 3055696"/>
              <a:gd name="connsiteX949" fmla="*/ 2748601 w 4121770"/>
              <a:gd name="connsiteY949" fmla="*/ 802339 h 3055696"/>
              <a:gd name="connsiteX950" fmla="*/ 2765544 w 4121770"/>
              <a:gd name="connsiteY950" fmla="*/ 802339 h 3055696"/>
              <a:gd name="connsiteX951" fmla="*/ 2757073 w 4121770"/>
              <a:gd name="connsiteY951" fmla="*/ 794519 h 3055696"/>
              <a:gd name="connsiteX952" fmla="*/ 1012559 w 4121770"/>
              <a:gd name="connsiteY952" fmla="*/ 786280 h 3055696"/>
              <a:gd name="connsiteX953" fmla="*/ 986741 w 4121770"/>
              <a:gd name="connsiteY953" fmla="*/ 818537 h 3055696"/>
              <a:gd name="connsiteX954" fmla="*/ 1026653 w 4121770"/>
              <a:gd name="connsiteY954" fmla="*/ 793960 h 3055696"/>
              <a:gd name="connsiteX955" fmla="*/ 1012559 w 4121770"/>
              <a:gd name="connsiteY955" fmla="*/ 786280 h 3055696"/>
              <a:gd name="connsiteX956" fmla="*/ 1762676 w 4121770"/>
              <a:gd name="connsiteY956" fmla="*/ 785396 h 3055696"/>
              <a:gd name="connsiteX957" fmla="*/ 1762676 w 4121770"/>
              <a:gd name="connsiteY957" fmla="*/ 802339 h 3055696"/>
              <a:gd name="connsiteX958" fmla="*/ 1771147 w 4121770"/>
              <a:gd name="connsiteY958" fmla="*/ 802339 h 3055696"/>
              <a:gd name="connsiteX959" fmla="*/ 1762676 w 4121770"/>
              <a:gd name="connsiteY959" fmla="*/ 785396 h 3055696"/>
              <a:gd name="connsiteX960" fmla="*/ 2830312 w 4121770"/>
              <a:gd name="connsiteY960" fmla="*/ 782888 h 3055696"/>
              <a:gd name="connsiteX961" fmla="*/ 2838267 w 4121770"/>
              <a:gd name="connsiteY961" fmla="*/ 810159 h 3055696"/>
              <a:gd name="connsiteX962" fmla="*/ 2846347 w 4121770"/>
              <a:gd name="connsiteY962" fmla="*/ 785918 h 3055696"/>
              <a:gd name="connsiteX963" fmla="*/ 2830312 w 4121770"/>
              <a:gd name="connsiteY963" fmla="*/ 782888 h 3055696"/>
              <a:gd name="connsiteX964" fmla="*/ 1827622 w 4121770"/>
              <a:gd name="connsiteY964" fmla="*/ 777577 h 3055696"/>
              <a:gd name="connsiteX965" fmla="*/ 1835876 w 4121770"/>
              <a:gd name="connsiteY965" fmla="*/ 794520 h 3055696"/>
              <a:gd name="connsiteX966" fmla="*/ 1827622 w 4121770"/>
              <a:gd name="connsiteY966" fmla="*/ 777577 h 3055696"/>
              <a:gd name="connsiteX967" fmla="*/ 2385514 w 4121770"/>
              <a:gd name="connsiteY967" fmla="*/ 777207 h 3055696"/>
              <a:gd name="connsiteX968" fmla="*/ 2377603 w 4121770"/>
              <a:gd name="connsiteY968" fmla="*/ 810159 h 3055696"/>
              <a:gd name="connsiteX969" fmla="*/ 2401713 w 4121770"/>
              <a:gd name="connsiteY969" fmla="*/ 810159 h 3055696"/>
              <a:gd name="connsiteX970" fmla="*/ 2401713 w 4121770"/>
              <a:gd name="connsiteY970" fmla="*/ 777837 h 3055696"/>
              <a:gd name="connsiteX971" fmla="*/ 2385514 w 4121770"/>
              <a:gd name="connsiteY971" fmla="*/ 777207 h 3055696"/>
              <a:gd name="connsiteX972" fmla="*/ 2953510 w 4121770"/>
              <a:gd name="connsiteY972" fmla="*/ 774529 h 3055696"/>
              <a:gd name="connsiteX973" fmla="*/ 2942789 w 4121770"/>
              <a:gd name="connsiteY973" fmla="*/ 778011 h 3055696"/>
              <a:gd name="connsiteX974" fmla="*/ 2959731 w 4121770"/>
              <a:gd name="connsiteY974" fmla="*/ 794520 h 3055696"/>
              <a:gd name="connsiteX975" fmla="*/ 2959731 w 4121770"/>
              <a:gd name="connsiteY975" fmla="*/ 778011 h 3055696"/>
              <a:gd name="connsiteX976" fmla="*/ 2953510 w 4121770"/>
              <a:gd name="connsiteY976" fmla="*/ 774529 h 3055696"/>
              <a:gd name="connsiteX977" fmla="*/ 2117963 w 4121770"/>
              <a:gd name="connsiteY977" fmla="*/ 763846 h 3055696"/>
              <a:gd name="connsiteX978" fmla="*/ 2094595 w 4121770"/>
              <a:gd name="connsiteY978" fmla="*/ 785515 h 3055696"/>
              <a:gd name="connsiteX979" fmla="*/ 2134879 w 4121770"/>
              <a:gd name="connsiteY979" fmla="*/ 817741 h 3055696"/>
              <a:gd name="connsiteX980" fmla="*/ 2117963 w 4121770"/>
              <a:gd name="connsiteY980" fmla="*/ 763846 h 3055696"/>
              <a:gd name="connsiteX981" fmla="*/ 748811 w 4121770"/>
              <a:gd name="connsiteY981" fmla="*/ 749892 h 3055696"/>
              <a:gd name="connsiteX982" fmla="*/ 744169 w 4121770"/>
              <a:gd name="connsiteY982" fmla="*/ 753466 h 3055696"/>
              <a:gd name="connsiteX983" fmla="*/ 744169 w 4121770"/>
              <a:gd name="connsiteY983" fmla="*/ 761937 h 3055696"/>
              <a:gd name="connsiteX984" fmla="*/ 759808 w 4121770"/>
              <a:gd name="connsiteY984" fmla="*/ 753466 h 3055696"/>
              <a:gd name="connsiteX985" fmla="*/ 751988 w 4121770"/>
              <a:gd name="connsiteY985" fmla="*/ 750289 h 3055696"/>
              <a:gd name="connsiteX986" fmla="*/ 748811 w 4121770"/>
              <a:gd name="connsiteY986" fmla="*/ 749892 h 3055696"/>
              <a:gd name="connsiteX987" fmla="*/ 2676487 w 4121770"/>
              <a:gd name="connsiteY987" fmla="*/ 744995 h 3055696"/>
              <a:gd name="connsiteX988" fmla="*/ 2668233 w 4121770"/>
              <a:gd name="connsiteY988" fmla="*/ 744995 h 3055696"/>
              <a:gd name="connsiteX989" fmla="*/ 2668233 w 4121770"/>
              <a:gd name="connsiteY989" fmla="*/ 761938 h 3055696"/>
              <a:gd name="connsiteX990" fmla="*/ 2676487 w 4121770"/>
              <a:gd name="connsiteY990" fmla="*/ 761938 h 3055696"/>
              <a:gd name="connsiteX991" fmla="*/ 2676487 w 4121770"/>
              <a:gd name="connsiteY991" fmla="*/ 744995 h 3055696"/>
              <a:gd name="connsiteX992" fmla="*/ 702244 w 4121770"/>
              <a:gd name="connsiteY992" fmla="*/ 743545 h 3055696"/>
              <a:gd name="connsiteX993" fmla="*/ 695427 w 4121770"/>
              <a:gd name="connsiteY993" fmla="*/ 769539 h 3055696"/>
              <a:gd name="connsiteX994" fmla="*/ 711587 w 4121770"/>
              <a:gd name="connsiteY994" fmla="*/ 753466 h 3055696"/>
              <a:gd name="connsiteX995" fmla="*/ 702244 w 4121770"/>
              <a:gd name="connsiteY995" fmla="*/ 743545 h 3055696"/>
              <a:gd name="connsiteX996" fmla="*/ 1548940 w 4121770"/>
              <a:gd name="connsiteY996" fmla="*/ 740406 h 3055696"/>
              <a:gd name="connsiteX997" fmla="*/ 1528739 w 4121770"/>
              <a:gd name="connsiteY997" fmla="*/ 769539 h 3055696"/>
              <a:gd name="connsiteX998" fmla="*/ 1569141 w 4121770"/>
              <a:gd name="connsiteY998" fmla="*/ 753466 h 3055696"/>
              <a:gd name="connsiteX999" fmla="*/ 1548940 w 4121770"/>
              <a:gd name="connsiteY999" fmla="*/ 740406 h 3055696"/>
              <a:gd name="connsiteX1000" fmla="*/ 1924933 w 4121770"/>
              <a:gd name="connsiteY1000" fmla="*/ 737175 h 3055696"/>
              <a:gd name="connsiteX1001" fmla="*/ 1915810 w 4121770"/>
              <a:gd name="connsiteY1001" fmla="*/ 754118 h 3055696"/>
              <a:gd name="connsiteX1002" fmla="*/ 1924933 w 4121770"/>
              <a:gd name="connsiteY1002" fmla="*/ 737175 h 3055696"/>
              <a:gd name="connsiteX1003" fmla="*/ 2861986 w 4121770"/>
              <a:gd name="connsiteY1003" fmla="*/ 737175 h 3055696"/>
              <a:gd name="connsiteX1004" fmla="*/ 2878929 w 4121770"/>
              <a:gd name="connsiteY1004" fmla="*/ 754118 h 3055696"/>
              <a:gd name="connsiteX1005" fmla="*/ 2878929 w 4121770"/>
              <a:gd name="connsiteY1005" fmla="*/ 745646 h 3055696"/>
              <a:gd name="connsiteX1006" fmla="*/ 2861986 w 4121770"/>
              <a:gd name="connsiteY1006" fmla="*/ 737175 h 3055696"/>
              <a:gd name="connsiteX1007" fmla="*/ 2321128 w 4121770"/>
              <a:gd name="connsiteY1007" fmla="*/ 729356 h 3055696"/>
              <a:gd name="connsiteX1008" fmla="*/ 2312657 w 4121770"/>
              <a:gd name="connsiteY1008" fmla="*/ 729356 h 3055696"/>
              <a:gd name="connsiteX1009" fmla="*/ 2321128 w 4121770"/>
              <a:gd name="connsiteY1009" fmla="*/ 737176 h 3055696"/>
              <a:gd name="connsiteX1010" fmla="*/ 2321128 w 4121770"/>
              <a:gd name="connsiteY1010" fmla="*/ 729356 h 3055696"/>
              <a:gd name="connsiteX1011" fmla="*/ 2180917 w 4121770"/>
              <a:gd name="connsiteY1011" fmla="*/ 720559 h 3055696"/>
              <a:gd name="connsiteX1012" fmla="*/ 2166473 w 4121770"/>
              <a:gd name="connsiteY1012" fmla="*/ 721537 h 3055696"/>
              <a:gd name="connsiteX1013" fmla="*/ 2166473 w 4121770"/>
              <a:gd name="connsiteY1013" fmla="*/ 737176 h 3055696"/>
              <a:gd name="connsiteX1014" fmla="*/ 2182981 w 4121770"/>
              <a:gd name="connsiteY1014" fmla="*/ 737176 h 3055696"/>
              <a:gd name="connsiteX1015" fmla="*/ 2180917 w 4121770"/>
              <a:gd name="connsiteY1015" fmla="*/ 720559 h 3055696"/>
              <a:gd name="connsiteX1016" fmla="*/ 3478036 w 4121770"/>
              <a:gd name="connsiteY1016" fmla="*/ 715666 h 3055696"/>
              <a:gd name="connsiteX1017" fmla="*/ 3452948 w 4121770"/>
              <a:gd name="connsiteY1017" fmla="*/ 753466 h 3055696"/>
              <a:gd name="connsiteX1018" fmla="*/ 3493494 w 4121770"/>
              <a:gd name="connsiteY1018" fmla="*/ 720885 h 3055696"/>
              <a:gd name="connsiteX1019" fmla="*/ 3478036 w 4121770"/>
              <a:gd name="connsiteY1019" fmla="*/ 715666 h 3055696"/>
              <a:gd name="connsiteX1020" fmla="*/ 3881145 w 4121770"/>
              <a:gd name="connsiteY1020" fmla="*/ 713717 h 3055696"/>
              <a:gd name="connsiteX1021" fmla="*/ 3873325 w 4121770"/>
              <a:gd name="connsiteY1021" fmla="*/ 713717 h 3055696"/>
              <a:gd name="connsiteX1022" fmla="*/ 3881145 w 4121770"/>
              <a:gd name="connsiteY1022" fmla="*/ 729356 h 3055696"/>
              <a:gd name="connsiteX1023" fmla="*/ 3881145 w 4121770"/>
              <a:gd name="connsiteY1023" fmla="*/ 713717 h 3055696"/>
              <a:gd name="connsiteX1024" fmla="*/ 3066640 w 4121770"/>
              <a:gd name="connsiteY1024" fmla="*/ 709624 h 3055696"/>
              <a:gd name="connsiteX1025" fmla="*/ 3063993 w 4121770"/>
              <a:gd name="connsiteY1025" fmla="*/ 713065 h 3055696"/>
              <a:gd name="connsiteX1026" fmla="*/ 3080936 w 4121770"/>
              <a:gd name="connsiteY1026" fmla="*/ 721537 h 3055696"/>
              <a:gd name="connsiteX1027" fmla="*/ 3066640 w 4121770"/>
              <a:gd name="connsiteY1027" fmla="*/ 709624 h 3055696"/>
              <a:gd name="connsiteX1028" fmla="*/ 3121337 w 4121770"/>
              <a:gd name="connsiteY1028" fmla="*/ 704594 h 3055696"/>
              <a:gd name="connsiteX1029" fmla="*/ 3112866 w 4121770"/>
              <a:gd name="connsiteY1029" fmla="*/ 704594 h 3055696"/>
              <a:gd name="connsiteX1030" fmla="*/ 3112866 w 4121770"/>
              <a:gd name="connsiteY1030" fmla="*/ 721537 h 3055696"/>
              <a:gd name="connsiteX1031" fmla="*/ 3121337 w 4121770"/>
              <a:gd name="connsiteY1031" fmla="*/ 704594 h 3055696"/>
              <a:gd name="connsiteX1032" fmla="*/ 2719053 w 4121770"/>
              <a:gd name="connsiteY1032" fmla="*/ 702965 h 3055696"/>
              <a:gd name="connsiteX1033" fmla="*/ 2716671 w 4121770"/>
              <a:gd name="connsiteY1033" fmla="*/ 721537 h 3055696"/>
              <a:gd name="connsiteX1034" fmla="*/ 2725142 w 4121770"/>
              <a:gd name="connsiteY1034" fmla="*/ 705028 h 3055696"/>
              <a:gd name="connsiteX1035" fmla="*/ 2719053 w 4121770"/>
              <a:gd name="connsiteY1035" fmla="*/ 702965 h 3055696"/>
              <a:gd name="connsiteX1036" fmla="*/ 2078198 w 4121770"/>
              <a:gd name="connsiteY1036" fmla="*/ 696992 h 3055696"/>
              <a:gd name="connsiteX1037" fmla="*/ 2086278 w 4121770"/>
              <a:gd name="connsiteY1037" fmla="*/ 729139 h 3055696"/>
              <a:gd name="connsiteX1038" fmla="*/ 2078198 w 4121770"/>
              <a:gd name="connsiteY1038" fmla="*/ 696992 h 3055696"/>
              <a:gd name="connsiteX1039" fmla="*/ 2768802 w 4121770"/>
              <a:gd name="connsiteY1039" fmla="*/ 687243 h 3055696"/>
              <a:gd name="connsiteX1040" fmla="*/ 2748601 w 4121770"/>
              <a:gd name="connsiteY1040" fmla="*/ 697426 h 3055696"/>
              <a:gd name="connsiteX1041" fmla="*/ 2772843 w 4121770"/>
              <a:gd name="connsiteY1041" fmla="*/ 713717 h 3055696"/>
              <a:gd name="connsiteX1042" fmla="*/ 2789003 w 4121770"/>
              <a:gd name="connsiteY1042" fmla="*/ 689280 h 3055696"/>
              <a:gd name="connsiteX1043" fmla="*/ 2768802 w 4121770"/>
              <a:gd name="connsiteY1043" fmla="*/ 687243 h 3055696"/>
              <a:gd name="connsiteX1044" fmla="*/ 1722058 w 4121770"/>
              <a:gd name="connsiteY1044" fmla="*/ 678202 h 3055696"/>
              <a:gd name="connsiteX1045" fmla="*/ 1713803 w 4121770"/>
              <a:gd name="connsiteY1045" fmla="*/ 681134 h 3055696"/>
              <a:gd name="connsiteX1046" fmla="*/ 1730312 w 4121770"/>
              <a:gd name="connsiteY1046" fmla="*/ 696774 h 3055696"/>
              <a:gd name="connsiteX1047" fmla="*/ 1730312 w 4121770"/>
              <a:gd name="connsiteY1047" fmla="*/ 681134 h 3055696"/>
              <a:gd name="connsiteX1048" fmla="*/ 1722058 w 4121770"/>
              <a:gd name="connsiteY1048" fmla="*/ 678202 h 3055696"/>
              <a:gd name="connsiteX1049" fmla="*/ 2196539 w 4121770"/>
              <a:gd name="connsiteY1049" fmla="*/ 673339 h 3055696"/>
              <a:gd name="connsiteX1050" fmla="*/ 2191453 w 4121770"/>
              <a:gd name="connsiteY1050" fmla="*/ 696775 h 3055696"/>
              <a:gd name="connsiteX1051" fmla="*/ 2207526 w 4121770"/>
              <a:gd name="connsiteY1051" fmla="*/ 688694 h 3055696"/>
              <a:gd name="connsiteX1052" fmla="*/ 2205015 w 4121770"/>
              <a:gd name="connsiteY1052" fmla="*/ 674049 h 3055696"/>
              <a:gd name="connsiteX1053" fmla="*/ 2196539 w 4121770"/>
              <a:gd name="connsiteY1053" fmla="*/ 673339 h 3055696"/>
              <a:gd name="connsiteX1054" fmla="*/ 4075333 w 4121770"/>
              <a:gd name="connsiteY1054" fmla="*/ 664193 h 3055696"/>
              <a:gd name="connsiteX1055" fmla="*/ 4075333 w 4121770"/>
              <a:gd name="connsiteY1055" fmla="*/ 672664 h 3055696"/>
              <a:gd name="connsiteX1056" fmla="*/ 4075333 w 4121770"/>
              <a:gd name="connsiteY1056" fmla="*/ 664193 h 3055696"/>
              <a:gd name="connsiteX1057" fmla="*/ 404014 w 4121770"/>
              <a:gd name="connsiteY1057" fmla="*/ 664192 h 3055696"/>
              <a:gd name="connsiteX1058" fmla="*/ 396195 w 4121770"/>
              <a:gd name="connsiteY1058" fmla="*/ 672664 h 3055696"/>
              <a:gd name="connsiteX1059" fmla="*/ 404014 w 4121770"/>
              <a:gd name="connsiteY1059" fmla="*/ 672664 h 3055696"/>
              <a:gd name="connsiteX1060" fmla="*/ 404014 w 4121770"/>
              <a:gd name="connsiteY1060" fmla="*/ 664192 h 3055696"/>
              <a:gd name="connsiteX1061" fmla="*/ 1552197 w 4121770"/>
              <a:gd name="connsiteY1061" fmla="*/ 664192 h 3055696"/>
              <a:gd name="connsiteX1062" fmla="*/ 1552197 w 4121770"/>
              <a:gd name="connsiteY1062" fmla="*/ 673316 h 3055696"/>
              <a:gd name="connsiteX1063" fmla="*/ 1560017 w 4121770"/>
              <a:gd name="connsiteY1063" fmla="*/ 673316 h 3055696"/>
              <a:gd name="connsiteX1064" fmla="*/ 1552197 w 4121770"/>
              <a:gd name="connsiteY1064" fmla="*/ 664192 h 3055696"/>
              <a:gd name="connsiteX1065" fmla="*/ 1611832 w 4121770"/>
              <a:gd name="connsiteY1065" fmla="*/ 662938 h 3055696"/>
              <a:gd name="connsiteX1066" fmla="*/ 1592800 w 4121770"/>
              <a:gd name="connsiteY1066" fmla="*/ 664794 h 3055696"/>
              <a:gd name="connsiteX1067" fmla="*/ 1617161 w 4121770"/>
              <a:gd name="connsiteY1067" fmla="*/ 737877 h 3055696"/>
              <a:gd name="connsiteX1068" fmla="*/ 1611832 w 4121770"/>
              <a:gd name="connsiteY1068" fmla="*/ 662938 h 3055696"/>
              <a:gd name="connsiteX1069" fmla="*/ 3147681 w 4121770"/>
              <a:gd name="connsiteY1069" fmla="*/ 662609 h 3055696"/>
              <a:gd name="connsiteX1070" fmla="*/ 3136977 w 4121770"/>
              <a:gd name="connsiteY1070" fmla="*/ 664518 h 3055696"/>
              <a:gd name="connsiteX1071" fmla="*/ 3153484 w 4121770"/>
              <a:gd name="connsiteY1071" fmla="*/ 688955 h 3055696"/>
              <a:gd name="connsiteX1072" fmla="*/ 3147681 w 4121770"/>
              <a:gd name="connsiteY1072" fmla="*/ 662609 h 3055696"/>
              <a:gd name="connsiteX1073" fmla="*/ 2322859 w 4121770"/>
              <a:gd name="connsiteY1073" fmla="*/ 662435 h 3055696"/>
              <a:gd name="connsiteX1074" fmla="*/ 2320476 w 4121770"/>
              <a:gd name="connsiteY1074" fmla="*/ 672882 h 3055696"/>
              <a:gd name="connsiteX1075" fmla="*/ 2328948 w 4121770"/>
              <a:gd name="connsiteY1075" fmla="*/ 664627 h 3055696"/>
              <a:gd name="connsiteX1076" fmla="*/ 2322859 w 4121770"/>
              <a:gd name="connsiteY1076" fmla="*/ 662435 h 3055696"/>
              <a:gd name="connsiteX1077" fmla="*/ 2757725 w 4121770"/>
              <a:gd name="connsiteY1077" fmla="*/ 656373 h 3055696"/>
              <a:gd name="connsiteX1078" fmla="*/ 2748601 w 4121770"/>
              <a:gd name="connsiteY1078" fmla="*/ 656373 h 3055696"/>
              <a:gd name="connsiteX1079" fmla="*/ 2757725 w 4121770"/>
              <a:gd name="connsiteY1079" fmla="*/ 673316 h 3055696"/>
              <a:gd name="connsiteX1080" fmla="*/ 2757725 w 4121770"/>
              <a:gd name="connsiteY1080" fmla="*/ 656373 h 3055696"/>
              <a:gd name="connsiteX1081" fmla="*/ 2031129 w 4121770"/>
              <a:gd name="connsiteY1081" fmla="*/ 654924 h 3055696"/>
              <a:gd name="connsiteX1082" fmla="*/ 2021747 w 4121770"/>
              <a:gd name="connsiteY1082" fmla="*/ 664844 h 3055696"/>
              <a:gd name="connsiteX1083" fmla="*/ 2021747 w 4121770"/>
              <a:gd name="connsiteY1083" fmla="*/ 680918 h 3055696"/>
              <a:gd name="connsiteX1084" fmla="*/ 2037759 w 4121770"/>
              <a:gd name="connsiteY1084" fmla="*/ 688954 h 3055696"/>
              <a:gd name="connsiteX1085" fmla="*/ 2053771 w 4121770"/>
              <a:gd name="connsiteY1085" fmla="*/ 721102 h 3055696"/>
              <a:gd name="connsiteX1086" fmla="*/ 2045765 w 4121770"/>
              <a:gd name="connsiteY1086" fmla="*/ 680918 h 3055696"/>
              <a:gd name="connsiteX1087" fmla="*/ 2031129 w 4121770"/>
              <a:gd name="connsiteY1087" fmla="*/ 654924 h 3055696"/>
              <a:gd name="connsiteX1088" fmla="*/ 1309283 w 4121770"/>
              <a:gd name="connsiteY1088" fmla="*/ 653120 h 3055696"/>
              <a:gd name="connsiteX1089" fmla="*/ 1268776 w 4121770"/>
              <a:gd name="connsiteY1089" fmla="*/ 656172 h 3055696"/>
              <a:gd name="connsiteX1090" fmla="*/ 1252605 w 4121770"/>
              <a:gd name="connsiteY1090" fmla="*/ 672362 h 3055696"/>
              <a:gd name="connsiteX1091" fmla="*/ 1155577 w 4121770"/>
              <a:gd name="connsiteY1091" fmla="*/ 680458 h 3055696"/>
              <a:gd name="connsiteX1092" fmla="*/ 1139406 w 4121770"/>
              <a:gd name="connsiteY1092" fmla="*/ 664267 h 3055696"/>
              <a:gd name="connsiteX1093" fmla="*/ 1115149 w 4121770"/>
              <a:gd name="connsiteY1093" fmla="*/ 769507 h 3055696"/>
              <a:gd name="connsiteX1094" fmla="*/ 1123235 w 4121770"/>
              <a:gd name="connsiteY1094" fmla="*/ 793792 h 3055696"/>
              <a:gd name="connsiteX1095" fmla="*/ 1098978 w 4121770"/>
              <a:gd name="connsiteY1095" fmla="*/ 826174 h 3055696"/>
              <a:gd name="connsiteX1096" fmla="*/ 1074721 w 4121770"/>
              <a:gd name="connsiteY1096" fmla="*/ 834269 h 3055696"/>
              <a:gd name="connsiteX1097" fmla="*/ 1058550 w 4121770"/>
              <a:gd name="connsiteY1097" fmla="*/ 866651 h 3055696"/>
              <a:gd name="connsiteX1098" fmla="*/ 1042379 w 4121770"/>
              <a:gd name="connsiteY1098" fmla="*/ 858555 h 3055696"/>
              <a:gd name="connsiteX1099" fmla="*/ 1010036 w 4121770"/>
              <a:gd name="connsiteY1099" fmla="*/ 899032 h 3055696"/>
              <a:gd name="connsiteX1100" fmla="*/ 1066636 w 4121770"/>
              <a:gd name="connsiteY1100" fmla="*/ 874745 h 3055696"/>
              <a:gd name="connsiteX1101" fmla="*/ 1139406 w 4121770"/>
              <a:gd name="connsiteY1101" fmla="*/ 874745 h 3055696"/>
              <a:gd name="connsiteX1102" fmla="*/ 1123235 w 4121770"/>
              <a:gd name="connsiteY1102" fmla="*/ 882841 h 3055696"/>
              <a:gd name="connsiteX1103" fmla="*/ 1139406 w 4121770"/>
              <a:gd name="connsiteY1103" fmla="*/ 939508 h 3055696"/>
              <a:gd name="connsiteX1104" fmla="*/ 1115149 w 4121770"/>
              <a:gd name="connsiteY1104" fmla="*/ 1004271 h 3055696"/>
              <a:gd name="connsiteX1105" fmla="*/ 1179834 w 4121770"/>
              <a:gd name="connsiteY1105" fmla="*/ 1028557 h 3055696"/>
              <a:gd name="connsiteX1106" fmla="*/ 1179834 w 4121770"/>
              <a:gd name="connsiteY1106" fmla="*/ 947604 h 3055696"/>
              <a:gd name="connsiteX1107" fmla="*/ 1204091 w 4121770"/>
              <a:gd name="connsiteY1107" fmla="*/ 947604 h 3055696"/>
              <a:gd name="connsiteX1108" fmla="*/ 1204091 w 4121770"/>
              <a:gd name="connsiteY1108" fmla="*/ 963795 h 3055696"/>
              <a:gd name="connsiteX1109" fmla="*/ 1220263 w 4121770"/>
              <a:gd name="connsiteY1109" fmla="*/ 979985 h 3055696"/>
              <a:gd name="connsiteX1110" fmla="*/ 1301118 w 4121770"/>
              <a:gd name="connsiteY1110" fmla="*/ 1004271 h 3055696"/>
              <a:gd name="connsiteX1111" fmla="*/ 1333461 w 4121770"/>
              <a:gd name="connsiteY1111" fmla="*/ 1044748 h 3055696"/>
              <a:gd name="connsiteX1112" fmla="*/ 1349632 w 4121770"/>
              <a:gd name="connsiteY1112" fmla="*/ 1028557 h 3055696"/>
              <a:gd name="connsiteX1113" fmla="*/ 1365803 w 4121770"/>
              <a:gd name="connsiteY1113" fmla="*/ 1044748 h 3055696"/>
              <a:gd name="connsiteX1114" fmla="*/ 1365803 w 4121770"/>
              <a:gd name="connsiteY1114" fmla="*/ 988080 h 3055696"/>
              <a:gd name="connsiteX1115" fmla="*/ 1349632 w 4121770"/>
              <a:gd name="connsiteY1115" fmla="*/ 996176 h 3055696"/>
              <a:gd name="connsiteX1116" fmla="*/ 1325375 w 4121770"/>
              <a:gd name="connsiteY1116" fmla="*/ 971889 h 3055696"/>
              <a:gd name="connsiteX1117" fmla="*/ 1284947 w 4121770"/>
              <a:gd name="connsiteY1117" fmla="*/ 931413 h 3055696"/>
              <a:gd name="connsiteX1118" fmla="*/ 1301118 w 4121770"/>
              <a:gd name="connsiteY1118" fmla="*/ 850460 h 3055696"/>
              <a:gd name="connsiteX1119" fmla="*/ 1317289 w 4121770"/>
              <a:gd name="connsiteY1119" fmla="*/ 834269 h 3055696"/>
              <a:gd name="connsiteX1120" fmla="*/ 1301118 w 4121770"/>
              <a:gd name="connsiteY1120" fmla="*/ 826174 h 3055696"/>
              <a:gd name="connsiteX1121" fmla="*/ 1293033 w 4121770"/>
              <a:gd name="connsiteY1121" fmla="*/ 793792 h 3055696"/>
              <a:gd name="connsiteX1122" fmla="*/ 1309283 w 4121770"/>
              <a:gd name="connsiteY1122" fmla="*/ 653120 h 3055696"/>
              <a:gd name="connsiteX1123" fmla="*/ 1107456 w 4121770"/>
              <a:gd name="connsiteY1123" fmla="*/ 648553 h 3055696"/>
              <a:gd name="connsiteX1124" fmla="*/ 1099311 w 4121770"/>
              <a:gd name="connsiteY1124" fmla="*/ 673316 h 3055696"/>
              <a:gd name="connsiteX1125" fmla="*/ 1115602 w 4121770"/>
              <a:gd name="connsiteY1125" fmla="*/ 665062 h 3055696"/>
              <a:gd name="connsiteX1126" fmla="*/ 1107456 w 4121770"/>
              <a:gd name="connsiteY1126" fmla="*/ 648553 h 3055696"/>
              <a:gd name="connsiteX1127" fmla="*/ 1997047 w 4121770"/>
              <a:gd name="connsiteY1127" fmla="*/ 640734 h 3055696"/>
              <a:gd name="connsiteX1128" fmla="*/ 1997047 w 4121770"/>
              <a:gd name="connsiteY1128" fmla="*/ 648553 h 3055696"/>
              <a:gd name="connsiteX1129" fmla="*/ 1997047 w 4121770"/>
              <a:gd name="connsiteY1129" fmla="*/ 656373 h 3055696"/>
              <a:gd name="connsiteX1130" fmla="*/ 2013556 w 4121770"/>
              <a:gd name="connsiteY1130" fmla="*/ 656373 h 3055696"/>
              <a:gd name="connsiteX1131" fmla="*/ 1997047 w 4121770"/>
              <a:gd name="connsiteY1131" fmla="*/ 640734 h 3055696"/>
              <a:gd name="connsiteX1132" fmla="*/ 1375305 w 4121770"/>
              <a:gd name="connsiteY1132" fmla="*/ 638941 h 3055696"/>
              <a:gd name="connsiteX1133" fmla="*/ 1366264 w 4121770"/>
              <a:gd name="connsiteY1133" fmla="*/ 664192 h 3055696"/>
              <a:gd name="connsiteX1134" fmla="*/ 1390375 w 4121770"/>
              <a:gd name="connsiteY1134" fmla="*/ 656111 h 3055696"/>
              <a:gd name="connsiteX1135" fmla="*/ 1375305 w 4121770"/>
              <a:gd name="connsiteY1135" fmla="*/ 638941 h 3055696"/>
              <a:gd name="connsiteX1136" fmla="*/ 1269387 w 4121770"/>
              <a:gd name="connsiteY1136" fmla="*/ 635846 h 3055696"/>
              <a:gd name="connsiteX1137" fmla="*/ 1261567 w 4121770"/>
              <a:gd name="connsiteY1137" fmla="*/ 640733 h 3055696"/>
              <a:gd name="connsiteX1138" fmla="*/ 1261567 w 4121770"/>
              <a:gd name="connsiteY1138" fmla="*/ 648553 h 3055696"/>
              <a:gd name="connsiteX1139" fmla="*/ 1277207 w 4121770"/>
              <a:gd name="connsiteY1139" fmla="*/ 648553 h 3055696"/>
              <a:gd name="connsiteX1140" fmla="*/ 1269387 w 4121770"/>
              <a:gd name="connsiteY1140" fmla="*/ 635846 h 3055696"/>
              <a:gd name="connsiteX1141" fmla="*/ 2150399 w 4121770"/>
              <a:gd name="connsiteY1141" fmla="*/ 634869 h 3055696"/>
              <a:gd name="connsiteX1142" fmla="*/ 2142579 w 4121770"/>
              <a:gd name="connsiteY1142" fmla="*/ 640734 h 3055696"/>
              <a:gd name="connsiteX1143" fmla="*/ 2158219 w 4121770"/>
              <a:gd name="connsiteY1143" fmla="*/ 656373 h 3055696"/>
              <a:gd name="connsiteX1144" fmla="*/ 2158219 w 4121770"/>
              <a:gd name="connsiteY1144" fmla="*/ 640734 h 3055696"/>
              <a:gd name="connsiteX1145" fmla="*/ 2150399 w 4121770"/>
              <a:gd name="connsiteY1145" fmla="*/ 634869 h 3055696"/>
              <a:gd name="connsiteX1146" fmla="*/ 2271604 w 4121770"/>
              <a:gd name="connsiteY1146" fmla="*/ 632914 h 3055696"/>
              <a:gd name="connsiteX1147" fmla="*/ 2263784 w 4121770"/>
              <a:gd name="connsiteY1147" fmla="*/ 632914 h 3055696"/>
              <a:gd name="connsiteX1148" fmla="*/ 2271604 w 4121770"/>
              <a:gd name="connsiteY1148" fmla="*/ 648553 h 3055696"/>
              <a:gd name="connsiteX1149" fmla="*/ 2271604 w 4121770"/>
              <a:gd name="connsiteY1149" fmla="*/ 632914 h 3055696"/>
              <a:gd name="connsiteX1150" fmla="*/ 4115300 w 4121770"/>
              <a:gd name="connsiteY1150" fmla="*/ 615971 h 3055696"/>
              <a:gd name="connsiteX1151" fmla="*/ 4083152 w 4121770"/>
              <a:gd name="connsiteY1151" fmla="*/ 624051 h 3055696"/>
              <a:gd name="connsiteX1152" fmla="*/ 4091189 w 4121770"/>
              <a:gd name="connsiteY1152" fmla="*/ 656373 h 3055696"/>
              <a:gd name="connsiteX1153" fmla="*/ 4115300 w 4121770"/>
              <a:gd name="connsiteY1153" fmla="*/ 615971 h 3055696"/>
              <a:gd name="connsiteX1154" fmla="*/ 2109998 w 4121770"/>
              <a:gd name="connsiteY1154" fmla="*/ 600332 h 3055696"/>
              <a:gd name="connsiteX1155" fmla="*/ 2109998 w 4121770"/>
              <a:gd name="connsiteY1155" fmla="*/ 615971 h 3055696"/>
              <a:gd name="connsiteX1156" fmla="*/ 2117818 w 4121770"/>
              <a:gd name="connsiteY1156" fmla="*/ 608151 h 3055696"/>
              <a:gd name="connsiteX1157" fmla="*/ 2109998 w 4121770"/>
              <a:gd name="connsiteY1157" fmla="*/ 600332 h 3055696"/>
              <a:gd name="connsiteX1158" fmla="*/ 3266652 w 4121770"/>
              <a:gd name="connsiteY1158" fmla="*/ 583716 h 3055696"/>
              <a:gd name="connsiteX1159" fmla="*/ 3274863 w 4121770"/>
              <a:gd name="connsiteY1159" fmla="*/ 632588 h 3055696"/>
              <a:gd name="connsiteX1160" fmla="*/ 3266652 w 4121770"/>
              <a:gd name="connsiteY1160" fmla="*/ 583716 h 3055696"/>
              <a:gd name="connsiteX1161" fmla="*/ 2894568 w 4121770"/>
              <a:gd name="connsiteY1161" fmla="*/ 583390 h 3055696"/>
              <a:gd name="connsiteX1162" fmla="*/ 2886748 w 4121770"/>
              <a:gd name="connsiteY1162" fmla="*/ 592513 h 3055696"/>
              <a:gd name="connsiteX1163" fmla="*/ 2894568 w 4121770"/>
              <a:gd name="connsiteY1163" fmla="*/ 592513 h 3055696"/>
              <a:gd name="connsiteX1164" fmla="*/ 2894568 w 4121770"/>
              <a:gd name="connsiteY1164" fmla="*/ 583390 h 3055696"/>
              <a:gd name="connsiteX1165" fmla="*/ 517399 w 4121770"/>
              <a:gd name="connsiteY1165" fmla="*/ 575570 h 3055696"/>
              <a:gd name="connsiteX1166" fmla="*/ 549982 w 4121770"/>
              <a:gd name="connsiteY1166" fmla="*/ 656373 h 3055696"/>
              <a:gd name="connsiteX1167" fmla="*/ 517399 w 4121770"/>
              <a:gd name="connsiteY1167" fmla="*/ 575570 h 3055696"/>
              <a:gd name="connsiteX1168" fmla="*/ 1245371 w 4121770"/>
              <a:gd name="connsiteY1168" fmla="*/ 575570 h 3055696"/>
              <a:gd name="connsiteX1169" fmla="*/ 1237365 w 4121770"/>
              <a:gd name="connsiteY1169" fmla="*/ 615754 h 3055696"/>
              <a:gd name="connsiteX1170" fmla="*/ 1245371 w 4121770"/>
              <a:gd name="connsiteY1170" fmla="*/ 575570 h 3055696"/>
              <a:gd name="connsiteX1171" fmla="*/ 2041468 w 4121770"/>
              <a:gd name="connsiteY1171" fmla="*/ 573778 h 3055696"/>
              <a:gd name="connsiteX1172" fmla="*/ 2021375 w 4121770"/>
              <a:gd name="connsiteY1172" fmla="*/ 583824 h 3055696"/>
              <a:gd name="connsiteX1173" fmla="*/ 2021375 w 4121770"/>
              <a:gd name="connsiteY1173" fmla="*/ 591861 h 3055696"/>
              <a:gd name="connsiteX1174" fmla="*/ 2061560 w 4121770"/>
              <a:gd name="connsiteY1174" fmla="*/ 615972 h 3055696"/>
              <a:gd name="connsiteX1175" fmla="*/ 2061560 w 4121770"/>
              <a:gd name="connsiteY1175" fmla="*/ 575788 h 3055696"/>
              <a:gd name="connsiteX1176" fmla="*/ 2041468 w 4121770"/>
              <a:gd name="connsiteY1176" fmla="*/ 573778 h 3055696"/>
              <a:gd name="connsiteX1177" fmla="*/ 2694760 w 4121770"/>
              <a:gd name="connsiteY1177" fmla="*/ 572780 h 3055696"/>
              <a:gd name="connsiteX1178" fmla="*/ 2692560 w 4121770"/>
              <a:gd name="connsiteY1178" fmla="*/ 592513 h 3055696"/>
              <a:gd name="connsiteX1179" fmla="*/ 2700380 w 4121770"/>
              <a:gd name="connsiteY1179" fmla="*/ 576004 h 3055696"/>
              <a:gd name="connsiteX1180" fmla="*/ 2694760 w 4121770"/>
              <a:gd name="connsiteY1180" fmla="*/ 572780 h 3055696"/>
              <a:gd name="connsiteX1181" fmla="*/ 1732994 w 4121770"/>
              <a:gd name="connsiteY1181" fmla="*/ 569977 h 3055696"/>
              <a:gd name="connsiteX1182" fmla="*/ 1713803 w 4121770"/>
              <a:gd name="connsiteY1182" fmla="*/ 584041 h 3055696"/>
              <a:gd name="connsiteX1183" fmla="*/ 1746125 w 4121770"/>
              <a:gd name="connsiteY1183" fmla="*/ 592078 h 3055696"/>
              <a:gd name="connsiteX1184" fmla="*/ 1732994 w 4121770"/>
              <a:gd name="connsiteY1184" fmla="*/ 569977 h 3055696"/>
              <a:gd name="connsiteX1185" fmla="*/ 3107883 w 4121770"/>
              <a:gd name="connsiteY1185" fmla="*/ 565246 h 3055696"/>
              <a:gd name="connsiteX1186" fmla="*/ 3097063 w 4121770"/>
              <a:gd name="connsiteY1186" fmla="*/ 568123 h 3055696"/>
              <a:gd name="connsiteX1187" fmla="*/ 3105046 w 4121770"/>
              <a:gd name="connsiteY1187" fmla="*/ 608152 h 3055696"/>
              <a:gd name="connsiteX1188" fmla="*/ 3107883 w 4121770"/>
              <a:gd name="connsiteY1188" fmla="*/ 565246 h 3055696"/>
              <a:gd name="connsiteX1189" fmla="*/ 2490366 w 4121770"/>
              <a:gd name="connsiteY1189" fmla="*/ 559931 h 3055696"/>
              <a:gd name="connsiteX1190" fmla="*/ 2482175 w 4121770"/>
              <a:gd name="connsiteY1190" fmla="*/ 608270 h 3055696"/>
              <a:gd name="connsiteX1191" fmla="*/ 2490366 w 4121770"/>
              <a:gd name="connsiteY1191" fmla="*/ 648553 h 3055696"/>
              <a:gd name="connsiteX1192" fmla="*/ 2490366 w 4121770"/>
              <a:gd name="connsiteY1192" fmla="*/ 559931 h 3055696"/>
              <a:gd name="connsiteX1193" fmla="*/ 2506193 w 4121770"/>
              <a:gd name="connsiteY1193" fmla="*/ 552111 h 3055696"/>
              <a:gd name="connsiteX1194" fmla="*/ 2506193 w 4121770"/>
              <a:gd name="connsiteY1194" fmla="*/ 567750 h 3055696"/>
              <a:gd name="connsiteX1195" fmla="*/ 2506193 w 4121770"/>
              <a:gd name="connsiteY1195" fmla="*/ 552111 h 3055696"/>
              <a:gd name="connsiteX1196" fmla="*/ 1633261 w 4121770"/>
              <a:gd name="connsiteY1196" fmla="*/ 552111 h 3055696"/>
              <a:gd name="connsiteX1197" fmla="*/ 1592860 w 4121770"/>
              <a:gd name="connsiteY1197" fmla="*/ 592512 h 3055696"/>
              <a:gd name="connsiteX1198" fmla="*/ 1657502 w 4121770"/>
              <a:gd name="connsiteY1198" fmla="*/ 576351 h 3055696"/>
              <a:gd name="connsiteX1199" fmla="*/ 1633261 w 4121770"/>
              <a:gd name="connsiteY1199" fmla="*/ 552111 h 3055696"/>
              <a:gd name="connsiteX1200" fmla="*/ 879628 w 4121770"/>
              <a:gd name="connsiteY1200" fmla="*/ 551133 h 3055696"/>
              <a:gd name="connsiteX1201" fmla="*/ 857228 w 4121770"/>
              <a:gd name="connsiteY1201" fmla="*/ 559279 h 3055696"/>
              <a:gd name="connsiteX1202" fmla="*/ 889809 w 4121770"/>
              <a:gd name="connsiteY1202" fmla="*/ 567423 h 3055696"/>
              <a:gd name="connsiteX1203" fmla="*/ 879628 w 4121770"/>
              <a:gd name="connsiteY1203" fmla="*/ 551133 h 3055696"/>
              <a:gd name="connsiteX1204" fmla="*/ 1083845 w 4121770"/>
              <a:gd name="connsiteY1204" fmla="*/ 545291 h 3055696"/>
              <a:gd name="connsiteX1205" fmla="*/ 1058536 w 4121770"/>
              <a:gd name="connsiteY1205" fmla="*/ 567564 h 3055696"/>
              <a:gd name="connsiteX1206" fmla="*/ 1066636 w 4121770"/>
              <a:gd name="connsiteY1206" fmla="*/ 599960 h 3055696"/>
              <a:gd name="connsiteX1207" fmla="*/ 1099031 w 4121770"/>
              <a:gd name="connsiteY1207" fmla="*/ 608058 h 3055696"/>
              <a:gd name="connsiteX1208" fmla="*/ 1139526 w 4121770"/>
              <a:gd name="connsiteY1208" fmla="*/ 599960 h 3055696"/>
              <a:gd name="connsiteX1209" fmla="*/ 1107130 w 4121770"/>
              <a:gd name="connsiteY1209" fmla="*/ 591860 h 3055696"/>
              <a:gd name="connsiteX1210" fmla="*/ 1115229 w 4121770"/>
              <a:gd name="connsiteY1210" fmla="*/ 559465 h 3055696"/>
              <a:gd name="connsiteX1211" fmla="*/ 1083845 w 4121770"/>
              <a:gd name="connsiteY1211" fmla="*/ 545291 h 3055696"/>
              <a:gd name="connsiteX1212" fmla="*/ 2063731 w 4121770"/>
              <a:gd name="connsiteY1212" fmla="*/ 543314 h 3055696"/>
              <a:gd name="connsiteX1213" fmla="*/ 2046137 w 4121770"/>
              <a:gd name="connsiteY1213" fmla="*/ 551459 h 3055696"/>
              <a:gd name="connsiteX1214" fmla="*/ 2046137 w 4121770"/>
              <a:gd name="connsiteY1214" fmla="*/ 567750 h 3055696"/>
              <a:gd name="connsiteX1215" fmla="*/ 2053957 w 4121770"/>
              <a:gd name="connsiteY1215" fmla="*/ 567750 h 3055696"/>
              <a:gd name="connsiteX1216" fmla="*/ 2069596 w 4121770"/>
              <a:gd name="connsiteY1216" fmla="*/ 559605 h 3055696"/>
              <a:gd name="connsiteX1217" fmla="*/ 2063731 w 4121770"/>
              <a:gd name="connsiteY1217" fmla="*/ 543314 h 3055696"/>
              <a:gd name="connsiteX1218" fmla="*/ 2498373 w 4121770"/>
              <a:gd name="connsiteY1218" fmla="*/ 535168 h 3055696"/>
              <a:gd name="connsiteX1219" fmla="*/ 2498373 w 4121770"/>
              <a:gd name="connsiteY1219" fmla="*/ 552111 h 3055696"/>
              <a:gd name="connsiteX1220" fmla="*/ 2498373 w 4121770"/>
              <a:gd name="connsiteY1220" fmla="*/ 535168 h 3055696"/>
              <a:gd name="connsiteX1221" fmla="*/ 1423174 w 4121770"/>
              <a:gd name="connsiteY1221" fmla="*/ 527348 h 3055696"/>
              <a:gd name="connsiteX1222" fmla="*/ 1406666 w 4121770"/>
              <a:gd name="connsiteY1222" fmla="*/ 527348 h 3055696"/>
              <a:gd name="connsiteX1223" fmla="*/ 1414920 w 4121770"/>
              <a:gd name="connsiteY1223" fmla="*/ 552111 h 3055696"/>
              <a:gd name="connsiteX1224" fmla="*/ 1423174 w 4121770"/>
              <a:gd name="connsiteY1224" fmla="*/ 527348 h 3055696"/>
              <a:gd name="connsiteX1225" fmla="*/ 2187180 w 4121770"/>
              <a:gd name="connsiteY1225" fmla="*/ 522591 h 3055696"/>
              <a:gd name="connsiteX1226" fmla="*/ 2182851 w 4121770"/>
              <a:gd name="connsiteY1226" fmla="*/ 552111 h 3055696"/>
              <a:gd name="connsiteX1227" fmla="*/ 2187180 w 4121770"/>
              <a:gd name="connsiteY1227" fmla="*/ 522591 h 3055696"/>
              <a:gd name="connsiteX1228" fmla="*/ 3291197 w 4121770"/>
              <a:gd name="connsiteY1228" fmla="*/ 519529 h 3055696"/>
              <a:gd name="connsiteX1229" fmla="*/ 3291197 w 4121770"/>
              <a:gd name="connsiteY1229" fmla="*/ 535168 h 3055696"/>
              <a:gd name="connsiteX1230" fmla="*/ 3291197 w 4121770"/>
              <a:gd name="connsiteY1230" fmla="*/ 519529 h 3055696"/>
              <a:gd name="connsiteX1231" fmla="*/ 2813439 w 4121770"/>
              <a:gd name="connsiteY1231" fmla="*/ 517987 h 3055696"/>
              <a:gd name="connsiteX1232" fmla="*/ 2813439 w 4121770"/>
              <a:gd name="connsiteY1232" fmla="*/ 535169 h 3055696"/>
              <a:gd name="connsiteX1233" fmla="*/ 2821585 w 4121770"/>
              <a:gd name="connsiteY1233" fmla="*/ 527023 h 3055696"/>
              <a:gd name="connsiteX1234" fmla="*/ 2813439 w 4121770"/>
              <a:gd name="connsiteY1234" fmla="*/ 517987 h 3055696"/>
              <a:gd name="connsiteX1235" fmla="*/ 3338511 w 4121770"/>
              <a:gd name="connsiteY1235" fmla="*/ 499858 h 3055696"/>
              <a:gd name="connsiteX1236" fmla="*/ 3315785 w 4121770"/>
              <a:gd name="connsiteY1236" fmla="*/ 527349 h 3055696"/>
              <a:gd name="connsiteX1237" fmla="*/ 3348107 w 4121770"/>
              <a:gd name="connsiteY1237" fmla="*/ 502913 h 3055696"/>
              <a:gd name="connsiteX1238" fmla="*/ 3338511 w 4121770"/>
              <a:gd name="connsiteY1238" fmla="*/ 499858 h 3055696"/>
              <a:gd name="connsiteX1239" fmla="*/ 2870280 w 4121770"/>
              <a:gd name="connsiteY1239" fmla="*/ 495057 h 3055696"/>
              <a:gd name="connsiteX1240" fmla="*/ 2878455 w 4121770"/>
              <a:gd name="connsiteY1240" fmla="*/ 559931 h 3055696"/>
              <a:gd name="connsiteX1241" fmla="*/ 2870280 w 4121770"/>
              <a:gd name="connsiteY1241" fmla="*/ 495057 h 3055696"/>
              <a:gd name="connsiteX1242" fmla="*/ 1182221 w 4121770"/>
              <a:gd name="connsiteY1242" fmla="*/ 490112 h 3055696"/>
              <a:gd name="connsiteX1243" fmla="*/ 1168547 w 4121770"/>
              <a:gd name="connsiteY1243" fmla="*/ 491248 h 3055696"/>
              <a:gd name="connsiteX1244" fmla="*/ 1156329 w 4121770"/>
              <a:gd name="connsiteY1244" fmla="*/ 503368 h 3055696"/>
              <a:gd name="connsiteX1245" fmla="*/ 1205201 w 4121770"/>
              <a:gd name="connsiteY1245" fmla="*/ 527609 h 3055696"/>
              <a:gd name="connsiteX1246" fmla="*/ 1182221 w 4121770"/>
              <a:gd name="connsiteY1246" fmla="*/ 490112 h 3055696"/>
              <a:gd name="connsiteX1247" fmla="*/ 2228196 w 4121770"/>
              <a:gd name="connsiteY1247" fmla="*/ 489886 h 3055696"/>
              <a:gd name="connsiteX1248" fmla="*/ 2207743 w 4121770"/>
              <a:gd name="connsiteY1248" fmla="*/ 519157 h 3055696"/>
              <a:gd name="connsiteX1249" fmla="*/ 2240064 w 4121770"/>
              <a:gd name="connsiteY1249" fmla="*/ 495140 h 3055696"/>
              <a:gd name="connsiteX1250" fmla="*/ 2228196 w 4121770"/>
              <a:gd name="connsiteY1250" fmla="*/ 489886 h 3055696"/>
              <a:gd name="connsiteX1251" fmla="*/ 1682091 w 4121770"/>
              <a:gd name="connsiteY1251" fmla="*/ 486947 h 3055696"/>
              <a:gd name="connsiteX1252" fmla="*/ 1665582 w 4121770"/>
              <a:gd name="connsiteY1252" fmla="*/ 503456 h 3055696"/>
              <a:gd name="connsiteX1253" fmla="*/ 1682091 w 4121770"/>
              <a:gd name="connsiteY1253" fmla="*/ 486947 h 3055696"/>
              <a:gd name="connsiteX1254" fmla="*/ 2482734 w 4121770"/>
              <a:gd name="connsiteY1254" fmla="*/ 479128 h 3055696"/>
              <a:gd name="connsiteX1255" fmla="*/ 2482734 w 4121770"/>
              <a:gd name="connsiteY1255" fmla="*/ 486947 h 3055696"/>
              <a:gd name="connsiteX1256" fmla="*/ 2490553 w 4121770"/>
              <a:gd name="connsiteY1256" fmla="*/ 486947 h 3055696"/>
              <a:gd name="connsiteX1257" fmla="*/ 2482734 w 4121770"/>
              <a:gd name="connsiteY1257" fmla="*/ 479128 h 3055696"/>
              <a:gd name="connsiteX1258" fmla="*/ 3572130 w 4121770"/>
              <a:gd name="connsiteY1258" fmla="*/ 476312 h 3055696"/>
              <a:gd name="connsiteX1259" fmla="*/ 3550114 w 4121770"/>
              <a:gd name="connsiteY1259" fmla="*/ 495325 h 3055696"/>
              <a:gd name="connsiteX1260" fmla="*/ 3606155 w 4121770"/>
              <a:gd name="connsiteY1260" fmla="*/ 487320 h 3055696"/>
              <a:gd name="connsiteX1261" fmla="*/ 3572130 w 4121770"/>
              <a:gd name="connsiteY1261" fmla="*/ 476312 h 3055696"/>
              <a:gd name="connsiteX1262" fmla="*/ 404014 w 4121770"/>
              <a:gd name="connsiteY1262" fmla="*/ 462185 h 3055696"/>
              <a:gd name="connsiteX1263" fmla="*/ 412268 w 4121770"/>
              <a:gd name="connsiteY1263" fmla="*/ 486947 h 3055696"/>
              <a:gd name="connsiteX1264" fmla="*/ 420523 w 4121770"/>
              <a:gd name="connsiteY1264" fmla="*/ 470439 h 3055696"/>
              <a:gd name="connsiteX1265" fmla="*/ 404014 w 4121770"/>
              <a:gd name="connsiteY1265" fmla="*/ 462185 h 3055696"/>
              <a:gd name="connsiteX1266" fmla="*/ 2236257 w 4121770"/>
              <a:gd name="connsiteY1266" fmla="*/ 458886 h 3055696"/>
              <a:gd name="connsiteX1267" fmla="*/ 2231854 w 4121770"/>
              <a:gd name="connsiteY1267" fmla="*/ 479128 h 3055696"/>
              <a:gd name="connsiteX1268" fmla="*/ 2248145 w 4121770"/>
              <a:gd name="connsiteY1268" fmla="*/ 479128 h 3055696"/>
              <a:gd name="connsiteX1269" fmla="*/ 2248145 w 4121770"/>
              <a:gd name="connsiteY1269" fmla="*/ 470982 h 3055696"/>
              <a:gd name="connsiteX1270" fmla="*/ 2243309 w 4121770"/>
              <a:gd name="connsiteY1270" fmla="*/ 459655 h 3055696"/>
              <a:gd name="connsiteX1271" fmla="*/ 2236257 w 4121770"/>
              <a:gd name="connsiteY1271" fmla="*/ 458886 h 3055696"/>
              <a:gd name="connsiteX1272" fmla="*/ 1423174 w 4121770"/>
              <a:gd name="connsiteY1272" fmla="*/ 454365 h 3055696"/>
              <a:gd name="connsiteX1273" fmla="*/ 1406231 w 4121770"/>
              <a:gd name="connsiteY1273" fmla="*/ 454365 h 3055696"/>
              <a:gd name="connsiteX1274" fmla="*/ 1414703 w 4121770"/>
              <a:gd name="connsiteY1274" fmla="*/ 471308 h 3055696"/>
              <a:gd name="connsiteX1275" fmla="*/ 1423174 w 4121770"/>
              <a:gd name="connsiteY1275" fmla="*/ 454365 h 3055696"/>
              <a:gd name="connsiteX1276" fmla="*/ 780270 w 4121770"/>
              <a:gd name="connsiteY1276" fmla="*/ 443775 h 3055696"/>
              <a:gd name="connsiteX1277" fmla="*/ 768149 w 4121770"/>
              <a:gd name="connsiteY1277" fmla="*/ 446806 h 3055696"/>
              <a:gd name="connsiteX1278" fmla="*/ 784310 w 4121770"/>
              <a:gd name="connsiteY1278" fmla="*/ 471047 h 3055696"/>
              <a:gd name="connsiteX1279" fmla="*/ 792390 w 4121770"/>
              <a:gd name="connsiteY1279" fmla="*/ 446806 h 3055696"/>
              <a:gd name="connsiteX1280" fmla="*/ 780270 w 4121770"/>
              <a:gd name="connsiteY1280" fmla="*/ 443775 h 3055696"/>
              <a:gd name="connsiteX1281" fmla="*/ 913594 w 4121770"/>
              <a:gd name="connsiteY1281" fmla="*/ 432861 h 3055696"/>
              <a:gd name="connsiteX1282" fmla="*/ 897955 w 4121770"/>
              <a:gd name="connsiteY1282" fmla="*/ 438726 h 3055696"/>
              <a:gd name="connsiteX1283" fmla="*/ 929233 w 4121770"/>
              <a:gd name="connsiteY1283" fmla="*/ 438726 h 3055696"/>
              <a:gd name="connsiteX1284" fmla="*/ 913594 w 4121770"/>
              <a:gd name="connsiteY1284" fmla="*/ 432861 h 3055696"/>
              <a:gd name="connsiteX1285" fmla="*/ 836816 w 4121770"/>
              <a:gd name="connsiteY1285" fmla="*/ 420745 h 3055696"/>
              <a:gd name="connsiteX1286" fmla="*/ 832270 w 4121770"/>
              <a:gd name="connsiteY1286" fmla="*/ 462185 h 3055696"/>
              <a:gd name="connsiteX1287" fmla="*/ 848431 w 4121770"/>
              <a:gd name="connsiteY1287" fmla="*/ 438292 h 3055696"/>
              <a:gd name="connsiteX1288" fmla="*/ 836816 w 4121770"/>
              <a:gd name="connsiteY1288" fmla="*/ 420745 h 3055696"/>
              <a:gd name="connsiteX1289" fmla="*/ 2362001 w 4121770"/>
              <a:gd name="connsiteY1289" fmla="*/ 412354 h 3055696"/>
              <a:gd name="connsiteX1290" fmla="*/ 2344326 w 4121770"/>
              <a:gd name="connsiteY1290" fmla="*/ 414254 h 3055696"/>
              <a:gd name="connsiteX1291" fmla="*/ 2384727 w 4121770"/>
              <a:gd name="connsiteY1291" fmla="*/ 438582 h 3055696"/>
              <a:gd name="connsiteX1292" fmla="*/ 2362001 w 4121770"/>
              <a:gd name="connsiteY1292" fmla="*/ 412354 h 3055696"/>
              <a:gd name="connsiteX1293" fmla="*/ 467277 w 4121770"/>
              <a:gd name="connsiteY1293" fmla="*/ 411174 h 3055696"/>
              <a:gd name="connsiteX1294" fmla="*/ 436597 w 4121770"/>
              <a:gd name="connsiteY1294" fmla="*/ 430907 h 3055696"/>
              <a:gd name="connsiteX1295" fmla="*/ 476998 w 4121770"/>
              <a:gd name="connsiteY1295" fmla="*/ 414398 h 3055696"/>
              <a:gd name="connsiteX1296" fmla="*/ 467277 w 4121770"/>
              <a:gd name="connsiteY1296" fmla="*/ 411174 h 3055696"/>
              <a:gd name="connsiteX1297" fmla="*/ 3156537 w 4121770"/>
              <a:gd name="connsiteY1297" fmla="*/ 409891 h 3055696"/>
              <a:gd name="connsiteX1298" fmla="*/ 3144796 w 4121770"/>
              <a:gd name="connsiteY1298" fmla="*/ 430038 h 3055696"/>
              <a:gd name="connsiteX1299" fmla="*/ 3169037 w 4121770"/>
              <a:gd name="connsiteY1299" fmla="*/ 454365 h 3055696"/>
              <a:gd name="connsiteX1300" fmla="*/ 3156537 w 4121770"/>
              <a:gd name="connsiteY1300" fmla="*/ 409891 h 3055696"/>
              <a:gd name="connsiteX1301" fmla="*/ 2482734 w 4121770"/>
              <a:gd name="connsiteY1301" fmla="*/ 398325 h 3055696"/>
              <a:gd name="connsiteX1302" fmla="*/ 2457971 w 4121770"/>
              <a:gd name="connsiteY1302" fmla="*/ 413964 h 3055696"/>
              <a:gd name="connsiteX1303" fmla="*/ 2474479 w 4121770"/>
              <a:gd name="connsiteY1303" fmla="*/ 421784 h 3055696"/>
              <a:gd name="connsiteX1304" fmla="*/ 2482734 w 4121770"/>
              <a:gd name="connsiteY1304" fmla="*/ 421784 h 3055696"/>
              <a:gd name="connsiteX1305" fmla="*/ 2482734 w 4121770"/>
              <a:gd name="connsiteY1305" fmla="*/ 398325 h 3055696"/>
              <a:gd name="connsiteX1306" fmla="*/ 2239673 w 4121770"/>
              <a:gd name="connsiteY1306" fmla="*/ 395393 h 3055696"/>
              <a:gd name="connsiteX1307" fmla="*/ 2231202 w 4121770"/>
              <a:gd name="connsiteY1307" fmla="*/ 398325 h 3055696"/>
              <a:gd name="connsiteX1308" fmla="*/ 2239673 w 4121770"/>
              <a:gd name="connsiteY1308" fmla="*/ 406145 h 3055696"/>
              <a:gd name="connsiteX1309" fmla="*/ 2248145 w 4121770"/>
              <a:gd name="connsiteY1309" fmla="*/ 398325 h 3055696"/>
              <a:gd name="connsiteX1310" fmla="*/ 2239673 w 4121770"/>
              <a:gd name="connsiteY1310" fmla="*/ 395393 h 3055696"/>
              <a:gd name="connsiteX1311" fmla="*/ 2417570 w 4121770"/>
              <a:gd name="connsiteY1311" fmla="*/ 390505 h 3055696"/>
              <a:gd name="connsiteX1312" fmla="*/ 2417570 w 4121770"/>
              <a:gd name="connsiteY1312" fmla="*/ 406145 h 3055696"/>
              <a:gd name="connsiteX1313" fmla="*/ 2433209 w 4121770"/>
              <a:gd name="connsiteY1313" fmla="*/ 398325 h 3055696"/>
              <a:gd name="connsiteX1314" fmla="*/ 2417570 w 4121770"/>
              <a:gd name="connsiteY1314" fmla="*/ 390505 h 3055696"/>
              <a:gd name="connsiteX1315" fmla="*/ 2755036 w 4121770"/>
              <a:gd name="connsiteY1315" fmla="*/ 376657 h 3055696"/>
              <a:gd name="connsiteX1316" fmla="*/ 2748927 w 4121770"/>
              <a:gd name="connsiteY1316" fmla="*/ 390071 h 3055696"/>
              <a:gd name="connsiteX1317" fmla="*/ 2748927 w 4121770"/>
              <a:gd name="connsiteY1317" fmla="*/ 398325 h 3055696"/>
              <a:gd name="connsiteX1318" fmla="*/ 2773364 w 4121770"/>
              <a:gd name="connsiteY1318" fmla="*/ 381816 h 3055696"/>
              <a:gd name="connsiteX1319" fmla="*/ 2755036 w 4121770"/>
              <a:gd name="connsiteY1319" fmla="*/ 376657 h 3055696"/>
              <a:gd name="connsiteX1320" fmla="*/ 2134434 w 4121770"/>
              <a:gd name="connsiteY1320" fmla="*/ 357923 h 3055696"/>
              <a:gd name="connsiteX1321" fmla="*/ 2134434 w 4121770"/>
              <a:gd name="connsiteY1321" fmla="*/ 413964 h 3055696"/>
              <a:gd name="connsiteX1322" fmla="*/ 2167016 w 4121770"/>
              <a:gd name="connsiteY1322" fmla="*/ 373935 h 3055696"/>
              <a:gd name="connsiteX1323" fmla="*/ 2134434 w 4121770"/>
              <a:gd name="connsiteY1323" fmla="*/ 357923 h 3055696"/>
              <a:gd name="connsiteX1324" fmla="*/ 2674884 w 4121770"/>
              <a:gd name="connsiteY1324" fmla="*/ 352818 h 3055696"/>
              <a:gd name="connsiteX1325" fmla="*/ 2643781 w 4121770"/>
              <a:gd name="connsiteY1325" fmla="*/ 365417 h 3055696"/>
              <a:gd name="connsiteX1326" fmla="*/ 2660164 w 4121770"/>
              <a:gd name="connsiteY1326" fmla="*/ 406145 h 3055696"/>
              <a:gd name="connsiteX1327" fmla="*/ 2684741 w 4121770"/>
              <a:gd name="connsiteY1327" fmla="*/ 357272 h 3055696"/>
              <a:gd name="connsiteX1328" fmla="*/ 2674884 w 4121770"/>
              <a:gd name="connsiteY1328" fmla="*/ 352818 h 3055696"/>
              <a:gd name="connsiteX1329" fmla="*/ 2773363 w 4121770"/>
              <a:gd name="connsiteY1329" fmla="*/ 340981 h 3055696"/>
              <a:gd name="connsiteX1330" fmla="*/ 2757724 w 4121770"/>
              <a:gd name="connsiteY1330" fmla="*/ 340981 h 3055696"/>
              <a:gd name="connsiteX1331" fmla="*/ 2773363 w 4121770"/>
              <a:gd name="connsiteY1331" fmla="*/ 357924 h 3055696"/>
              <a:gd name="connsiteX1332" fmla="*/ 2773363 w 4121770"/>
              <a:gd name="connsiteY1332" fmla="*/ 340981 h 3055696"/>
              <a:gd name="connsiteX1333" fmla="*/ 2199272 w 4121770"/>
              <a:gd name="connsiteY1333" fmla="*/ 333161 h 3055696"/>
              <a:gd name="connsiteX1334" fmla="*/ 2199272 w 4121770"/>
              <a:gd name="connsiteY1334" fmla="*/ 350104 h 3055696"/>
              <a:gd name="connsiteX1335" fmla="*/ 2199272 w 4121770"/>
              <a:gd name="connsiteY1335" fmla="*/ 333161 h 3055696"/>
              <a:gd name="connsiteX1336" fmla="*/ 2272125 w 4121770"/>
              <a:gd name="connsiteY1336" fmla="*/ 325342 h 3055696"/>
              <a:gd name="connsiteX1337" fmla="*/ 2255964 w 4121770"/>
              <a:gd name="connsiteY1337" fmla="*/ 357365 h 3055696"/>
              <a:gd name="connsiteX1338" fmla="*/ 2288286 w 4121770"/>
              <a:gd name="connsiteY1338" fmla="*/ 373377 h 3055696"/>
              <a:gd name="connsiteX1339" fmla="*/ 2272125 w 4121770"/>
              <a:gd name="connsiteY1339" fmla="*/ 325342 h 3055696"/>
              <a:gd name="connsiteX1340" fmla="*/ 3104394 w 4121770"/>
              <a:gd name="connsiteY1340" fmla="*/ 317522 h 3055696"/>
              <a:gd name="connsiteX1341" fmla="*/ 3113518 w 4121770"/>
              <a:gd name="connsiteY1341" fmla="*/ 333161 h 3055696"/>
              <a:gd name="connsiteX1342" fmla="*/ 3104394 w 4121770"/>
              <a:gd name="connsiteY1342" fmla="*/ 317522 h 3055696"/>
              <a:gd name="connsiteX1343" fmla="*/ 2304185 w 4121770"/>
              <a:gd name="connsiteY1343" fmla="*/ 300579 h 3055696"/>
              <a:gd name="connsiteX1344" fmla="*/ 2288546 w 4121770"/>
              <a:gd name="connsiteY1344" fmla="*/ 300579 h 3055696"/>
              <a:gd name="connsiteX1345" fmla="*/ 2288546 w 4121770"/>
              <a:gd name="connsiteY1345" fmla="*/ 309702 h 3055696"/>
              <a:gd name="connsiteX1346" fmla="*/ 2304185 w 4121770"/>
              <a:gd name="connsiteY1346" fmla="*/ 300579 h 3055696"/>
              <a:gd name="connsiteX1347" fmla="*/ 2409751 w 4121770"/>
              <a:gd name="connsiteY1347" fmla="*/ 277120 h 3055696"/>
              <a:gd name="connsiteX1348" fmla="*/ 2409751 w 4121770"/>
              <a:gd name="connsiteY1348" fmla="*/ 284940 h 3055696"/>
              <a:gd name="connsiteX1349" fmla="*/ 2409751 w 4121770"/>
              <a:gd name="connsiteY1349" fmla="*/ 277120 h 3055696"/>
              <a:gd name="connsiteX1350" fmla="*/ 2739804 w 4121770"/>
              <a:gd name="connsiteY1350" fmla="*/ 275166 h 3055696"/>
              <a:gd name="connsiteX1351" fmla="*/ 2732962 w 4121770"/>
              <a:gd name="connsiteY1351" fmla="*/ 277120 h 3055696"/>
              <a:gd name="connsiteX1352" fmla="*/ 2732962 w 4121770"/>
              <a:gd name="connsiteY1352" fmla="*/ 292760 h 3055696"/>
              <a:gd name="connsiteX1353" fmla="*/ 2740782 w 4121770"/>
              <a:gd name="connsiteY1353" fmla="*/ 284940 h 3055696"/>
              <a:gd name="connsiteX1354" fmla="*/ 2739804 w 4121770"/>
              <a:gd name="connsiteY1354" fmla="*/ 275166 h 3055696"/>
              <a:gd name="connsiteX1355" fmla="*/ 721579 w 4121770"/>
              <a:gd name="connsiteY1355" fmla="*/ 267630 h 3055696"/>
              <a:gd name="connsiteX1356" fmla="*/ 703333 w 4121770"/>
              <a:gd name="connsiteY1356" fmla="*/ 301230 h 3055696"/>
              <a:gd name="connsiteX1357" fmla="*/ 679006 w 4121770"/>
              <a:gd name="connsiteY1357" fmla="*/ 301230 h 3055696"/>
              <a:gd name="connsiteX1358" fmla="*/ 776317 w 4121770"/>
              <a:gd name="connsiteY1358" fmla="*/ 350103 h 3055696"/>
              <a:gd name="connsiteX1359" fmla="*/ 721579 w 4121770"/>
              <a:gd name="connsiteY1359" fmla="*/ 267630 h 3055696"/>
              <a:gd name="connsiteX1360" fmla="*/ 2141602 w 4121770"/>
              <a:gd name="connsiteY1360" fmla="*/ 234765 h 3055696"/>
              <a:gd name="connsiteX1361" fmla="*/ 2134760 w 4121770"/>
              <a:gd name="connsiteY1361" fmla="*/ 236719 h 3055696"/>
              <a:gd name="connsiteX1362" fmla="*/ 2142579 w 4121770"/>
              <a:gd name="connsiteY1362" fmla="*/ 244539 h 3055696"/>
              <a:gd name="connsiteX1363" fmla="*/ 2141602 w 4121770"/>
              <a:gd name="connsiteY1363" fmla="*/ 234765 h 3055696"/>
              <a:gd name="connsiteX1364" fmla="*/ 3289540 w 4121770"/>
              <a:gd name="connsiteY1364" fmla="*/ 234765 h 3055696"/>
              <a:gd name="connsiteX1365" fmla="*/ 3282943 w 4121770"/>
              <a:gd name="connsiteY1365" fmla="*/ 252359 h 3055696"/>
              <a:gd name="connsiteX1366" fmla="*/ 3298582 w 4121770"/>
              <a:gd name="connsiteY1366" fmla="*/ 236719 h 3055696"/>
              <a:gd name="connsiteX1367" fmla="*/ 3289540 w 4121770"/>
              <a:gd name="connsiteY1367" fmla="*/ 234765 h 3055696"/>
              <a:gd name="connsiteX1368" fmla="*/ 2692560 w 4121770"/>
              <a:gd name="connsiteY1368" fmla="*/ 228900 h 3055696"/>
              <a:gd name="connsiteX1369" fmla="*/ 2684741 w 4121770"/>
              <a:gd name="connsiteY1369" fmla="*/ 252359 h 3055696"/>
              <a:gd name="connsiteX1370" fmla="*/ 2708199 w 4121770"/>
              <a:gd name="connsiteY1370" fmla="*/ 252359 h 3055696"/>
              <a:gd name="connsiteX1371" fmla="*/ 2708199 w 4121770"/>
              <a:gd name="connsiteY1371" fmla="*/ 236719 h 3055696"/>
              <a:gd name="connsiteX1372" fmla="*/ 2692560 w 4121770"/>
              <a:gd name="connsiteY1372" fmla="*/ 228900 h 3055696"/>
              <a:gd name="connsiteX1373" fmla="*/ 1862566 w 4121770"/>
              <a:gd name="connsiteY1373" fmla="*/ 210142 h 3055696"/>
              <a:gd name="connsiteX1374" fmla="*/ 1851515 w 4121770"/>
              <a:gd name="connsiteY1374" fmla="*/ 212143 h 3055696"/>
              <a:gd name="connsiteX1375" fmla="*/ 1867589 w 4121770"/>
              <a:gd name="connsiteY1375" fmla="*/ 220149 h 3055696"/>
              <a:gd name="connsiteX1376" fmla="*/ 1862566 w 4121770"/>
              <a:gd name="connsiteY1376" fmla="*/ 210142 h 3055696"/>
              <a:gd name="connsiteX1377" fmla="*/ 2238614 w 4121770"/>
              <a:gd name="connsiteY1377" fmla="*/ 202060 h 3055696"/>
              <a:gd name="connsiteX1378" fmla="*/ 2248145 w 4121770"/>
              <a:gd name="connsiteY1378" fmla="*/ 211957 h 3055696"/>
              <a:gd name="connsiteX1379" fmla="*/ 2248145 w 4121770"/>
              <a:gd name="connsiteY1379" fmla="*/ 204137 h 3055696"/>
              <a:gd name="connsiteX1380" fmla="*/ 2238614 w 4121770"/>
              <a:gd name="connsiteY1380" fmla="*/ 202060 h 3055696"/>
              <a:gd name="connsiteX1381" fmla="*/ 2377429 w 4121770"/>
              <a:gd name="connsiteY1381" fmla="*/ 196317 h 3055696"/>
              <a:gd name="connsiteX1382" fmla="*/ 2377429 w 4121770"/>
              <a:gd name="connsiteY1382" fmla="*/ 228900 h 3055696"/>
              <a:gd name="connsiteX1383" fmla="*/ 2409751 w 4121770"/>
              <a:gd name="connsiteY1383" fmla="*/ 220754 h 3055696"/>
              <a:gd name="connsiteX1384" fmla="*/ 2377429 w 4121770"/>
              <a:gd name="connsiteY1384" fmla="*/ 196317 h 3055696"/>
              <a:gd name="connsiteX1385" fmla="*/ 2713306 w 4121770"/>
              <a:gd name="connsiteY1385" fmla="*/ 195821 h 3055696"/>
              <a:gd name="connsiteX1386" fmla="*/ 2700706 w 4121770"/>
              <a:gd name="connsiteY1386" fmla="*/ 220819 h 3055696"/>
              <a:gd name="connsiteX1387" fmla="*/ 2725142 w 4121770"/>
              <a:gd name="connsiteY1387" fmla="*/ 228900 h 3055696"/>
              <a:gd name="connsiteX1388" fmla="*/ 2725142 w 4121770"/>
              <a:gd name="connsiteY1388" fmla="*/ 196578 h 3055696"/>
              <a:gd name="connsiteX1389" fmla="*/ 2713306 w 4121770"/>
              <a:gd name="connsiteY1389" fmla="*/ 195821 h 3055696"/>
              <a:gd name="connsiteX1390" fmla="*/ 2861986 w 4121770"/>
              <a:gd name="connsiteY1390" fmla="*/ 188498 h 3055696"/>
              <a:gd name="connsiteX1391" fmla="*/ 2846346 w 4121770"/>
              <a:gd name="connsiteY1391" fmla="*/ 188498 h 3055696"/>
              <a:gd name="connsiteX1392" fmla="*/ 2854166 w 4121770"/>
              <a:gd name="connsiteY1392" fmla="*/ 204137 h 3055696"/>
              <a:gd name="connsiteX1393" fmla="*/ 2861986 w 4121770"/>
              <a:gd name="connsiteY1393" fmla="*/ 188498 h 3055696"/>
              <a:gd name="connsiteX1394" fmla="*/ 2431628 w 4121770"/>
              <a:gd name="connsiteY1394" fmla="*/ 176586 h 3055696"/>
              <a:gd name="connsiteX1395" fmla="*/ 2425824 w 4121770"/>
              <a:gd name="connsiteY1395" fmla="*/ 196318 h 3055696"/>
              <a:gd name="connsiteX1396" fmla="*/ 2434078 w 4121770"/>
              <a:gd name="connsiteY1396" fmla="*/ 196318 h 3055696"/>
              <a:gd name="connsiteX1397" fmla="*/ 2442333 w 4121770"/>
              <a:gd name="connsiteY1397" fmla="*/ 179810 h 3055696"/>
              <a:gd name="connsiteX1398" fmla="*/ 2431628 w 4121770"/>
              <a:gd name="connsiteY1398" fmla="*/ 176586 h 3055696"/>
              <a:gd name="connsiteX1399" fmla="*/ 1851950 w 4121770"/>
              <a:gd name="connsiteY1399" fmla="*/ 171556 h 3055696"/>
              <a:gd name="connsiteX1400" fmla="*/ 1835007 w 4121770"/>
              <a:gd name="connsiteY1400" fmla="*/ 180027 h 3055696"/>
              <a:gd name="connsiteX1401" fmla="*/ 1835007 w 4121770"/>
              <a:gd name="connsiteY1401" fmla="*/ 188499 h 3055696"/>
              <a:gd name="connsiteX1402" fmla="*/ 1851950 w 4121770"/>
              <a:gd name="connsiteY1402" fmla="*/ 188499 h 3055696"/>
              <a:gd name="connsiteX1403" fmla="*/ 1851950 w 4121770"/>
              <a:gd name="connsiteY1403" fmla="*/ 171556 h 3055696"/>
              <a:gd name="connsiteX1404" fmla="*/ 2934969 w 4121770"/>
              <a:gd name="connsiteY1404" fmla="*/ 171556 h 3055696"/>
              <a:gd name="connsiteX1405" fmla="*/ 2919330 w 4121770"/>
              <a:gd name="connsiteY1405" fmla="*/ 180027 h 3055696"/>
              <a:gd name="connsiteX1406" fmla="*/ 2927149 w 4121770"/>
              <a:gd name="connsiteY1406" fmla="*/ 188499 h 3055696"/>
              <a:gd name="connsiteX1407" fmla="*/ 2934969 w 4121770"/>
              <a:gd name="connsiteY1407" fmla="*/ 171556 h 3055696"/>
              <a:gd name="connsiteX1408" fmla="*/ 3113518 w 4121770"/>
              <a:gd name="connsiteY1408" fmla="*/ 163736 h 3055696"/>
              <a:gd name="connsiteX1409" fmla="*/ 3104394 w 4121770"/>
              <a:gd name="connsiteY1409" fmla="*/ 163736 h 3055696"/>
              <a:gd name="connsiteX1410" fmla="*/ 3104394 w 4121770"/>
              <a:gd name="connsiteY1410" fmla="*/ 179375 h 3055696"/>
              <a:gd name="connsiteX1411" fmla="*/ 3113518 w 4121770"/>
              <a:gd name="connsiteY1411" fmla="*/ 163736 h 3055696"/>
              <a:gd name="connsiteX1412" fmla="*/ 3298582 w 4121770"/>
              <a:gd name="connsiteY1412" fmla="*/ 155916 h 3055696"/>
              <a:gd name="connsiteX1413" fmla="*/ 3275123 w 4121770"/>
              <a:gd name="connsiteY1413" fmla="*/ 171556 h 3055696"/>
              <a:gd name="connsiteX1414" fmla="*/ 3282943 w 4121770"/>
              <a:gd name="connsiteY1414" fmla="*/ 171556 h 3055696"/>
              <a:gd name="connsiteX1415" fmla="*/ 3298582 w 4121770"/>
              <a:gd name="connsiteY1415" fmla="*/ 171556 h 3055696"/>
              <a:gd name="connsiteX1416" fmla="*/ 3298582 w 4121770"/>
              <a:gd name="connsiteY1416" fmla="*/ 155916 h 3055696"/>
              <a:gd name="connsiteX1417" fmla="*/ 1884531 w 4121770"/>
              <a:gd name="connsiteY1417" fmla="*/ 148097 h 3055696"/>
              <a:gd name="connsiteX1418" fmla="*/ 1892351 w 4121770"/>
              <a:gd name="connsiteY1418" fmla="*/ 163736 h 3055696"/>
              <a:gd name="connsiteX1419" fmla="*/ 1884531 w 4121770"/>
              <a:gd name="connsiteY1419" fmla="*/ 148097 h 3055696"/>
              <a:gd name="connsiteX1420" fmla="*/ 2078198 w 4121770"/>
              <a:gd name="connsiteY1420" fmla="*/ 148097 h 3055696"/>
              <a:gd name="connsiteX1421" fmla="*/ 2053957 w 4121770"/>
              <a:gd name="connsiteY1421" fmla="*/ 156134 h 3055696"/>
              <a:gd name="connsiteX1422" fmla="*/ 2094359 w 4121770"/>
              <a:gd name="connsiteY1422" fmla="*/ 180245 h 3055696"/>
              <a:gd name="connsiteX1423" fmla="*/ 2078198 w 4121770"/>
              <a:gd name="connsiteY1423" fmla="*/ 148097 h 3055696"/>
              <a:gd name="connsiteX1424" fmla="*/ 2515784 w 4121770"/>
              <a:gd name="connsiteY1424" fmla="*/ 143875 h 3055696"/>
              <a:gd name="connsiteX1425" fmla="*/ 2498373 w 4121770"/>
              <a:gd name="connsiteY1425" fmla="*/ 155482 h 3055696"/>
              <a:gd name="connsiteX1426" fmla="*/ 2523136 w 4121770"/>
              <a:gd name="connsiteY1426" fmla="*/ 147227 h 3055696"/>
              <a:gd name="connsiteX1427" fmla="*/ 2515784 w 4121770"/>
              <a:gd name="connsiteY1427" fmla="*/ 143875 h 3055696"/>
              <a:gd name="connsiteX1428" fmla="*/ 2112686 w 4121770"/>
              <a:gd name="connsiteY1428" fmla="*/ 143046 h 3055696"/>
              <a:gd name="connsiteX1429" fmla="*/ 2094359 w 4121770"/>
              <a:gd name="connsiteY1429" fmla="*/ 147119 h 3055696"/>
              <a:gd name="connsiteX1430" fmla="*/ 2102504 w 4121770"/>
              <a:gd name="connsiteY1430" fmla="*/ 171556 h 3055696"/>
              <a:gd name="connsiteX1431" fmla="*/ 2118795 w 4121770"/>
              <a:gd name="connsiteY1431" fmla="*/ 163410 h 3055696"/>
              <a:gd name="connsiteX1432" fmla="*/ 2112686 w 4121770"/>
              <a:gd name="connsiteY1432" fmla="*/ 143046 h 3055696"/>
              <a:gd name="connsiteX1433" fmla="*/ 3816850 w 4121770"/>
              <a:gd name="connsiteY1433" fmla="*/ 131154 h 3055696"/>
              <a:gd name="connsiteX1434" fmla="*/ 3800342 w 4121770"/>
              <a:gd name="connsiteY1434" fmla="*/ 139408 h 3055696"/>
              <a:gd name="connsiteX1435" fmla="*/ 3825104 w 4121770"/>
              <a:gd name="connsiteY1435" fmla="*/ 147662 h 3055696"/>
              <a:gd name="connsiteX1436" fmla="*/ 3816850 w 4121770"/>
              <a:gd name="connsiteY1436" fmla="*/ 131154 h 3055696"/>
              <a:gd name="connsiteX1437" fmla="*/ 2213500 w 4121770"/>
              <a:gd name="connsiteY1437" fmla="*/ 125615 h 3055696"/>
              <a:gd name="connsiteX1438" fmla="*/ 2199055 w 4121770"/>
              <a:gd name="connsiteY1438" fmla="*/ 147836 h 3055696"/>
              <a:gd name="connsiteX1439" fmla="*/ 2207309 w 4121770"/>
              <a:gd name="connsiteY1439" fmla="*/ 188237 h 3055696"/>
              <a:gd name="connsiteX1440" fmla="*/ 2223817 w 4121770"/>
              <a:gd name="connsiteY1440" fmla="*/ 188237 h 3055696"/>
              <a:gd name="connsiteX1441" fmla="*/ 2240325 w 4121770"/>
              <a:gd name="connsiteY1441" fmla="*/ 139755 h 3055696"/>
              <a:gd name="connsiteX1442" fmla="*/ 2213500 w 4121770"/>
              <a:gd name="connsiteY1442" fmla="*/ 125615 h 3055696"/>
              <a:gd name="connsiteX1443" fmla="*/ 2417570 w 4121770"/>
              <a:gd name="connsiteY1443" fmla="*/ 123334 h 3055696"/>
              <a:gd name="connsiteX1444" fmla="*/ 2417570 w 4121770"/>
              <a:gd name="connsiteY1444" fmla="*/ 138973 h 3055696"/>
              <a:gd name="connsiteX1445" fmla="*/ 2425390 w 4121770"/>
              <a:gd name="connsiteY1445" fmla="*/ 138973 h 3055696"/>
              <a:gd name="connsiteX1446" fmla="*/ 2417570 w 4121770"/>
              <a:gd name="connsiteY1446" fmla="*/ 123334 h 3055696"/>
              <a:gd name="connsiteX1447" fmla="*/ 2951912 w 4121770"/>
              <a:gd name="connsiteY1447" fmla="*/ 123334 h 3055696"/>
              <a:gd name="connsiteX1448" fmla="*/ 2935403 w 4121770"/>
              <a:gd name="connsiteY1448" fmla="*/ 148097 h 3055696"/>
              <a:gd name="connsiteX1449" fmla="*/ 2951912 w 4121770"/>
              <a:gd name="connsiteY1449" fmla="*/ 123334 h 3055696"/>
              <a:gd name="connsiteX1450" fmla="*/ 2100224 w 4121770"/>
              <a:gd name="connsiteY1450" fmla="*/ 114537 h 3055696"/>
              <a:gd name="connsiteX1451" fmla="*/ 2094359 w 4121770"/>
              <a:gd name="connsiteY1451" fmla="*/ 131154 h 3055696"/>
              <a:gd name="connsiteX1452" fmla="*/ 2117818 w 4121770"/>
              <a:gd name="connsiteY1452" fmla="*/ 115515 h 3055696"/>
              <a:gd name="connsiteX1453" fmla="*/ 2100224 w 4121770"/>
              <a:gd name="connsiteY1453" fmla="*/ 114537 h 3055696"/>
              <a:gd name="connsiteX1454" fmla="*/ 2032128 w 4121770"/>
              <a:gd name="connsiteY1454" fmla="*/ 110627 h 3055696"/>
              <a:gd name="connsiteX1455" fmla="*/ 2021375 w 4121770"/>
              <a:gd name="connsiteY1455" fmla="*/ 115515 h 3055696"/>
              <a:gd name="connsiteX1456" fmla="*/ 2037015 w 4121770"/>
              <a:gd name="connsiteY1456" fmla="*/ 123334 h 3055696"/>
              <a:gd name="connsiteX1457" fmla="*/ 2032128 w 4121770"/>
              <a:gd name="connsiteY1457" fmla="*/ 110627 h 3055696"/>
              <a:gd name="connsiteX1458" fmla="*/ 1890560 w 4121770"/>
              <a:gd name="connsiteY1458" fmla="*/ 82241 h 3055696"/>
              <a:gd name="connsiteX1459" fmla="*/ 1883489 w 4121770"/>
              <a:gd name="connsiteY1459" fmla="*/ 99550 h 3055696"/>
              <a:gd name="connsiteX1460" fmla="*/ 1915811 w 4121770"/>
              <a:gd name="connsiteY1460" fmla="*/ 83259 h 3055696"/>
              <a:gd name="connsiteX1461" fmla="*/ 1890560 w 4121770"/>
              <a:gd name="connsiteY1461" fmla="*/ 82241 h 3055696"/>
              <a:gd name="connsiteX1462" fmla="*/ 1834029 w 4121770"/>
              <a:gd name="connsiteY1462" fmla="*/ 80978 h 3055696"/>
              <a:gd name="connsiteX1463" fmla="*/ 1827187 w 4121770"/>
              <a:gd name="connsiteY1463" fmla="*/ 82933 h 3055696"/>
              <a:gd name="connsiteX1464" fmla="*/ 1819368 w 4121770"/>
              <a:gd name="connsiteY1464" fmla="*/ 90753 h 3055696"/>
              <a:gd name="connsiteX1465" fmla="*/ 1835007 w 4121770"/>
              <a:gd name="connsiteY1465" fmla="*/ 90753 h 3055696"/>
              <a:gd name="connsiteX1466" fmla="*/ 1834029 w 4121770"/>
              <a:gd name="connsiteY1466" fmla="*/ 80978 h 3055696"/>
              <a:gd name="connsiteX1467" fmla="*/ 1991678 w 4121770"/>
              <a:gd name="connsiteY1467" fmla="*/ 73159 h 3055696"/>
              <a:gd name="connsiteX1468" fmla="*/ 1980974 w 4121770"/>
              <a:gd name="connsiteY1468" fmla="*/ 75114 h 3055696"/>
              <a:gd name="connsiteX1469" fmla="*/ 1997481 w 4121770"/>
              <a:gd name="connsiteY1469" fmla="*/ 90753 h 3055696"/>
              <a:gd name="connsiteX1470" fmla="*/ 1991678 w 4121770"/>
              <a:gd name="connsiteY1470" fmla="*/ 73159 h 3055696"/>
              <a:gd name="connsiteX1471" fmla="*/ 2555065 w 4121770"/>
              <a:gd name="connsiteY1471" fmla="*/ 67294 h 3055696"/>
              <a:gd name="connsiteX1472" fmla="*/ 2546594 w 4121770"/>
              <a:gd name="connsiteY1472" fmla="*/ 67294 h 3055696"/>
              <a:gd name="connsiteX1473" fmla="*/ 2546594 w 4121770"/>
              <a:gd name="connsiteY1473" fmla="*/ 82933 h 3055696"/>
              <a:gd name="connsiteX1474" fmla="*/ 2555065 w 4121770"/>
              <a:gd name="connsiteY1474" fmla="*/ 82933 h 3055696"/>
              <a:gd name="connsiteX1475" fmla="*/ 2555065 w 4121770"/>
              <a:gd name="connsiteY1475" fmla="*/ 67294 h 3055696"/>
              <a:gd name="connsiteX1476" fmla="*/ 3048354 w 4121770"/>
              <a:gd name="connsiteY1476" fmla="*/ 67294 h 3055696"/>
              <a:gd name="connsiteX1477" fmla="*/ 3080936 w 4121770"/>
              <a:gd name="connsiteY1477" fmla="*/ 115515 h 3055696"/>
              <a:gd name="connsiteX1478" fmla="*/ 3048354 w 4121770"/>
              <a:gd name="connsiteY1478" fmla="*/ 67294 h 3055696"/>
              <a:gd name="connsiteX1479" fmla="*/ 2241649 w 4121770"/>
              <a:gd name="connsiteY1479" fmla="*/ 55252 h 3055696"/>
              <a:gd name="connsiteX1480" fmla="*/ 2231202 w 4121770"/>
              <a:gd name="connsiteY1480" fmla="*/ 66860 h 3055696"/>
              <a:gd name="connsiteX1481" fmla="*/ 2247710 w 4121770"/>
              <a:gd name="connsiteY1481" fmla="*/ 58605 h 3055696"/>
              <a:gd name="connsiteX1482" fmla="*/ 2241649 w 4121770"/>
              <a:gd name="connsiteY1482" fmla="*/ 55252 h 3055696"/>
              <a:gd name="connsiteX1483" fmla="*/ 2334731 w 4121770"/>
              <a:gd name="connsiteY1483" fmla="*/ 47721 h 3055696"/>
              <a:gd name="connsiteX1484" fmla="*/ 2312331 w 4121770"/>
              <a:gd name="connsiteY1484" fmla="*/ 66735 h 3055696"/>
              <a:gd name="connsiteX1485" fmla="*/ 2344912 w 4121770"/>
              <a:gd name="connsiteY1485" fmla="*/ 82747 h 3055696"/>
              <a:gd name="connsiteX1486" fmla="*/ 2334731 w 4121770"/>
              <a:gd name="connsiteY1486" fmla="*/ 47721 h 3055696"/>
              <a:gd name="connsiteX1487" fmla="*/ 1957983 w 4121770"/>
              <a:gd name="connsiteY1487" fmla="*/ 47432 h 3055696"/>
              <a:gd name="connsiteX1488" fmla="*/ 1940573 w 4121770"/>
              <a:gd name="connsiteY1488" fmla="*/ 59040 h 3055696"/>
              <a:gd name="connsiteX1489" fmla="*/ 1965335 w 4121770"/>
              <a:gd name="connsiteY1489" fmla="*/ 50785 h 3055696"/>
              <a:gd name="connsiteX1490" fmla="*/ 1957983 w 4121770"/>
              <a:gd name="connsiteY1490" fmla="*/ 47432 h 3055696"/>
              <a:gd name="connsiteX1491" fmla="*/ 2013121 w 4121770"/>
              <a:gd name="connsiteY1491" fmla="*/ 26892 h 3055696"/>
              <a:gd name="connsiteX1492" fmla="*/ 1996613 w 4121770"/>
              <a:gd name="connsiteY1492" fmla="*/ 42531 h 3055696"/>
              <a:gd name="connsiteX1493" fmla="*/ 2021375 w 4121770"/>
              <a:gd name="connsiteY1493" fmla="*/ 42531 h 3055696"/>
              <a:gd name="connsiteX1494" fmla="*/ 2013121 w 4121770"/>
              <a:gd name="connsiteY1494" fmla="*/ 26892 h 3055696"/>
              <a:gd name="connsiteX1495" fmla="*/ 1853076 w 4121770"/>
              <a:gd name="connsiteY1495" fmla="*/ 19677 h 3055696"/>
              <a:gd name="connsiteX1496" fmla="*/ 1842358 w 4121770"/>
              <a:gd name="connsiteY1496" fmla="*/ 19837 h 3055696"/>
              <a:gd name="connsiteX1497" fmla="*/ 1835007 w 4121770"/>
              <a:gd name="connsiteY1497" fmla="*/ 34278 h 3055696"/>
              <a:gd name="connsiteX1498" fmla="*/ 1859769 w 4121770"/>
              <a:gd name="connsiteY1498" fmla="*/ 50352 h 3055696"/>
              <a:gd name="connsiteX1499" fmla="*/ 1853076 w 4121770"/>
              <a:gd name="connsiteY1499" fmla="*/ 19677 h 3055696"/>
              <a:gd name="connsiteX1500" fmla="*/ 3169558 w 4121770"/>
              <a:gd name="connsiteY1500" fmla="*/ 9950 h 3055696"/>
              <a:gd name="connsiteX1501" fmla="*/ 3185197 w 4121770"/>
              <a:gd name="connsiteY1501" fmla="*/ 26241 h 3055696"/>
              <a:gd name="connsiteX1502" fmla="*/ 3169558 w 4121770"/>
              <a:gd name="connsiteY1502" fmla="*/ 9950 h 3055696"/>
              <a:gd name="connsiteX1503" fmla="*/ 3767760 w 4121770"/>
              <a:gd name="connsiteY1503" fmla="*/ 9950 h 3055696"/>
              <a:gd name="connsiteX1504" fmla="*/ 3752121 w 4121770"/>
              <a:gd name="connsiteY1504" fmla="*/ 34713 h 3055696"/>
              <a:gd name="connsiteX1505" fmla="*/ 3767760 w 4121770"/>
              <a:gd name="connsiteY1505" fmla="*/ 9950 h 3055696"/>
              <a:gd name="connsiteX1506" fmla="*/ 3566853 w 4121770"/>
              <a:gd name="connsiteY1506" fmla="*/ 176 h 3055696"/>
              <a:gd name="connsiteX1507" fmla="*/ 3557933 w 4121770"/>
              <a:gd name="connsiteY1507" fmla="*/ 2130 h 3055696"/>
              <a:gd name="connsiteX1508" fmla="*/ 3565753 w 4121770"/>
              <a:gd name="connsiteY1508" fmla="*/ 17770 h 3055696"/>
              <a:gd name="connsiteX1509" fmla="*/ 3566853 w 4121770"/>
              <a:gd name="connsiteY1509" fmla="*/ 176 h 305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</a:cxnLst>
            <a:rect l="l" t="t" r="r" b="b"/>
            <a:pathLst>
              <a:path w="4121770" h="3055696">
                <a:moveTo>
                  <a:pt x="2852211" y="3030405"/>
                </a:moveTo>
                <a:cubicBezTo>
                  <a:pt x="2848791" y="3029794"/>
                  <a:pt x="2844392" y="3030283"/>
                  <a:pt x="2838527" y="3032237"/>
                </a:cubicBezTo>
                <a:cubicBezTo>
                  <a:pt x="2838527" y="3047876"/>
                  <a:pt x="2854166" y="3047876"/>
                  <a:pt x="2869805" y="3055696"/>
                </a:cubicBezTo>
                <a:cubicBezTo>
                  <a:pt x="2863941" y="3043967"/>
                  <a:pt x="2862475" y="3032237"/>
                  <a:pt x="2852211" y="3030405"/>
                </a:cubicBezTo>
                <a:close/>
                <a:moveTo>
                  <a:pt x="2877027" y="2868251"/>
                </a:moveTo>
                <a:cubicBezTo>
                  <a:pt x="2859982" y="2865951"/>
                  <a:pt x="2846347" y="2884346"/>
                  <a:pt x="2846347" y="2902739"/>
                </a:cubicBezTo>
                <a:cubicBezTo>
                  <a:pt x="2854427" y="2943615"/>
                  <a:pt x="2927149" y="2927265"/>
                  <a:pt x="2894828" y="2878214"/>
                </a:cubicBezTo>
                <a:cubicBezTo>
                  <a:pt x="2888768" y="2872083"/>
                  <a:pt x="2882707" y="2869017"/>
                  <a:pt x="2877027" y="2868251"/>
                </a:cubicBezTo>
                <a:close/>
                <a:moveTo>
                  <a:pt x="2741217" y="2782009"/>
                </a:moveTo>
                <a:cubicBezTo>
                  <a:pt x="2732962" y="2789829"/>
                  <a:pt x="2741217" y="2797648"/>
                  <a:pt x="2749471" y="2797648"/>
                </a:cubicBezTo>
                <a:cubicBezTo>
                  <a:pt x="2757725" y="2789829"/>
                  <a:pt x="2757725" y="2782009"/>
                  <a:pt x="2741217" y="2782009"/>
                </a:cubicBezTo>
                <a:close/>
                <a:moveTo>
                  <a:pt x="1961279" y="2780335"/>
                </a:moveTo>
                <a:cubicBezTo>
                  <a:pt x="1950673" y="2784501"/>
                  <a:pt x="1944613" y="2801167"/>
                  <a:pt x="1956733" y="2813288"/>
                </a:cubicBezTo>
                <a:cubicBezTo>
                  <a:pt x="1972895" y="2813288"/>
                  <a:pt x="1980975" y="2805208"/>
                  <a:pt x="1980975" y="2789046"/>
                </a:cubicBezTo>
                <a:cubicBezTo>
                  <a:pt x="1980975" y="2789046"/>
                  <a:pt x="1980975" y="2789046"/>
                  <a:pt x="1972895" y="2780966"/>
                </a:cubicBezTo>
                <a:cubicBezTo>
                  <a:pt x="1968854" y="2778946"/>
                  <a:pt x="1964814" y="2778946"/>
                  <a:pt x="1961279" y="2780335"/>
                </a:cubicBezTo>
                <a:close/>
                <a:moveTo>
                  <a:pt x="1364485" y="2773321"/>
                </a:moveTo>
                <a:cubicBezTo>
                  <a:pt x="1352512" y="2769302"/>
                  <a:pt x="1338542" y="2773320"/>
                  <a:pt x="1342534" y="2789394"/>
                </a:cubicBezTo>
                <a:cubicBezTo>
                  <a:pt x="1350516" y="2797432"/>
                  <a:pt x="1358499" y="2805468"/>
                  <a:pt x="1374464" y="2805468"/>
                </a:cubicBezTo>
                <a:cubicBezTo>
                  <a:pt x="1386438" y="2789394"/>
                  <a:pt x="1376460" y="2777339"/>
                  <a:pt x="1364485" y="2773321"/>
                </a:cubicBezTo>
                <a:close/>
                <a:moveTo>
                  <a:pt x="2854166" y="2749427"/>
                </a:moveTo>
                <a:cubicBezTo>
                  <a:pt x="2846347" y="2757246"/>
                  <a:pt x="2846347" y="2772886"/>
                  <a:pt x="2854166" y="2772886"/>
                </a:cubicBezTo>
                <a:cubicBezTo>
                  <a:pt x="2861986" y="2772886"/>
                  <a:pt x="2869805" y="2765066"/>
                  <a:pt x="2869805" y="2757246"/>
                </a:cubicBezTo>
                <a:cubicBezTo>
                  <a:pt x="2861986" y="2757246"/>
                  <a:pt x="2861986" y="2749427"/>
                  <a:pt x="2854166" y="2749427"/>
                </a:cubicBezTo>
                <a:close/>
                <a:moveTo>
                  <a:pt x="1482025" y="2727813"/>
                </a:moveTo>
                <a:cubicBezTo>
                  <a:pt x="1467001" y="2723993"/>
                  <a:pt x="1451977" y="2772886"/>
                  <a:pt x="1480258" y="2772886"/>
                </a:cubicBezTo>
                <a:cubicBezTo>
                  <a:pt x="1480258" y="2756921"/>
                  <a:pt x="1488338" y="2756921"/>
                  <a:pt x="1488338" y="2732974"/>
                </a:cubicBezTo>
                <a:cubicBezTo>
                  <a:pt x="1486318" y="2729980"/>
                  <a:pt x="1484171" y="2728358"/>
                  <a:pt x="1482025" y="2727813"/>
                </a:cubicBezTo>
                <a:close/>
                <a:moveTo>
                  <a:pt x="2328948" y="2724665"/>
                </a:moveTo>
                <a:cubicBezTo>
                  <a:pt x="2328948" y="2733136"/>
                  <a:pt x="2328948" y="2741608"/>
                  <a:pt x="2336767" y="2741608"/>
                </a:cubicBezTo>
                <a:cubicBezTo>
                  <a:pt x="2336767" y="2733136"/>
                  <a:pt x="2336767" y="2724665"/>
                  <a:pt x="2328948" y="2724665"/>
                </a:cubicBezTo>
                <a:close/>
                <a:moveTo>
                  <a:pt x="1747173" y="2716019"/>
                </a:moveTo>
                <a:cubicBezTo>
                  <a:pt x="1735118" y="2711027"/>
                  <a:pt x="1714021" y="2737139"/>
                  <a:pt x="1738132" y="2749427"/>
                </a:cubicBezTo>
                <a:cubicBezTo>
                  <a:pt x="1746169" y="2741235"/>
                  <a:pt x="1754205" y="2741235"/>
                  <a:pt x="1754205" y="2733043"/>
                </a:cubicBezTo>
                <a:cubicBezTo>
                  <a:pt x="1754205" y="2722803"/>
                  <a:pt x="1751191" y="2717683"/>
                  <a:pt x="1747173" y="2716019"/>
                </a:cubicBezTo>
                <a:close/>
                <a:moveTo>
                  <a:pt x="2021375" y="2643862"/>
                </a:moveTo>
                <a:cubicBezTo>
                  <a:pt x="2021375" y="2643862"/>
                  <a:pt x="2021375" y="2643862"/>
                  <a:pt x="2013556" y="2643862"/>
                </a:cubicBezTo>
                <a:cubicBezTo>
                  <a:pt x="2013556" y="2652117"/>
                  <a:pt x="2005736" y="2660371"/>
                  <a:pt x="2013556" y="2668625"/>
                </a:cubicBezTo>
                <a:cubicBezTo>
                  <a:pt x="2021375" y="2668625"/>
                  <a:pt x="2021375" y="2660371"/>
                  <a:pt x="2021375" y="2643862"/>
                </a:cubicBezTo>
                <a:close/>
                <a:moveTo>
                  <a:pt x="2861986" y="2620403"/>
                </a:moveTo>
                <a:cubicBezTo>
                  <a:pt x="2861986" y="2620403"/>
                  <a:pt x="2861986" y="2620403"/>
                  <a:pt x="2854166" y="2620403"/>
                </a:cubicBezTo>
                <a:cubicBezTo>
                  <a:pt x="2854166" y="2628223"/>
                  <a:pt x="2854166" y="2628223"/>
                  <a:pt x="2854166" y="2636042"/>
                </a:cubicBezTo>
                <a:cubicBezTo>
                  <a:pt x="2861986" y="2636042"/>
                  <a:pt x="2861986" y="2636042"/>
                  <a:pt x="2861986" y="2636042"/>
                </a:cubicBezTo>
                <a:cubicBezTo>
                  <a:pt x="2869805" y="2636042"/>
                  <a:pt x="2869805" y="2636042"/>
                  <a:pt x="2869805" y="2628223"/>
                </a:cubicBezTo>
                <a:cubicBezTo>
                  <a:pt x="2869805" y="2628223"/>
                  <a:pt x="2869805" y="2620403"/>
                  <a:pt x="2861986" y="2620403"/>
                </a:cubicBezTo>
                <a:close/>
                <a:moveTo>
                  <a:pt x="2480382" y="2580261"/>
                </a:moveTo>
                <a:cubicBezTo>
                  <a:pt x="2467950" y="2576862"/>
                  <a:pt x="2454388" y="2622181"/>
                  <a:pt x="2490553" y="2604053"/>
                </a:cubicBezTo>
                <a:cubicBezTo>
                  <a:pt x="2488545" y="2587940"/>
                  <a:pt x="2484526" y="2581394"/>
                  <a:pt x="2480382" y="2580261"/>
                </a:cubicBezTo>
                <a:close/>
                <a:moveTo>
                  <a:pt x="1871830" y="2561691"/>
                </a:moveTo>
                <a:cubicBezTo>
                  <a:pt x="1826170" y="2552113"/>
                  <a:pt x="1797661" y="2625168"/>
                  <a:pt x="1819043" y="2660804"/>
                </a:cubicBezTo>
                <a:cubicBezTo>
                  <a:pt x="1859771" y="2644513"/>
                  <a:pt x="1884207" y="2620077"/>
                  <a:pt x="1892352" y="2571205"/>
                </a:cubicBezTo>
                <a:cubicBezTo>
                  <a:pt x="1885225" y="2566114"/>
                  <a:pt x="1878352" y="2563059"/>
                  <a:pt x="1871830" y="2561691"/>
                </a:cubicBezTo>
                <a:close/>
                <a:moveTo>
                  <a:pt x="2724165" y="2561105"/>
                </a:moveTo>
                <a:cubicBezTo>
                  <a:pt x="2723188" y="2559150"/>
                  <a:pt x="2721233" y="2559150"/>
                  <a:pt x="2717323" y="2563059"/>
                </a:cubicBezTo>
                <a:cubicBezTo>
                  <a:pt x="2717323" y="2563059"/>
                  <a:pt x="2717323" y="2570879"/>
                  <a:pt x="2725143" y="2570879"/>
                </a:cubicBezTo>
                <a:cubicBezTo>
                  <a:pt x="2725143" y="2566969"/>
                  <a:pt x="2725143" y="2563059"/>
                  <a:pt x="2724165" y="2561105"/>
                </a:cubicBezTo>
                <a:close/>
                <a:moveTo>
                  <a:pt x="1325428" y="2555240"/>
                </a:moveTo>
                <a:cubicBezTo>
                  <a:pt x="1317609" y="2555240"/>
                  <a:pt x="1317609" y="2555240"/>
                  <a:pt x="1317609" y="2563059"/>
                </a:cubicBezTo>
                <a:cubicBezTo>
                  <a:pt x="1317609" y="2563059"/>
                  <a:pt x="1317609" y="2563059"/>
                  <a:pt x="1325428" y="2563059"/>
                </a:cubicBezTo>
                <a:cubicBezTo>
                  <a:pt x="1325428" y="2563059"/>
                  <a:pt x="1325428" y="2555240"/>
                  <a:pt x="1325428" y="2555240"/>
                </a:cubicBezTo>
                <a:close/>
                <a:moveTo>
                  <a:pt x="1956212" y="2555240"/>
                </a:moveTo>
                <a:cubicBezTo>
                  <a:pt x="1948392" y="2555240"/>
                  <a:pt x="1948392" y="2555240"/>
                  <a:pt x="1940573" y="2555240"/>
                </a:cubicBezTo>
                <a:cubicBezTo>
                  <a:pt x="1940573" y="2571748"/>
                  <a:pt x="1940573" y="2555240"/>
                  <a:pt x="1924933" y="2563494"/>
                </a:cubicBezTo>
                <a:cubicBezTo>
                  <a:pt x="1924933" y="2563494"/>
                  <a:pt x="1924933" y="2571748"/>
                  <a:pt x="1924933" y="2580002"/>
                </a:cubicBezTo>
                <a:cubicBezTo>
                  <a:pt x="1932753" y="2580002"/>
                  <a:pt x="1948392" y="2571748"/>
                  <a:pt x="1956212" y="2555240"/>
                </a:cubicBezTo>
                <a:close/>
                <a:moveTo>
                  <a:pt x="2292565" y="2546675"/>
                </a:moveTo>
                <a:cubicBezTo>
                  <a:pt x="2272473" y="2546675"/>
                  <a:pt x="2252381" y="2558824"/>
                  <a:pt x="2248363" y="2579071"/>
                </a:cubicBezTo>
                <a:cubicBezTo>
                  <a:pt x="2240325" y="2635763"/>
                  <a:pt x="2328731" y="2643862"/>
                  <a:pt x="2336767" y="2587170"/>
                </a:cubicBezTo>
                <a:cubicBezTo>
                  <a:pt x="2332749" y="2558823"/>
                  <a:pt x="2312657" y="2546675"/>
                  <a:pt x="2292565" y="2546675"/>
                </a:cubicBezTo>
                <a:close/>
                <a:moveTo>
                  <a:pt x="1715880" y="2487158"/>
                </a:moveTo>
                <a:cubicBezTo>
                  <a:pt x="1710382" y="2486383"/>
                  <a:pt x="1705984" y="2492574"/>
                  <a:pt x="1705984" y="2498765"/>
                </a:cubicBezTo>
                <a:cubicBezTo>
                  <a:pt x="1705984" y="2507019"/>
                  <a:pt x="1721623" y="2507019"/>
                  <a:pt x="1721623" y="2490511"/>
                </a:cubicBezTo>
                <a:cubicBezTo>
                  <a:pt x="1719668" y="2488447"/>
                  <a:pt x="1717713" y="2487415"/>
                  <a:pt x="1715880" y="2487158"/>
                </a:cubicBezTo>
                <a:close/>
                <a:moveTo>
                  <a:pt x="1698164" y="2474437"/>
                </a:moveTo>
                <a:cubicBezTo>
                  <a:pt x="1690344" y="2482256"/>
                  <a:pt x="1690344" y="2482256"/>
                  <a:pt x="1690344" y="2482256"/>
                </a:cubicBezTo>
                <a:cubicBezTo>
                  <a:pt x="1698164" y="2490076"/>
                  <a:pt x="1705984" y="2482256"/>
                  <a:pt x="1698164" y="2474437"/>
                </a:cubicBezTo>
                <a:close/>
                <a:moveTo>
                  <a:pt x="2522875" y="2471006"/>
                </a:moveTo>
                <a:cubicBezTo>
                  <a:pt x="2506714" y="2467959"/>
                  <a:pt x="2490553" y="2478116"/>
                  <a:pt x="2506714" y="2506558"/>
                </a:cubicBezTo>
                <a:cubicBezTo>
                  <a:pt x="2450152" y="2530938"/>
                  <a:pt x="2539035" y="2587821"/>
                  <a:pt x="2522875" y="2522811"/>
                </a:cubicBezTo>
                <a:cubicBezTo>
                  <a:pt x="2530955" y="2522811"/>
                  <a:pt x="2539035" y="2522811"/>
                  <a:pt x="2539035" y="2514684"/>
                </a:cubicBezTo>
                <a:cubicBezTo>
                  <a:pt x="2555196" y="2490306"/>
                  <a:pt x="2539035" y="2474053"/>
                  <a:pt x="2522875" y="2471006"/>
                </a:cubicBezTo>
                <a:close/>
                <a:moveTo>
                  <a:pt x="2795438" y="2470690"/>
                </a:moveTo>
                <a:cubicBezTo>
                  <a:pt x="2789328" y="2472727"/>
                  <a:pt x="2785255" y="2478836"/>
                  <a:pt x="2789328" y="2491054"/>
                </a:cubicBezTo>
                <a:cubicBezTo>
                  <a:pt x="2797474" y="2499199"/>
                  <a:pt x="2813765" y="2491054"/>
                  <a:pt x="2813765" y="2474763"/>
                </a:cubicBezTo>
                <a:cubicBezTo>
                  <a:pt x="2809692" y="2470690"/>
                  <a:pt x="2801547" y="2468654"/>
                  <a:pt x="2795438" y="2470690"/>
                </a:cubicBezTo>
                <a:close/>
                <a:moveTo>
                  <a:pt x="2393459" y="2449674"/>
                </a:moveTo>
                <a:cubicBezTo>
                  <a:pt x="2369512" y="2449674"/>
                  <a:pt x="2361529" y="2465965"/>
                  <a:pt x="2369512" y="2482256"/>
                </a:cubicBezTo>
                <a:cubicBezTo>
                  <a:pt x="2385477" y="2514838"/>
                  <a:pt x="2425390" y="2474111"/>
                  <a:pt x="2393459" y="2449674"/>
                </a:cubicBezTo>
                <a:close/>
                <a:moveTo>
                  <a:pt x="1835659" y="2441855"/>
                </a:moveTo>
                <a:cubicBezTo>
                  <a:pt x="1827188" y="2450109"/>
                  <a:pt x="1827188" y="2458363"/>
                  <a:pt x="1835659" y="2466617"/>
                </a:cubicBezTo>
                <a:cubicBezTo>
                  <a:pt x="1844131" y="2458363"/>
                  <a:pt x="1844131" y="2450109"/>
                  <a:pt x="1835659" y="2441855"/>
                </a:cubicBezTo>
                <a:close/>
                <a:moveTo>
                  <a:pt x="1681221" y="2409273"/>
                </a:moveTo>
                <a:cubicBezTo>
                  <a:pt x="1681221" y="2425782"/>
                  <a:pt x="1689693" y="2434036"/>
                  <a:pt x="1698164" y="2425782"/>
                </a:cubicBezTo>
                <a:cubicBezTo>
                  <a:pt x="1698164" y="2417528"/>
                  <a:pt x="1698164" y="2409273"/>
                  <a:pt x="1681221" y="2409273"/>
                </a:cubicBezTo>
                <a:close/>
                <a:moveTo>
                  <a:pt x="2422091" y="2402390"/>
                </a:moveTo>
                <a:cubicBezTo>
                  <a:pt x="2412195" y="2403898"/>
                  <a:pt x="2407796" y="2428008"/>
                  <a:pt x="2425390" y="2434036"/>
                </a:cubicBezTo>
                <a:cubicBezTo>
                  <a:pt x="2433209" y="2425999"/>
                  <a:pt x="2433209" y="2417962"/>
                  <a:pt x="2433209" y="2409925"/>
                </a:cubicBezTo>
                <a:cubicBezTo>
                  <a:pt x="2429300" y="2403898"/>
                  <a:pt x="2425390" y="2401889"/>
                  <a:pt x="2422091" y="2402390"/>
                </a:cubicBezTo>
                <a:close/>
                <a:moveTo>
                  <a:pt x="848431" y="2393634"/>
                </a:moveTo>
                <a:cubicBezTo>
                  <a:pt x="824972" y="2393634"/>
                  <a:pt x="824972" y="2409925"/>
                  <a:pt x="824972" y="2426216"/>
                </a:cubicBezTo>
                <a:cubicBezTo>
                  <a:pt x="832791" y="2418071"/>
                  <a:pt x="848431" y="2409925"/>
                  <a:pt x="848431" y="2393634"/>
                </a:cubicBezTo>
                <a:close/>
                <a:moveTo>
                  <a:pt x="1456110" y="2352862"/>
                </a:moveTo>
                <a:cubicBezTo>
                  <a:pt x="1444368" y="2357028"/>
                  <a:pt x="1442853" y="2373694"/>
                  <a:pt x="1454973" y="2385814"/>
                </a:cubicBezTo>
                <a:cubicBezTo>
                  <a:pt x="1463054" y="2385814"/>
                  <a:pt x="1463054" y="2385814"/>
                  <a:pt x="1479214" y="2385814"/>
                </a:cubicBezTo>
                <a:cubicBezTo>
                  <a:pt x="1479214" y="2377734"/>
                  <a:pt x="1479214" y="2361573"/>
                  <a:pt x="1471134" y="2353493"/>
                </a:cubicBezTo>
                <a:cubicBezTo>
                  <a:pt x="1465074" y="2351473"/>
                  <a:pt x="1460024" y="2351473"/>
                  <a:pt x="1456110" y="2352862"/>
                </a:cubicBezTo>
                <a:close/>
                <a:moveTo>
                  <a:pt x="1196404" y="2337593"/>
                </a:moveTo>
                <a:cubicBezTo>
                  <a:pt x="1196404" y="2345412"/>
                  <a:pt x="1196404" y="2353232"/>
                  <a:pt x="1196404" y="2353232"/>
                </a:cubicBezTo>
                <a:cubicBezTo>
                  <a:pt x="1204875" y="2353232"/>
                  <a:pt x="1204875" y="2353232"/>
                  <a:pt x="1204875" y="2353232"/>
                </a:cubicBezTo>
                <a:cubicBezTo>
                  <a:pt x="1213347" y="2345412"/>
                  <a:pt x="1204875" y="2337593"/>
                  <a:pt x="1196404" y="2337593"/>
                </a:cubicBezTo>
                <a:close/>
                <a:moveTo>
                  <a:pt x="1619665" y="2336616"/>
                </a:moveTo>
                <a:cubicBezTo>
                  <a:pt x="1596518" y="2337376"/>
                  <a:pt x="1571131" y="2363225"/>
                  <a:pt x="1577105" y="2393634"/>
                </a:cubicBezTo>
                <a:cubicBezTo>
                  <a:pt x="1600998" y="2385525"/>
                  <a:pt x="1632856" y="2369306"/>
                  <a:pt x="1640820" y="2344979"/>
                </a:cubicBezTo>
                <a:cubicBezTo>
                  <a:pt x="1634847" y="2338897"/>
                  <a:pt x="1627380" y="2336363"/>
                  <a:pt x="1619665" y="2336616"/>
                </a:cubicBezTo>
                <a:close/>
                <a:moveTo>
                  <a:pt x="2340840" y="2317882"/>
                </a:moveTo>
                <a:cubicBezTo>
                  <a:pt x="2334731" y="2316871"/>
                  <a:pt x="2328622" y="2316871"/>
                  <a:pt x="2320476" y="2320912"/>
                </a:cubicBezTo>
                <a:cubicBezTo>
                  <a:pt x="2271604" y="2385554"/>
                  <a:pt x="2401931" y="2393634"/>
                  <a:pt x="2361204" y="2320912"/>
                </a:cubicBezTo>
                <a:cubicBezTo>
                  <a:pt x="2353059" y="2320912"/>
                  <a:pt x="2346950" y="2318891"/>
                  <a:pt x="2340840" y="2317882"/>
                </a:cubicBezTo>
                <a:close/>
                <a:moveTo>
                  <a:pt x="1463575" y="2239848"/>
                </a:moveTo>
                <a:cubicBezTo>
                  <a:pt x="1463575" y="2247929"/>
                  <a:pt x="1447936" y="2280250"/>
                  <a:pt x="1471395" y="2272170"/>
                </a:cubicBezTo>
                <a:cubicBezTo>
                  <a:pt x="1471395" y="2256008"/>
                  <a:pt x="1471395" y="2247929"/>
                  <a:pt x="1463575" y="2239848"/>
                </a:cubicBezTo>
                <a:close/>
                <a:moveTo>
                  <a:pt x="2820201" y="2219321"/>
                </a:moveTo>
                <a:cubicBezTo>
                  <a:pt x="2814091" y="2220299"/>
                  <a:pt x="2810018" y="2224209"/>
                  <a:pt x="2814091" y="2232028"/>
                </a:cubicBezTo>
                <a:cubicBezTo>
                  <a:pt x="2822237" y="2239848"/>
                  <a:pt x="2830382" y="2239848"/>
                  <a:pt x="2838527" y="2224209"/>
                </a:cubicBezTo>
                <a:cubicBezTo>
                  <a:pt x="2834455" y="2220299"/>
                  <a:pt x="2826309" y="2218344"/>
                  <a:pt x="2820201" y="2219321"/>
                </a:cubicBezTo>
                <a:close/>
                <a:moveTo>
                  <a:pt x="2410117" y="2210304"/>
                </a:moveTo>
                <a:cubicBezTo>
                  <a:pt x="2402481" y="2211062"/>
                  <a:pt x="2394845" y="2227727"/>
                  <a:pt x="2400953" y="2239848"/>
                </a:cubicBezTo>
                <a:cubicBezTo>
                  <a:pt x="2417244" y="2239848"/>
                  <a:pt x="2425390" y="2231768"/>
                  <a:pt x="2417244" y="2215607"/>
                </a:cubicBezTo>
                <a:cubicBezTo>
                  <a:pt x="2415208" y="2211567"/>
                  <a:pt x="2412663" y="2210052"/>
                  <a:pt x="2410117" y="2210304"/>
                </a:cubicBezTo>
                <a:close/>
                <a:moveTo>
                  <a:pt x="776751" y="2199772"/>
                </a:moveTo>
                <a:cubicBezTo>
                  <a:pt x="760460" y="2191626"/>
                  <a:pt x="744169" y="2224209"/>
                  <a:pt x="768605" y="2224209"/>
                </a:cubicBezTo>
                <a:cubicBezTo>
                  <a:pt x="768605" y="2216063"/>
                  <a:pt x="776751" y="2216063"/>
                  <a:pt x="776751" y="2199772"/>
                </a:cubicBezTo>
                <a:close/>
                <a:moveTo>
                  <a:pt x="2898087" y="2192266"/>
                </a:moveTo>
                <a:cubicBezTo>
                  <a:pt x="2884402" y="2188857"/>
                  <a:pt x="2871891" y="2197948"/>
                  <a:pt x="2878146" y="2216129"/>
                </a:cubicBezTo>
                <a:cubicBezTo>
                  <a:pt x="2886487" y="2224209"/>
                  <a:pt x="2886487" y="2224209"/>
                  <a:pt x="2903169" y="2224209"/>
                </a:cubicBezTo>
                <a:cubicBezTo>
                  <a:pt x="2911510" y="2216129"/>
                  <a:pt x="2911510" y="2208048"/>
                  <a:pt x="2911510" y="2199967"/>
                </a:cubicBezTo>
                <a:cubicBezTo>
                  <a:pt x="2907339" y="2195927"/>
                  <a:pt x="2902648" y="2193402"/>
                  <a:pt x="2898087" y="2192266"/>
                </a:cubicBezTo>
                <a:close/>
                <a:moveTo>
                  <a:pt x="1213347" y="2191626"/>
                </a:moveTo>
                <a:cubicBezTo>
                  <a:pt x="1213347" y="2191626"/>
                  <a:pt x="1204223" y="2191626"/>
                  <a:pt x="1204223" y="2191626"/>
                </a:cubicBezTo>
                <a:cubicBezTo>
                  <a:pt x="1204223" y="2199446"/>
                  <a:pt x="1204223" y="2207266"/>
                  <a:pt x="1213347" y="2199446"/>
                </a:cubicBezTo>
                <a:cubicBezTo>
                  <a:pt x="1213347" y="2199446"/>
                  <a:pt x="1213347" y="2199446"/>
                  <a:pt x="1213347" y="2191626"/>
                </a:cubicBezTo>
                <a:close/>
                <a:moveTo>
                  <a:pt x="2223382" y="2191626"/>
                </a:moveTo>
                <a:cubicBezTo>
                  <a:pt x="2223382" y="2199881"/>
                  <a:pt x="2215563" y="2208135"/>
                  <a:pt x="2223382" y="2216389"/>
                </a:cubicBezTo>
                <a:cubicBezTo>
                  <a:pt x="2231202" y="2208135"/>
                  <a:pt x="2231202" y="2199881"/>
                  <a:pt x="2223382" y="2191626"/>
                </a:cubicBezTo>
                <a:close/>
                <a:moveTo>
                  <a:pt x="848866" y="2175987"/>
                </a:moveTo>
                <a:cubicBezTo>
                  <a:pt x="848866" y="2175987"/>
                  <a:pt x="840611" y="2191626"/>
                  <a:pt x="848866" y="2191626"/>
                </a:cubicBezTo>
                <a:cubicBezTo>
                  <a:pt x="857120" y="2199446"/>
                  <a:pt x="865374" y="2175987"/>
                  <a:pt x="848866" y="2175987"/>
                </a:cubicBezTo>
                <a:close/>
                <a:moveTo>
                  <a:pt x="330909" y="2160899"/>
                </a:moveTo>
                <a:cubicBezTo>
                  <a:pt x="321745" y="2159371"/>
                  <a:pt x="311482" y="2171589"/>
                  <a:pt x="323211" y="2183807"/>
                </a:cubicBezTo>
                <a:cubicBezTo>
                  <a:pt x="323211" y="2183807"/>
                  <a:pt x="331031" y="2183807"/>
                  <a:pt x="338851" y="2183807"/>
                </a:cubicBezTo>
                <a:cubicBezTo>
                  <a:pt x="331031" y="2175662"/>
                  <a:pt x="338851" y="2175662"/>
                  <a:pt x="338851" y="2167516"/>
                </a:cubicBezTo>
                <a:cubicBezTo>
                  <a:pt x="336896" y="2163444"/>
                  <a:pt x="333964" y="2161408"/>
                  <a:pt x="330909" y="2160899"/>
                </a:cubicBezTo>
                <a:close/>
                <a:moveTo>
                  <a:pt x="2263784" y="2143623"/>
                </a:moveTo>
                <a:cubicBezTo>
                  <a:pt x="2239347" y="2135586"/>
                  <a:pt x="2231202" y="2183807"/>
                  <a:pt x="2255639" y="2183807"/>
                </a:cubicBezTo>
                <a:cubicBezTo>
                  <a:pt x="2263784" y="2175771"/>
                  <a:pt x="2263784" y="2167734"/>
                  <a:pt x="2263784" y="2143623"/>
                </a:cubicBezTo>
                <a:close/>
                <a:moveTo>
                  <a:pt x="1473910" y="2136136"/>
                </a:moveTo>
                <a:cubicBezTo>
                  <a:pt x="1472454" y="2136780"/>
                  <a:pt x="1471395" y="2138844"/>
                  <a:pt x="1471395" y="2142971"/>
                </a:cubicBezTo>
                <a:cubicBezTo>
                  <a:pt x="1471395" y="2142971"/>
                  <a:pt x="1471395" y="2151225"/>
                  <a:pt x="1479866" y="2151225"/>
                </a:cubicBezTo>
                <a:cubicBezTo>
                  <a:pt x="1486220" y="2145034"/>
                  <a:pt x="1478278" y="2134201"/>
                  <a:pt x="1473910" y="2136136"/>
                </a:cubicBezTo>
                <a:close/>
                <a:moveTo>
                  <a:pt x="679005" y="2126463"/>
                </a:moveTo>
                <a:cubicBezTo>
                  <a:pt x="663366" y="2126463"/>
                  <a:pt x="663366" y="2126463"/>
                  <a:pt x="663366" y="2135586"/>
                </a:cubicBezTo>
                <a:cubicBezTo>
                  <a:pt x="671186" y="2135586"/>
                  <a:pt x="679005" y="2135586"/>
                  <a:pt x="679005" y="2135586"/>
                </a:cubicBezTo>
                <a:cubicBezTo>
                  <a:pt x="679005" y="2126463"/>
                  <a:pt x="679005" y="2126463"/>
                  <a:pt x="679005" y="2126463"/>
                </a:cubicBezTo>
                <a:close/>
                <a:moveTo>
                  <a:pt x="967126" y="2122684"/>
                </a:moveTo>
                <a:cubicBezTo>
                  <a:pt x="960056" y="2124703"/>
                  <a:pt x="953995" y="2130764"/>
                  <a:pt x="953995" y="2142884"/>
                </a:cubicBezTo>
                <a:cubicBezTo>
                  <a:pt x="962076" y="2150965"/>
                  <a:pt x="962076" y="2159045"/>
                  <a:pt x="978237" y="2159045"/>
                </a:cubicBezTo>
                <a:cubicBezTo>
                  <a:pt x="986317" y="2150965"/>
                  <a:pt x="994397" y="2142884"/>
                  <a:pt x="986317" y="2126724"/>
                </a:cubicBezTo>
                <a:cubicBezTo>
                  <a:pt x="982277" y="2122684"/>
                  <a:pt x="974197" y="2120663"/>
                  <a:pt x="967126" y="2122684"/>
                </a:cubicBezTo>
                <a:close/>
                <a:moveTo>
                  <a:pt x="1382772" y="2111149"/>
                </a:moveTo>
                <a:cubicBezTo>
                  <a:pt x="1372590" y="2111149"/>
                  <a:pt x="1362408" y="2119295"/>
                  <a:pt x="1374627" y="2135586"/>
                </a:cubicBezTo>
                <a:cubicBezTo>
                  <a:pt x="1382772" y="2135586"/>
                  <a:pt x="1382772" y="2135586"/>
                  <a:pt x="1390918" y="2135586"/>
                </a:cubicBezTo>
                <a:cubicBezTo>
                  <a:pt x="1403135" y="2119295"/>
                  <a:pt x="1392954" y="2111149"/>
                  <a:pt x="1382772" y="2111149"/>
                </a:cubicBezTo>
                <a:close/>
                <a:moveTo>
                  <a:pt x="2894330" y="2110006"/>
                </a:moveTo>
                <a:cubicBezTo>
                  <a:pt x="2897491" y="2110258"/>
                  <a:pt x="2900526" y="2112785"/>
                  <a:pt x="2902549" y="2118848"/>
                </a:cubicBezTo>
                <a:cubicBezTo>
                  <a:pt x="2902549" y="2126932"/>
                  <a:pt x="2894456" y="2126932"/>
                  <a:pt x="2886363" y="2135017"/>
                </a:cubicBezTo>
                <a:cubicBezTo>
                  <a:pt x="2874224" y="2128953"/>
                  <a:pt x="2884846" y="2109248"/>
                  <a:pt x="2894330" y="2110006"/>
                </a:cubicBezTo>
                <a:close/>
                <a:moveTo>
                  <a:pt x="1172294" y="2070422"/>
                </a:moveTo>
                <a:cubicBezTo>
                  <a:pt x="1172294" y="2070422"/>
                  <a:pt x="1172294" y="2070422"/>
                  <a:pt x="1163823" y="2070422"/>
                </a:cubicBezTo>
                <a:cubicBezTo>
                  <a:pt x="1163823" y="2078677"/>
                  <a:pt x="1163823" y="2078677"/>
                  <a:pt x="1163823" y="2095185"/>
                </a:cubicBezTo>
                <a:cubicBezTo>
                  <a:pt x="1180765" y="2095185"/>
                  <a:pt x="1172294" y="2078677"/>
                  <a:pt x="1172294" y="2070422"/>
                </a:cubicBezTo>
                <a:close/>
                <a:moveTo>
                  <a:pt x="2361008" y="2062603"/>
                </a:moveTo>
                <a:cubicBezTo>
                  <a:pt x="2296365" y="2062603"/>
                  <a:pt x="2377169" y="2126463"/>
                  <a:pt x="2361008" y="2062603"/>
                </a:cubicBezTo>
                <a:close/>
                <a:moveTo>
                  <a:pt x="888832" y="2054783"/>
                </a:moveTo>
                <a:cubicBezTo>
                  <a:pt x="888832" y="2062603"/>
                  <a:pt x="873192" y="2062603"/>
                  <a:pt x="881012" y="2070422"/>
                </a:cubicBezTo>
                <a:cubicBezTo>
                  <a:pt x="888832" y="2070422"/>
                  <a:pt x="888832" y="2070422"/>
                  <a:pt x="888832" y="2062603"/>
                </a:cubicBezTo>
                <a:cubicBezTo>
                  <a:pt x="888832" y="2062603"/>
                  <a:pt x="888832" y="2062603"/>
                  <a:pt x="888832" y="2054783"/>
                </a:cubicBezTo>
                <a:close/>
                <a:moveTo>
                  <a:pt x="507193" y="2045342"/>
                </a:moveTo>
                <a:cubicBezTo>
                  <a:pt x="501668" y="2044105"/>
                  <a:pt x="494510" y="2044231"/>
                  <a:pt x="485469" y="2046261"/>
                </a:cubicBezTo>
                <a:cubicBezTo>
                  <a:pt x="469395" y="2054382"/>
                  <a:pt x="461358" y="2062503"/>
                  <a:pt x="469395" y="2086864"/>
                </a:cubicBezTo>
                <a:cubicBezTo>
                  <a:pt x="504556" y="2129496"/>
                  <a:pt x="545870" y="2054001"/>
                  <a:pt x="507193" y="2045342"/>
                </a:cubicBezTo>
                <a:close/>
                <a:moveTo>
                  <a:pt x="2259875" y="2016336"/>
                </a:moveTo>
                <a:cubicBezTo>
                  <a:pt x="2255965" y="2016336"/>
                  <a:pt x="2252055" y="2018291"/>
                  <a:pt x="2248145" y="2022201"/>
                </a:cubicBezTo>
                <a:cubicBezTo>
                  <a:pt x="2248145" y="2037840"/>
                  <a:pt x="2255965" y="2045660"/>
                  <a:pt x="2271604" y="2037840"/>
                </a:cubicBezTo>
                <a:cubicBezTo>
                  <a:pt x="2271604" y="2030020"/>
                  <a:pt x="2271604" y="2030020"/>
                  <a:pt x="2271604" y="2022201"/>
                </a:cubicBezTo>
                <a:cubicBezTo>
                  <a:pt x="2267695" y="2018291"/>
                  <a:pt x="2263784" y="2016336"/>
                  <a:pt x="2259875" y="2016336"/>
                </a:cubicBezTo>
                <a:close/>
                <a:moveTo>
                  <a:pt x="1682153" y="2005549"/>
                </a:moveTo>
                <a:cubicBezTo>
                  <a:pt x="1633000" y="1997439"/>
                  <a:pt x="1665769" y="2070422"/>
                  <a:pt x="1690344" y="2037985"/>
                </a:cubicBezTo>
                <a:cubicBezTo>
                  <a:pt x="1690344" y="2021767"/>
                  <a:pt x="1690344" y="2013658"/>
                  <a:pt x="1682153" y="2005549"/>
                </a:cubicBezTo>
                <a:close/>
                <a:moveTo>
                  <a:pt x="1819368" y="2005259"/>
                </a:moveTo>
                <a:cubicBezTo>
                  <a:pt x="1819368" y="2005259"/>
                  <a:pt x="1811548" y="2005259"/>
                  <a:pt x="1811548" y="2005259"/>
                </a:cubicBezTo>
                <a:cubicBezTo>
                  <a:pt x="1811548" y="2014382"/>
                  <a:pt x="1811548" y="2014382"/>
                  <a:pt x="1819368" y="2014382"/>
                </a:cubicBezTo>
                <a:cubicBezTo>
                  <a:pt x="1819368" y="2014382"/>
                  <a:pt x="1819368" y="2014382"/>
                  <a:pt x="1819368" y="2005259"/>
                </a:cubicBezTo>
                <a:close/>
                <a:moveTo>
                  <a:pt x="27397" y="1990259"/>
                </a:moveTo>
                <a:cubicBezTo>
                  <a:pt x="14140" y="1986850"/>
                  <a:pt x="2020" y="1995941"/>
                  <a:pt x="8080" y="2014122"/>
                </a:cubicBezTo>
                <a:cubicBezTo>
                  <a:pt x="16161" y="2022202"/>
                  <a:pt x="40402" y="2022202"/>
                  <a:pt x="40402" y="2006041"/>
                </a:cubicBezTo>
                <a:cubicBezTo>
                  <a:pt x="40402" y="2006041"/>
                  <a:pt x="40402" y="1997960"/>
                  <a:pt x="40402" y="1997960"/>
                </a:cubicBezTo>
                <a:cubicBezTo>
                  <a:pt x="36362" y="1993920"/>
                  <a:pt x="31816" y="1991395"/>
                  <a:pt x="27397" y="1990259"/>
                </a:cubicBezTo>
                <a:close/>
                <a:moveTo>
                  <a:pt x="1135947" y="1978134"/>
                </a:moveTo>
                <a:cubicBezTo>
                  <a:pt x="1122009" y="1981148"/>
                  <a:pt x="1104089" y="1989185"/>
                  <a:pt x="1092142" y="1989185"/>
                </a:cubicBezTo>
                <a:cubicBezTo>
                  <a:pt x="1108071" y="1997222"/>
                  <a:pt x="1131964" y="2005259"/>
                  <a:pt x="1155858" y="1997222"/>
                </a:cubicBezTo>
                <a:cubicBezTo>
                  <a:pt x="1159841" y="1977129"/>
                  <a:pt x="1149885" y="1975120"/>
                  <a:pt x="1135947" y="1978134"/>
                </a:cubicBezTo>
                <a:close/>
                <a:moveTo>
                  <a:pt x="998673" y="1966633"/>
                </a:moveTo>
                <a:cubicBezTo>
                  <a:pt x="988044" y="1965118"/>
                  <a:pt x="980713" y="1977239"/>
                  <a:pt x="986577" y="1989359"/>
                </a:cubicBezTo>
                <a:cubicBezTo>
                  <a:pt x="994397" y="1989359"/>
                  <a:pt x="994397" y="1997439"/>
                  <a:pt x="1002217" y="1997439"/>
                </a:cubicBezTo>
                <a:cubicBezTo>
                  <a:pt x="1002217" y="1989359"/>
                  <a:pt x="1010036" y="1981278"/>
                  <a:pt x="1010036" y="1973198"/>
                </a:cubicBezTo>
                <a:cubicBezTo>
                  <a:pt x="1006127" y="1969158"/>
                  <a:pt x="1002217" y="1967137"/>
                  <a:pt x="998673" y="1966633"/>
                </a:cubicBezTo>
                <a:close/>
                <a:moveTo>
                  <a:pt x="1868025" y="1957037"/>
                </a:moveTo>
                <a:cubicBezTo>
                  <a:pt x="1859770" y="1965183"/>
                  <a:pt x="1859770" y="1989619"/>
                  <a:pt x="1876279" y="1989619"/>
                </a:cubicBezTo>
                <a:cubicBezTo>
                  <a:pt x="1884532" y="1989619"/>
                  <a:pt x="1884532" y="1957037"/>
                  <a:pt x="1868025" y="1957037"/>
                </a:cubicBezTo>
                <a:close/>
                <a:moveTo>
                  <a:pt x="2086539" y="1949218"/>
                </a:moveTo>
                <a:cubicBezTo>
                  <a:pt x="2078068" y="1949218"/>
                  <a:pt x="2078068" y="1949218"/>
                  <a:pt x="2069596" y="1949218"/>
                </a:cubicBezTo>
                <a:cubicBezTo>
                  <a:pt x="2069596" y="1949218"/>
                  <a:pt x="2069596" y="1957037"/>
                  <a:pt x="2069596" y="1964857"/>
                </a:cubicBezTo>
                <a:cubicBezTo>
                  <a:pt x="2078068" y="1964857"/>
                  <a:pt x="2086539" y="1957037"/>
                  <a:pt x="2086539" y="1949218"/>
                </a:cubicBezTo>
                <a:close/>
                <a:moveTo>
                  <a:pt x="280611" y="1942742"/>
                </a:moveTo>
                <a:cubicBezTo>
                  <a:pt x="278900" y="1943353"/>
                  <a:pt x="276946" y="1945308"/>
                  <a:pt x="274991" y="1949218"/>
                </a:cubicBezTo>
                <a:cubicBezTo>
                  <a:pt x="282810" y="1949218"/>
                  <a:pt x="274991" y="1957037"/>
                  <a:pt x="282810" y="1957037"/>
                </a:cubicBezTo>
                <a:cubicBezTo>
                  <a:pt x="288675" y="1951172"/>
                  <a:pt x="285743" y="1940909"/>
                  <a:pt x="280611" y="1942742"/>
                </a:cubicBezTo>
                <a:close/>
                <a:moveTo>
                  <a:pt x="0" y="1908817"/>
                </a:moveTo>
                <a:cubicBezTo>
                  <a:pt x="0" y="1916636"/>
                  <a:pt x="7820" y="1916636"/>
                  <a:pt x="15639" y="1916636"/>
                </a:cubicBezTo>
                <a:cubicBezTo>
                  <a:pt x="15639" y="1908817"/>
                  <a:pt x="7820" y="1908817"/>
                  <a:pt x="0" y="1908817"/>
                </a:cubicBezTo>
                <a:close/>
                <a:moveTo>
                  <a:pt x="1727041" y="1904052"/>
                </a:moveTo>
                <a:cubicBezTo>
                  <a:pt x="1719913" y="1905070"/>
                  <a:pt x="1713803" y="1909142"/>
                  <a:pt x="1713803" y="1917288"/>
                </a:cubicBezTo>
                <a:cubicBezTo>
                  <a:pt x="1713803" y="1925434"/>
                  <a:pt x="1721949" y="1933579"/>
                  <a:pt x="1738240" y="1933579"/>
                </a:cubicBezTo>
                <a:cubicBezTo>
                  <a:pt x="1746385" y="1925434"/>
                  <a:pt x="1746385" y="1925434"/>
                  <a:pt x="1746385" y="1909142"/>
                </a:cubicBezTo>
                <a:cubicBezTo>
                  <a:pt x="1742313" y="1905070"/>
                  <a:pt x="1734167" y="1903034"/>
                  <a:pt x="1727041" y="1904052"/>
                </a:cubicBezTo>
                <a:close/>
                <a:moveTo>
                  <a:pt x="1891918" y="1900997"/>
                </a:moveTo>
                <a:cubicBezTo>
                  <a:pt x="1883664" y="1908817"/>
                  <a:pt x="1875409" y="1908817"/>
                  <a:pt x="1883664" y="1916636"/>
                </a:cubicBezTo>
                <a:cubicBezTo>
                  <a:pt x="1891918" y="1916636"/>
                  <a:pt x="1900172" y="1900997"/>
                  <a:pt x="1891918" y="1900997"/>
                </a:cubicBezTo>
                <a:close/>
                <a:moveTo>
                  <a:pt x="1488338" y="1876234"/>
                </a:moveTo>
                <a:cubicBezTo>
                  <a:pt x="1488338" y="1876234"/>
                  <a:pt x="1479866" y="1876234"/>
                  <a:pt x="1479866" y="1876234"/>
                </a:cubicBezTo>
                <a:cubicBezTo>
                  <a:pt x="1471395" y="1884054"/>
                  <a:pt x="1488338" y="1884054"/>
                  <a:pt x="1488338" y="1876234"/>
                </a:cubicBezTo>
                <a:close/>
                <a:moveTo>
                  <a:pt x="1592599" y="1852775"/>
                </a:moveTo>
                <a:cubicBezTo>
                  <a:pt x="1592599" y="1852775"/>
                  <a:pt x="1592599" y="1860595"/>
                  <a:pt x="1592599" y="1868415"/>
                </a:cubicBezTo>
                <a:cubicBezTo>
                  <a:pt x="1600744" y="1868415"/>
                  <a:pt x="1600744" y="1876234"/>
                  <a:pt x="1608890" y="1876234"/>
                </a:cubicBezTo>
                <a:cubicBezTo>
                  <a:pt x="1617035" y="1876234"/>
                  <a:pt x="1625181" y="1876234"/>
                  <a:pt x="1625181" y="1860595"/>
                </a:cubicBezTo>
                <a:cubicBezTo>
                  <a:pt x="1608890" y="1860595"/>
                  <a:pt x="1600744" y="1852775"/>
                  <a:pt x="1592599" y="1852775"/>
                </a:cubicBezTo>
                <a:close/>
                <a:moveTo>
                  <a:pt x="2725143" y="1852775"/>
                </a:moveTo>
                <a:cubicBezTo>
                  <a:pt x="2716671" y="1852775"/>
                  <a:pt x="2708199" y="1852775"/>
                  <a:pt x="2708199" y="1852775"/>
                </a:cubicBezTo>
                <a:cubicBezTo>
                  <a:pt x="2708199" y="1860595"/>
                  <a:pt x="2708199" y="1868415"/>
                  <a:pt x="2716671" y="1868415"/>
                </a:cubicBezTo>
                <a:cubicBezTo>
                  <a:pt x="2725143" y="1860595"/>
                  <a:pt x="2725143" y="1860595"/>
                  <a:pt x="2725143" y="1852775"/>
                </a:cubicBezTo>
                <a:close/>
                <a:moveTo>
                  <a:pt x="1364728" y="1846804"/>
                </a:moveTo>
                <a:cubicBezTo>
                  <a:pt x="1346838" y="1847939"/>
                  <a:pt x="1330090" y="1866097"/>
                  <a:pt x="1317909" y="1884255"/>
                </a:cubicBezTo>
                <a:cubicBezTo>
                  <a:pt x="1309789" y="1884255"/>
                  <a:pt x="1293548" y="1884255"/>
                  <a:pt x="1277307" y="1884255"/>
                </a:cubicBezTo>
                <a:cubicBezTo>
                  <a:pt x="1204223" y="1916536"/>
                  <a:pt x="1236705" y="2045661"/>
                  <a:pt x="1309789" y="2045661"/>
                </a:cubicBezTo>
                <a:cubicBezTo>
                  <a:pt x="1358511" y="2037591"/>
                  <a:pt x="1415354" y="1964958"/>
                  <a:pt x="1374752" y="1924607"/>
                </a:cubicBezTo>
                <a:cubicBezTo>
                  <a:pt x="1390992" y="1908466"/>
                  <a:pt x="1407233" y="1876185"/>
                  <a:pt x="1382872" y="1851974"/>
                </a:cubicBezTo>
                <a:cubicBezTo>
                  <a:pt x="1376782" y="1847939"/>
                  <a:pt x="1370692" y="1846425"/>
                  <a:pt x="1364728" y="1846804"/>
                </a:cubicBezTo>
                <a:close/>
                <a:moveTo>
                  <a:pt x="1058909" y="1843653"/>
                </a:moveTo>
                <a:cubicBezTo>
                  <a:pt x="1050437" y="1852124"/>
                  <a:pt x="1058909" y="1860596"/>
                  <a:pt x="1067380" y="1860596"/>
                </a:cubicBezTo>
                <a:cubicBezTo>
                  <a:pt x="1067380" y="1852124"/>
                  <a:pt x="1067380" y="1843653"/>
                  <a:pt x="1058909" y="1843653"/>
                </a:cubicBezTo>
                <a:close/>
                <a:moveTo>
                  <a:pt x="1634854" y="1840606"/>
                </a:moveTo>
                <a:cubicBezTo>
                  <a:pt x="1633951" y="1840992"/>
                  <a:pt x="1633435" y="1842024"/>
                  <a:pt x="1633435" y="1844088"/>
                </a:cubicBezTo>
                <a:cubicBezTo>
                  <a:pt x="1625181" y="1852342"/>
                  <a:pt x="1649943" y="1860596"/>
                  <a:pt x="1649943" y="1844088"/>
                </a:cubicBezTo>
                <a:cubicBezTo>
                  <a:pt x="1643753" y="1844088"/>
                  <a:pt x="1637563" y="1839445"/>
                  <a:pt x="1634854" y="1840606"/>
                </a:cubicBezTo>
                <a:close/>
                <a:moveTo>
                  <a:pt x="921414" y="1835833"/>
                </a:moveTo>
                <a:cubicBezTo>
                  <a:pt x="913594" y="1844088"/>
                  <a:pt x="905775" y="1860596"/>
                  <a:pt x="929233" y="1860596"/>
                </a:cubicBezTo>
                <a:cubicBezTo>
                  <a:pt x="929233" y="1852342"/>
                  <a:pt x="929233" y="1835833"/>
                  <a:pt x="921414" y="1835833"/>
                </a:cubicBezTo>
                <a:close/>
                <a:moveTo>
                  <a:pt x="2611757" y="1828014"/>
                </a:moveTo>
                <a:cubicBezTo>
                  <a:pt x="2603938" y="1828014"/>
                  <a:pt x="2603938" y="1843653"/>
                  <a:pt x="2611757" y="1835833"/>
                </a:cubicBezTo>
                <a:cubicBezTo>
                  <a:pt x="2611757" y="1835833"/>
                  <a:pt x="2611757" y="1828014"/>
                  <a:pt x="2611757" y="1828014"/>
                </a:cubicBezTo>
                <a:close/>
                <a:moveTo>
                  <a:pt x="1847280" y="1823196"/>
                </a:moveTo>
                <a:cubicBezTo>
                  <a:pt x="1839243" y="1824197"/>
                  <a:pt x="1831206" y="1828200"/>
                  <a:pt x="1827188" y="1836206"/>
                </a:cubicBezTo>
                <a:cubicBezTo>
                  <a:pt x="1827188" y="1852218"/>
                  <a:pt x="1827188" y="1860224"/>
                  <a:pt x="1835225" y="1868229"/>
                </a:cubicBezTo>
                <a:cubicBezTo>
                  <a:pt x="1859335" y="1876235"/>
                  <a:pt x="1875409" y="1860224"/>
                  <a:pt x="1867373" y="1828200"/>
                </a:cubicBezTo>
                <a:cubicBezTo>
                  <a:pt x="1863354" y="1824197"/>
                  <a:pt x="1855317" y="1822196"/>
                  <a:pt x="1847280" y="1823196"/>
                </a:cubicBezTo>
                <a:close/>
                <a:moveTo>
                  <a:pt x="1340416" y="1818239"/>
                </a:moveTo>
                <a:cubicBezTo>
                  <a:pt x="1338461" y="1820194"/>
                  <a:pt x="1338461" y="1824104"/>
                  <a:pt x="1342370" y="1828014"/>
                </a:cubicBezTo>
                <a:cubicBezTo>
                  <a:pt x="1350190" y="1828014"/>
                  <a:pt x="1350190" y="1828014"/>
                  <a:pt x="1350190" y="1820194"/>
                </a:cubicBezTo>
                <a:cubicBezTo>
                  <a:pt x="1346281" y="1816285"/>
                  <a:pt x="1342370" y="1816285"/>
                  <a:pt x="1340416" y="1818239"/>
                </a:cubicBezTo>
                <a:close/>
                <a:moveTo>
                  <a:pt x="1074223" y="1809361"/>
                </a:moveTo>
                <a:cubicBezTo>
                  <a:pt x="1069336" y="1807324"/>
                  <a:pt x="1063471" y="1807324"/>
                  <a:pt x="1059561" y="1811397"/>
                </a:cubicBezTo>
                <a:cubicBezTo>
                  <a:pt x="1067380" y="1811397"/>
                  <a:pt x="1059561" y="1819542"/>
                  <a:pt x="1059561" y="1827688"/>
                </a:cubicBezTo>
                <a:cubicBezTo>
                  <a:pt x="1067380" y="1827688"/>
                  <a:pt x="1067380" y="1835833"/>
                  <a:pt x="1075200" y="1835833"/>
                </a:cubicBezTo>
                <a:cubicBezTo>
                  <a:pt x="1075200" y="1827688"/>
                  <a:pt x="1083020" y="1827688"/>
                  <a:pt x="1083020" y="1819542"/>
                </a:cubicBezTo>
                <a:cubicBezTo>
                  <a:pt x="1083020" y="1815469"/>
                  <a:pt x="1079110" y="1811397"/>
                  <a:pt x="1074223" y="1809361"/>
                </a:cubicBezTo>
                <a:close/>
                <a:moveTo>
                  <a:pt x="857798" y="1808815"/>
                </a:moveTo>
                <a:cubicBezTo>
                  <a:pt x="851233" y="1810077"/>
                  <a:pt x="845172" y="1813612"/>
                  <a:pt x="841132" y="1819673"/>
                </a:cubicBezTo>
                <a:cubicBezTo>
                  <a:pt x="841132" y="1811592"/>
                  <a:pt x="824972" y="1827753"/>
                  <a:pt x="833052" y="1827753"/>
                </a:cubicBezTo>
                <a:cubicBezTo>
                  <a:pt x="833052" y="1851994"/>
                  <a:pt x="865374" y="1876234"/>
                  <a:pt x="889614" y="1851994"/>
                </a:cubicBezTo>
                <a:cubicBezTo>
                  <a:pt x="901735" y="1821692"/>
                  <a:pt x="877494" y="1805027"/>
                  <a:pt x="857798" y="1808815"/>
                </a:cubicBezTo>
                <a:close/>
                <a:moveTo>
                  <a:pt x="117294" y="1803577"/>
                </a:moveTo>
                <a:cubicBezTo>
                  <a:pt x="111430" y="1805614"/>
                  <a:pt x="105565" y="1811723"/>
                  <a:pt x="105565" y="1819868"/>
                </a:cubicBezTo>
                <a:cubicBezTo>
                  <a:pt x="113385" y="1819868"/>
                  <a:pt x="129024" y="1828014"/>
                  <a:pt x="129024" y="1811723"/>
                </a:cubicBezTo>
                <a:cubicBezTo>
                  <a:pt x="129024" y="1803577"/>
                  <a:pt x="123159" y="1801541"/>
                  <a:pt x="117294" y="1803577"/>
                </a:cubicBezTo>
                <a:close/>
                <a:moveTo>
                  <a:pt x="3167268" y="1740114"/>
                </a:moveTo>
                <a:cubicBezTo>
                  <a:pt x="3146467" y="1735472"/>
                  <a:pt x="3147352" y="1803557"/>
                  <a:pt x="3104866" y="1803557"/>
                </a:cubicBezTo>
                <a:cubicBezTo>
                  <a:pt x="3080588" y="1795473"/>
                  <a:pt x="3080588" y="1763135"/>
                  <a:pt x="3056310" y="1746967"/>
                </a:cubicBezTo>
                <a:cubicBezTo>
                  <a:pt x="2991568" y="1746967"/>
                  <a:pt x="2926827" y="1755051"/>
                  <a:pt x="2886363" y="1787388"/>
                </a:cubicBezTo>
                <a:cubicBezTo>
                  <a:pt x="2870178" y="1787388"/>
                  <a:pt x="2862085" y="1779304"/>
                  <a:pt x="2845900" y="1779304"/>
                </a:cubicBezTo>
                <a:cubicBezTo>
                  <a:pt x="2829714" y="1795473"/>
                  <a:pt x="2837807" y="1811642"/>
                  <a:pt x="2837807" y="1835895"/>
                </a:cubicBezTo>
                <a:cubicBezTo>
                  <a:pt x="2813529" y="1852063"/>
                  <a:pt x="2797344" y="1876317"/>
                  <a:pt x="2789251" y="1900570"/>
                </a:cubicBezTo>
                <a:cubicBezTo>
                  <a:pt x="2805436" y="1916738"/>
                  <a:pt x="2813529" y="1965245"/>
                  <a:pt x="2813529" y="1997582"/>
                </a:cubicBezTo>
                <a:cubicBezTo>
                  <a:pt x="2797344" y="2005667"/>
                  <a:pt x="2797344" y="1989498"/>
                  <a:pt x="2781158" y="1981413"/>
                </a:cubicBezTo>
                <a:cubicBezTo>
                  <a:pt x="2764973" y="1989498"/>
                  <a:pt x="2756880" y="1989498"/>
                  <a:pt x="2732602" y="1989498"/>
                </a:cubicBezTo>
                <a:cubicBezTo>
                  <a:pt x="2716417" y="1989498"/>
                  <a:pt x="2716417" y="2013751"/>
                  <a:pt x="2692139" y="2005667"/>
                </a:cubicBezTo>
                <a:cubicBezTo>
                  <a:pt x="2667860" y="2029920"/>
                  <a:pt x="2651675" y="2070342"/>
                  <a:pt x="2627397" y="2102679"/>
                </a:cubicBezTo>
                <a:cubicBezTo>
                  <a:pt x="2635490" y="2102679"/>
                  <a:pt x="2635490" y="2118848"/>
                  <a:pt x="2635490" y="2135017"/>
                </a:cubicBezTo>
                <a:cubicBezTo>
                  <a:pt x="2643582" y="2143101"/>
                  <a:pt x="2651675" y="2151185"/>
                  <a:pt x="2651675" y="2175438"/>
                </a:cubicBezTo>
                <a:cubicBezTo>
                  <a:pt x="2675953" y="2183523"/>
                  <a:pt x="2684046" y="2207776"/>
                  <a:pt x="2716417" y="2207776"/>
                </a:cubicBezTo>
                <a:cubicBezTo>
                  <a:pt x="2724509" y="2207776"/>
                  <a:pt x="2724509" y="2215860"/>
                  <a:pt x="2732602" y="2215860"/>
                </a:cubicBezTo>
                <a:cubicBezTo>
                  <a:pt x="2740695" y="2215860"/>
                  <a:pt x="2740695" y="2207776"/>
                  <a:pt x="2740695" y="2207776"/>
                </a:cubicBezTo>
                <a:cubicBezTo>
                  <a:pt x="2748787" y="2215860"/>
                  <a:pt x="2756880" y="2223945"/>
                  <a:pt x="2773066" y="2232029"/>
                </a:cubicBezTo>
                <a:cubicBezTo>
                  <a:pt x="2805436" y="2223945"/>
                  <a:pt x="2821622" y="2191607"/>
                  <a:pt x="2853992" y="2207776"/>
                </a:cubicBezTo>
                <a:cubicBezTo>
                  <a:pt x="2870178" y="2199692"/>
                  <a:pt x="2862085" y="2175438"/>
                  <a:pt x="2853992" y="2159270"/>
                </a:cubicBezTo>
                <a:cubicBezTo>
                  <a:pt x="2853992" y="2151185"/>
                  <a:pt x="2862085" y="2135017"/>
                  <a:pt x="2870178" y="2135017"/>
                </a:cubicBezTo>
                <a:cubicBezTo>
                  <a:pt x="2878271" y="2167354"/>
                  <a:pt x="2918734" y="2159270"/>
                  <a:pt x="2934919" y="2167354"/>
                </a:cubicBezTo>
                <a:cubicBezTo>
                  <a:pt x="2943012" y="2167354"/>
                  <a:pt x="2943012" y="2159270"/>
                  <a:pt x="2951105" y="2159270"/>
                </a:cubicBezTo>
                <a:cubicBezTo>
                  <a:pt x="2983476" y="2167354"/>
                  <a:pt x="2999661" y="2191607"/>
                  <a:pt x="2999661" y="2232029"/>
                </a:cubicBezTo>
                <a:cubicBezTo>
                  <a:pt x="3007754" y="2232029"/>
                  <a:pt x="3015846" y="2232029"/>
                  <a:pt x="3023939" y="2232029"/>
                </a:cubicBezTo>
                <a:cubicBezTo>
                  <a:pt x="3023939" y="2207776"/>
                  <a:pt x="3023939" y="2191607"/>
                  <a:pt x="3015846" y="2175438"/>
                </a:cubicBezTo>
                <a:cubicBezTo>
                  <a:pt x="3032032" y="2151185"/>
                  <a:pt x="3064403" y="2175438"/>
                  <a:pt x="3088681" y="2167354"/>
                </a:cubicBezTo>
                <a:cubicBezTo>
                  <a:pt x="3112959" y="2167354"/>
                  <a:pt x="3129144" y="2118848"/>
                  <a:pt x="3161515" y="2143101"/>
                </a:cubicBezTo>
                <a:cubicBezTo>
                  <a:pt x="3169608" y="2151185"/>
                  <a:pt x="3177700" y="2167354"/>
                  <a:pt x="3193886" y="2175438"/>
                </a:cubicBezTo>
                <a:cubicBezTo>
                  <a:pt x="3210071" y="2126932"/>
                  <a:pt x="3145329" y="2110763"/>
                  <a:pt x="3137237" y="2070342"/>
                </a:cubicBezTo>
                <a:cubicBezTo>
                  <a:pt x="3137237" y="2062257"/>
                  <a:pt x="3145329" y="2054173"/>
                  <a:pt x="3145329" y="2046088"/>
                </a:cubicBezTo>
                <a:cubicBezTo>
                  <a:pt x="3145329" y="2038004"/>
                  <a:pt x="3137237" y="2021835"/>
                  <a:pt x="3145329" y="2013751"/>
                </a:cubicBezTo>
                <a:cubicBezTo>
                  <a:pt x="3161515" y="1932907"/>
                  <a:pt x="3274813" y="2005667"/>
                  <a:pt x="3347647" y="1965245"/>
                </a:cubicBezTo>
                <a:cubicBezTo>
                  <a:pt x="3347647" y="1957160"/>
                  <a:pt x="3355740" y="1949076"/>
                  <a:pt x="3355740" y="1932907"/>
                </a:cubicBezTo>
                <a:cubicBezTo>
                  <a:pt x="3363832" y="1932907"/>
                  <a:pt x="3371925" y="1940992"/>
                  <a:pt x="3380018" y="1940992"/>
                </a:cubicBezTo>
                <a:cubicBezTo>
                  <a:pt x="3444759" y="1949076"/>
                  <a:pt x="3460945" y="1908654"/>
                  <a:pt x="3477130" y="1876317"/>
                </a:cubicBezTo>
                <a:cubicBezTo>
                  <a:pt x="3469038" y="1868232"/>
                  <a:pt x="3469038" y="1852063"/>
                  <a:pt x="3469038" y="1835895"/>
                </a:cubicBezTo>
                <a:cubicBezTo>
                  <a:pt x="3452852" y="1819726"/>
                  <a:pt x="3428574" y="1803557"/>
                  <a:pt x="3420481" y="1787388"/>
                </a:cubicBezTo>
                <a:cubicBezTo>
                  <a:pt x="3412389" y="1803557"/>
                  <a:pt x="3396203" y="1787388"/>
                  <a:pt x="3380018" y="1787388"/>
                </a:cubicBezTo>
                <a:cubicBezTo>
                  <a:pt x="3371925" y="1795473"/>
                  <a:pt x="3371925" y="1803557"/>
                  <a:pt x="3355740" y="1803557"/>
                </a:cubicBezTo>
                <a:cubicBezTo>
                  <a:pt x="3323369" y="1819726"/>
                  <a:pt x="3315276" y="1884401"/>
                  <a:pt x="3331461" y="1908654"/>
                </a:cubicBezTo>
                <a:cubicBezTo>
                  <a:pt x="3282905" y="1924823"/>
                  <a:pt x="3242442" y="1916738"/>
                  <a:pt x="3201978" y="1908654"/>
                </a:cubicBezTo>
                <a:cubicBezTo>
                  <a:pt x="3185793" y="1908654"/>
                  <a:pt x="3169608" y="1916738"/>
                  <a:pt x="3145329" y="1908654"/>
                </a:cubicBezTo>
                <a:cubicBezTo>
                  <a:pt x="3104866" y="1900570"/>
                  <a:pt x="3121051" y="1843979"/>
                  <a:pt x="3137237" y="1819726"/>
                </a:cubicBezTo>
                <a:cubicBezTo>
                  <a:pt x="3145329" y="1795473"/>
                  <a:pt x="3177700" y="1779304"/>
                  <a:pt x="3177700" y="1746967"/>
                </a:cubicBezTo>
                <a:cubicBezTo>
                  <a:pt x="3173654" y="1742924"/>
                  <a:pt x="3170239" y="1740777"/>
                  <a:pt x="3167268" y="1740114"/>
                </a:cubicBezTo>
                <a:close/>
                <a:moveTo>
                  <a:pt x="1536689" y="1733783"/>
                </a:moveTo>
                <a:cubicBezTo>
                  <a:pt x="1506363" y="1729774"/>
                  <a:pt x="1516032" y="1778773"/>
                  <a:pt x="1544161" y="1771647"/>
                </a:cubicBezTo>
                <a:cubicBezTo>
                  <a:pt x="1552197" y="1763501"/>
                  <a:pt x="1552197" y="1747210"/>
                  <a:pt x="1552197" y="1739064"/>
                </a:cubicBezTo>
                <a:cubicBezTo>
                  <a:pt x="1546170" y="1736010"/>
                  <a:pt x="1541021" y="1734355"/>
                  <a:pt x="1536689" y="1733783"/>
                </a:cubicBezTo>
                <a:close/>
                <a:moveTo>
                  <a:pt x="1447936" y="1698989"/>
                </a:moveTo>
                <a:cubicBezTo>
                  <a:pt x="1439464" y="1698989"/>
                  <a:pt x="1439464" y="1698989"/>
                  <a:pt x="1430993" y="1706809"/>
                </a:cubicBezTo>
                <a:cubicBezTo>
                  <a:pt x="1430993" y="1706809"/>
                  <a:pt x="1430993" y="1706809"/>
                  <a:pt x="1430993" y="1714629"/>
                </a:cubicBezTo>
                <a:cubicBezTo>
                  <a:pt x="1439464" y="1714629"/>
                  <a:pt x="1447936" y="1714629"/>
                  <a:pt x="1447936" y="1698989"/>
                </a:cubicBezTo>
                <a:close/>
                <a:moveTo>
                  <a:pt x="617542" y="1666667"/>
                </a:moveTo>
                <a:cubicBezTo>
                  <a:pt x="612677" y="1667799"/>
                  <a:pt x="608069" y="1674346"/>
                  <a:pt x="606022" y="1690459"/>
                </a:cubicBezTo>
                <a:cubicBezTo>
                  <a:pt x="649030" y="1708586"/>
                  <a:pt x="632133" y="1663268"/>
                  <a:pt x="617542" y="1666667"/>
                </a:cubicBezTo>
                <a:close/>
                <a:moveTo>
                  <a:pt x="1493272" y="1657855"/>
                </a:moveTo>
                <a:cubicBezTo>
                  <a:pt x="1484373" y="1661521"/>
                  <a:pt x="1481278" y="1676182"/>
                  <a:pt x="1487469" y="1682047"/>
                </a:cubicBezTo>
                <a:cubicBezTo>
                  <a:pt x="1495723" y="1682047"/>
                  <a:pt x="1503977" y="1674228"/>
                  <a:pt x="1503977" y="1658588"/>
                </a:cubicBezTo>
                <a:cubicBezTo>
                  <a:pt x="1499850" y="1656634"/>
                  <a:pt x="1496239" y="1656634"/>
                  <a:pt x="1493272" y="1657855"/>
                </a:cubicBezTo>
                <a:close/>
                <a:moveTo>
                  <a:pt x="1463575" y="1650769"/>
                </a:moveTo>
                <a:cubicBezTo>
                  <a:pt x="1463575" y="1650769"/>
                  <a:pt x="1455755" y="1658588"/>
                  <a:pt x="1463575" y="1666408"/>
                </a:cubicBezTo>
                <a:cubicBezTo>
                  <a:pt x="1471395" y="1666408"/>
                  <a:pt x="1479214" y="1650769"/>
                  <a:pt x="1463575" y="1650769"/>
                </a:cubicBezTo>
                <a:close/>
                <a:moveTo>
                  <a:pt x="1301069" y="1638015"/>
                </a:moveTo>
                <a:cubicBezTo>
                  <a:pt x="1286297" y="1641017"/>
                  <a:pt x="1277207" y="1662032"/>
                  <a:pt x="1277207" y="1674041"/>
                </a:cubicBezTo>
                <a:cubicBezTo>
                  <a:pt x="1309529" y="1682047"/>
                  <a:pt x="1317609" y="1658029"/>
                  <a:pt x="1317609" y="1642018"/>
                </a:cubicBezTo>
                <a:cubicBezTo>
                  <a:pt x="1311548" y="1638015"/>
                  <a:pt x="1305993" y="1637014"/>
                  <a:pt x="1301069" y="1638015"/>
                </a:cubicBezTo>
                <a:close/>
                <a:moveTo>
                  <a:pt x="3412619" y="1610408"/>
                </a:moveTo>
                <a:cubicBezTo>
                  <a:pt x="3404473" y="1609390"/>
                  <a:pt x="3396327" y="1613463"/>
                  <a:pt x="3396327" y="1625681"/>
                </a:cubicBezTo>
                <a:cubicBezTo>
                  <a:pt x="3412619" y="1633827"/>
                  <a:pt x="3420764" y="1633827"/>
                  <a:pt x="3428910" y="1625681"/>
                </a:cubicBezTo>
                <a:cubicBezTo>
                  <a:pt x="3428910" y="1617536"/>
                  <a:pt x="3420764" y="1611427"/>
                  <a:pt x="3412619" y="1610408"/>
                </a:cubicBezTo>
                <a:close/>
                <a:moveTo>
                  <a:pt x="1455755" y="1577785"/>
                </a:moveTo>
                <a:cubicBezTo>
                  <a:pt x="1447501" y="1577785"/>
                  <a:pt x="1447501" y="1577785"/>
                  <a:pt x="1439248" y="1577785"/>
                </a:cubicBezTo>
                <a:cubicBezTo>
                  <a:pt x="1430993" y="1585605"/>
                  <a:pt x="1430993" y="1593425"/>
                  <a:pt x="1439248" y="1593425"/>
                </a:cubicBezTo>
                <a:cubicBezTo>
                  <a:pt x="1439248" y="1593425"/>
                  <a:pt x="1447501" y="1593425"/>
                  <a:pt x="1447501" y="1593425"/>
                </a:cubicBezTo>
                <a:cubicBezTo>
                  <a:pt x="1455755" y="1593425"/>
                  <a:pt x="1455755" y="1585605"/>
                  <a:pt x="1455755" y="1577785"/>
                </a:cubicBezTo>
                <a:close/>
                <a:moveTo>
                  <a:pt x="315392" y="1573975"/>
                </a:moveTo>
                <a:cubicBezTo>
                  <a:pt x="305210" y="1573975"/>
                  <a:pt x="295029" y="1577986"/>
                  <a:pt x="290956" y="1586006"/>
                </a:cubicBezTo>
                <a:cubicBezTo>
                  <a:pt x="299102" y="1610066"/>
                  <a:pt x="282810" y="1626106"/>
                  <a:pt x="282810" y="1642147"/>
                </a:cubicBezTo>
                <a:cubicBezTo>
                  <a:pt x="299102" y="1674228"/>
                  <a:pt x="347974" y="1674228"/>
                  <a:pt x="347974" y="1642147"/>
                </a:cubicBezTo>
                <a:cubicBezTo>
                  <a:pt x="347974" y="1618086"/>
                  <a:pt x="331683" y="1610066"/>
                  <a:pt x="339829" y="1586006"/>
                </a:cubicBezTo>
                <a:cubicBezTo>
                  <a:pt x="335756" y="1577986"/>
                  <a:pt x="325574" y="1573975"/>
                  <a:pt x="315392" y="1573975"/>
                </a:cubicBezTo>
                <a:close/>
                <a:moveTo>
                  <a:pt x="3500589" y="1569966"/>
                </a:moveTo>
                <a:cubicBezTo>
                  <a:pt x="3500589" y="1585605"/>
                  <a:pt x="3517532" y="1585605"/>
                  <a:pt x="3517532" y="1577786"/>
                </a:cubicBezTo>
                <a:cubicBezTo>
                  <a:pt x="3517532" y="1569966"/>
                  <a:pt x="3509061" y="1569966"/>
                  <a:pt x="3500589" y="1569966"/>
                </a:cubicBezTo>
                <a:close/>
                <a:moveTo>
                  <a:pt x="2959533" y="1564495"/>
                </a:moveTo>
                <a:cubicBezTo>
                  <a:pt x="2954697" y="1564793"/>
                  <a:pt x="2949224" y="1566301"/>
                  <a:pt x="2943114" y="1569314"/>
                </a:cubicBezTo>
                <a:cubicBezTo>
                  <a:pt x="2902387" y="1585388"/>
                  <a:pt x="2934969" y="1641646"/>
                  <a:pt x="2967551" y="1633609"/>
                </a:cubicBezTo>
                <a:cubicBezTo>
                  <a:pt x="2996061" y="1619545"/>
                  <a:pt x="2993387" y="1562408"/>
                  <a:pt x="2959533" y="1564495"/>
                </a:cubicBezTo>
                <a:close/>
                <a:moveTo>
                  <a:pt x="3072465" y="1563123"/>
                </a:moveTo>
                <a:cubicBezTo>
                  <a:pt x="3064319" y="1561103"/>
                  <a:pt x="3056174" y="1565144"/>
                  <a:pt x="3056174" y="1577264"/>
                </a:cubicBezTo>
                <a:cubicBezTo>
                  <a:pt x="3056174" y="1585344"/>
                  <a:pt x="3072465" y="1593425"/>
                  <a:pt x="3088756" y="1585344"/>
                </a:cubicBezTo>
                <a:cubicBezTo>
                  <a:pt x="3088756" y="1573224"/>
                  <a:pt x="3080610" y="1565144"/>
                  <a:pt x="3072465" y="1563123"/>
                </a:cubicBezTo>
                <a:close/>
                <a:moveTo>
                  <a:pt x="2838074" y="1562696"/>
                </a:moveTo>
                <a:cubicBezTo>
                  <a:pt x="2828528" y="1561169"/>
                  <a:pt x="2817838" y="1573387"/>
                  <a:pt x="2830056" y="1585605"/>
                </a:cubicBezTo>
                <a:cubicBezTo>
                  <a:pt x="2838202" y="1585605"/>
                  <a:pt x="2846347" y="1577460"/>
                  <a:pt x="2846347" y="1569314"/>
                </a:cubicBezTo>
                <a:cubicBezTo>
                  <a:pt x="2844310" y="1565242"/>
                  <a:pt x="2841256" y="1563205"/>
                  <a:pt x="2838074" y="1562696"/>
                </a:cubicBezTo>
                <a:close/>
                <a:moveTo>
                  <a:pt x="1295154" y="1560456"/>
                </a:moveTo>
                <a:cubicBezTo>
                  <a:pt x="1279767" y="1559696"/>
                  <a:pt x="1267758" y="1615883"/>
                  <a:pt x="1309789" y="1585512"/>
                </a:cubicBezTo>
                <a:cubicBezTo>
                  <a:pt x="1305786" y="1567289"/>
                  <a:pt x="1300282" y="1560709"/>
                  <a:pt x="1295154" y="1560456"/>
                </a:cubicBezTo>
                <a:close/>
                <a:moveTo>
                  <a:pt x="1463575" y="1553023"/>
                </a:moveTo>
                <a:cubicBezTo>
                  <a:pt x="1463575" y="1569314"/>
                  <a:pt x="1479736" y="1585605"/>
                  <a:pt x="1495897" y="1577460"/>
                </a:cubicBezTo>
                <a:cubicBezTo>
                  <a:pt x="1503977" y="1553023"/>
                  <a:pt x="1471656" y="1553023"/>
                  <a:pt x="1463575" y="1553023"/>
                </a:cubicBezTo>
                <a:close/>
                <a:moveTo>
                  <a:pt x="1746385" y="1545203"/>
                </a:moveTo>
                <a:cubicBezTo>
                  <a:pt x="1738565" y="1553023"/>
                  <a:pt x="1746385" y="1560842"/>
                  <a:pt x="1754204" y="1560842"/>
                </a:cubicBezTo>
                <a:cubicBezTo>
                  <a:pt x="1762024" y="1553023"/>
                  <a:pt x="1754204" y="1545203"/>
                  <a:pt x="1746385" y="1545203"/>
                </a:cubicBezTo>
                <a:close/>
                <a:moveTo>
                  <a:pt x="242409" y="1537384"/>
                </a:moveTo>
                <a:cubicBezTo>
                  <a:pt x="242409" y="1537384"/>
                  <a:pt x="234589" y="1537384"/>
                  <a:pt x="234589" y="1537384"/>
                </a:cubicBezTo>
                <a:cubicBezTo>
                  <a:pt x="234589" y="1545203"/>
                  <a:pt x="234589" y="1545203"/>
                  <a:pt x="242409" y="1545203"/>
                </a:cubicBezTo>
                <a:cubicBezTo>
                  <a:pt x="242409" y="1545203"/>
                  <a:pt x="242409" y="1537384"/>
                  <a:pt x="242409" y="1537384"/>
                </a:cubicBezTo>
                <a:close/>
                <a:moveTo>
                  <a:pt x="2061776" y="1529564"/>
                </a:moveTo>
                <a:cubicBezTo>
                  <a:pt x="2005736" y="1545677"/>
                  <a:pt x="2037759" y="1618187"/>
                  <a:pt x="2077788" y="1602074"/>
                </a:cubicBezTo>
                <a:cubicBezTo>
                  <a:pt x="2101806" y="1602074"/>
                  <a:pt x="2117818" y="1553734"/>
                  <a:pt x="2093800" y="1537621"/>
                </a:cubicBezTo>
                <a:cubicBezTo>
                  <a:pt x="2085794" y="1529564"/>
                  <a:pt x="2069782" y="1529564"/>
                  <a:pt x="2061776" y="1529564"/>
                </a:cubicBezTo>
                <a:close/>
                <a:moveTo>
                  <a:pt x="2942789" y="1520442"/>
                </a:moveTo>
                <a:cubicBezTo>
                  <a:pt x="2934969" y="1520442"/>
                  <a:pt x="2934969" y="1537385"/>
                  <a:pt x="2942789" y="1537385"/>
                </a:cubicBezTo>
                <a:cubicBezTo>
                  <a:pt x="2942789" y="1528913"/>
                  <a:pt x="2942789" y="1528913"/>
                  <a:pt x="2942789" y="1520442"/>
                </a:cubicBezTo>
                <a:close/>
                <a:moveTo>
                  <a:pt x="1323026" y="1510667"/>
                </a:moveTo>
                <a:cubicBezTo>
                  <a:pt x="1315899" y="1510667"/>
                  <a:pt x="1309789" y="1512622"/>
                  <a:pt x="1309789" y="1520442"/>
                </a:cubicBezTo>
                <a:cubicBezTo>
                  <a:pt x="1326080" y="1520442"/>
                  <a:pt x="1334226" y="1520442"/>
                  <a:pt x="1342371" y="1512622"/>
                </a:cubicBezTo>
                <a:cubicBezTo>
                  <a:pt x="1338298" y="1512622"/>
                  <a:pt x="1330153" y="1510667"/>
                  <a:pt x="1323026" y="1510667"/>
                </a:cubicBezTo>
                <a:close/>
                <a:moveTo>
                  <a:pt x="557801" y="1504802"/>
                </a:moveTo>
                <a:cubicBezTo>
                  <a:pt x="549981" y="1504802"/>
                  <a:pt x="549981" y="1520442"/>
                  <a:pt x="565620" y="1520442"/>
                </a:cubicBezTo>
                <a:cubicBezTo>
                  <a:pt x="573440" y="1504802"/>
                  <a:pt x="565620" y="1504802"/>
                  <a:pt x="557801" y="1504802"/>
                </a:cubicBezTo>
                <a:close/>
                <a:moveTo>
                  <a:pt x="3331424" y="1496983"/>
                </a:moveTo>
                <a:cubicBezTo>
                  <a:pt x="3323344" y="1513274"/>
                  <a:pt x="3347585" y="1529565"/>
                  <a:pt x="3363746" y="1521420"/>
                </a:cubicBezTo>
                <a:cubicBezTo>
                  <a:pt x="3363746" y="1505128"/>
                  <a:pt x="3355665" y="1496983"/>
                  <a:pt x="3331424" y="1496983"/>
                </a:cubicBezTo>
                <a:close/>
                <a:moveTo>
                  <a:pt x="598202" y="1489163"/>
                </a:moveTo>
                <a:cubicBezTo>
                  <a:pt x="590383" y="1489163"/>
                  <a:pt x="582563" y="1489163"/>
                  <a:pt x="582563" y="1496983"/>
                </a:cubicBezTo>
                <a:cubicBezTo>
                  <a:pt x="582563" y="1496983"/>
                  <a:pt x="590383" y="1504802"/>
                  <a:pt x="590383" y="1504802"/>
                </a:cubicBezTo>
                <a:cubicBezTo>
                  <a:pt x="590383" y="1504802"/>
                  <a:pt x="598202" y="1504802"/>
                  <a:pt x="598202" y="1504802"/>
                </a:cubicBezTo>
                <a:cubicBezTo>
                  <a:pt x="598202" y="1496983"/>
                  <a:pt x="598202" y="1489163"/>
                  <a:pt x="598202" y="1489163"/>
                </a:cubicBezTo>
                <a:close/>
                <a:moveTo>
                  <a:pt x="2724620" y="1472220"/>
                </a:moveTo>
                <a:cubicBezTo>
                  <a:pt x="2708460" y="1472220"/>
                  <a:pt x="2700380" y="1472220"/>
                  <a:pt x="2708460" y="1488381"/>
                </a:cubicBezTo>
                <a:cubicBezTo>
                  <a:pt x="2708460" y="1496461"/>
                  <a:pt x="2724620" y="1496461"/>
                  <a:pt x="2724620" y="1496461"/>
                </a:cubicBezTo>
                <a:cubicBezTo>
                  <a:pt x="2724620" y="1504541"/>
                  <a:pt x="2700380" y="1504541"/>
                  <a:pt x="2700380" y="1520702"/>
                </a:cubicBezTo>
                <a:cubicBezTo>
                  <a:pt x="2708460" y="1528783"/>
                  <a:pt x="2716540" y="1544943"/>
                  <a:pt x="2724620" y="1553023"/>
                </a:cubicBezTo>
                <a:cubicBezTo>
                  <a:pt x="2781183" y="1593425"/>
                  <a:pt x="2821585" y="1512622"/>
                  <a:pt x="2773103" y="1488381"/>
                </a:cubicBezTo>
                <a:cubicBezTo>
                  <a:pt x="2756941" y="1480300"/>
                  <a:pt x="2740781" y="1488381"/>
                  <a:pt x="2732701" y="1488381"/>
                </a:cubicBezTo>
                <a:cubicBezTo>
                  <a:pt x="2732701" y="1480300"/>
                  <a:pt x="2732701" y="1472220"/>
                  <a:pt x="2724620" y="1472220"/>
                </a:cubicBezTo>
                <a:close/>
                <a:moveTo>
                  <a:pt x="2744691" y="1445829"/>
                </a:moveTo>
                <a:cubicBezTo>
                  <a:pt x="2742736" y="1444851"/>
                  <a:pt x="2740782" y="1444851"/>
                  <a:pt x="2740782" y="1448761"/>
                </a:cubicBezTo>
                <a:cubicBezTo>
                  <a:pt x="2732962" y="1456581"/>
                  <a:pt x="2748601" y="1456581"/>
                  <a:pt x="2748601" y="1448761"/>
                </a:cubicBezTo>
                <a:cubicBezTo>
                  <a:pt x="2748601" y="1448761"/>
                  <a:pt x="2746647" y="1446807"/>
                  <a:pt x="2744691" y="1445829"/>
                </a:cubicBezTo>
                <a:close/>
                <a:moveTo>
                  <a:pt x="315393" y="1440941"/>
                </a:moveTo>
                <a:lnTo>
                  <a:pt x="312216" y="1440941"/>
                </a:lnTo>
                <a:lnTo>
                  <a:pt x="307980" y="1440941"/>
                </a:lnTo>
                <a:cubicBezTo>
                  <a:pt x="306921" y="1440941"/>
                  <a:pt x="306921" y="1440941"/>
                  <a:pt x="306921" y="1440941"/>
                </a:cubicBezTo>
                <a:cubicBezTo>
                  <a:pt x="306921" y="1440941"/>
                  <a:pt x="306921" y="1448761"/>
                  <a:pt x="298450" y="1440941"/>
                </a:cubicBezTo>
                <a:cubicBezTo>
                  <a:pt x="298450" y="1448761"/>
                  <a:pt x="298450" y="1448761"/>
                  <a:pt x="298450" y="1448761"/>
                </a:cubicBezTo>
                <a:cubicBezTo>
                  <a:pt x="306921" y="1448761"/>
                  <a:pt x="306921" y="1448761"/>
                  <a:pt x="306921" y="1448761"/>
                </a:cubicBezTo>
                <a:cubicBezTo>
                  <a:pt x="306921" y="1448761"/>
                  <a:pt x="306921" y="1448761"/>
                  <a:pt x="315393" y="1448761"/>
                </a:cubicBezTo>
                <a:cubicBezTo>
                  <a:pt x="315393" y="1448761"/>
                  <a:pt x="315393" y="1448761"/>
                  <a:pt x="315393" y="1440941"/>
                </a:cubicBezTo>
                <a:close/>
                <a:moveTo>
                  <a:pt x="744169" y="1440941"/>
                </a:moveTo>
                <a:cubicBezTo>
                  <a:pt x="752249" y="1456581"/>
                  <a:pt x="760329" y="1472220"/>
                  <a:pt x="776490" y="1472220"/>
                </a:cubicBezTo>
                <a:cubicBezTo>
                  <a:pt x="784571" y="1456581"/>
                  <a:pt x="760329" y="1448761"/>
                  <a:pt x="744169" y="1440941"/>
                </a:cubicBezTo>
                <a:close/>
                <a:moveTo>
                  <a:pt x="209827" y="1416180"/>
                </a:moveTo>
                <a:cubicBezTo>
                  <a:pt x="209827" y="1431819"/>
                  <a:pt x="209827" y="1431819"/>
                  <a:pt x="218299" y="1431819"/>
                </a:cubicBezTo>
                <a:cubicBezTo>
                  <a:pt x="218299" y="1431819"/>
                  <a:pt x="226770" y="1431819"/>
                  <a:pt x="226770" y="1431819"/>
                </a:cubicBezTo>
                <a:cubicBezTo>
                  <a:pt x="226770" y="1416180"/>
                  <a:pt x="218299" y="1416180"/>
                  <a:pt x="209827" y="1416180"/>
                </a:cubicBezTo>
                <a:close/>
                <a:moveTo>
                  <a:pt x="3371565" y="1400955"/>
                </a:moveTo>
                <a:cubicBezTo>
                  <a:pt x="3353482" y="1395920"/>
                  <a:pt x="3335399" y="1399948"/>
                  <a:pt x="3323344" y="1424118"/>
                </a:cubicBezTo>
                <a:cubicBezTo>
                  <a:pt x="3347455" y="1448288"/>
                  <a:pt x="3379602" y="1464401"/>
                  <a:pt x="3403713" y="1464401"/>
                </a:cubicBezTo>
                <a:cubicBezTo>
                  <a:pt x="3411750" y="1456344"/>
                  <a:pt x="3419786" y="1448288"/>
                  <a:pt x="3419786" y="1432174"/>
                </a:cubicBezTo>
                <a:cubicBezTo>
                  <a:pt x="3407731" y="1420090"/>
                  <a:pt x="3389648" y="1405990"/>
                  <a:pt x="3371565" y="1400955"/>
                </a:cubicBezTo>
                <a:close/>
                <a:moveTo>
                  <a:pt x="817049" y="1383864"/>
                </a:moveTo>
                <a:cubicBezTo>
                  <a:pt x="808960" y="1408120"/>
                  <a:pt x="833226" y="1391949"/>
                  <a:pt x="833226" y="1416205"/>
                </a:cubicBezTo>
                <a:cubicBezTo>
                  <a:pt x="792783" y="1375779"/>
                  <a:pt x="768517" y="1456630"/>
                  <a:pt x="825137" y="1448545"/>
                </a:cubicBezTo>
                <a:cubicBezTo>
                  <a:pt x="833226" y="1440460"/>
                  <a:pt x="841315" y="1432375"/>
                  <a:pt x="849403" y="1424290"/>
                </a:cubicBezTo>
                <a:cubicBezTo>
                  <a:pt x="849403" y="1432375"/>
                  <a:pt x="857492" y="1432375"/>
                  <a:pt x="857492" y="1440460"/>
                </a:cubicBezTo>
                <a:cubicBezTo>
                  <a:pt x="833226" y="1456630"/>
                  <a:pt x="841315" y="1497056"/>
                  <a:pt x="800872" y="1497056"/>
                </a:cubicBezTo>
                <a:cubicBezTo>
                  <a:pt x="792783" y="1497056"/>
                  <a:pt x="792783" y="1513227"/>
                  <a:pt x="784695" y="1521311"/>
                </a:cubicBezTo>
                <a:cubicBezTo>
                  <a:pt x="736163" y="1513227"/>
                  <a:pt x="728075" y="1553652"/>
                  <a:pt x="695720" y="1561737"/>
                </a:cubicBezTo>
                <a:cubicBezTo>
                  <a:pt x="671455" y="1569822"/>
                  <a:pt x="671455" y="1569822"/>
                  <a:pt x="663366" y="1585992"/>
                </a:cubicBezTo>
                <a:cubicBezTo>
                  <a:pt x="663366" y="1610248"/>
                  <a:pt x="671455" y="1626418"/>
                  <a:pt x="703809" y="1626418"/>
                </a:cubicBezTo>
                <a:cubicBezTo>
                  <a:pt x="719986" y="1674929"/>
                  <a:pt x="792783" y="1658759"/>
                  <a:pt x="808960" y="1699184"/>
                </a:cubicBezTo>
                <a:cubicBezTo>
                  <a:pt x="817049" y="1715355"/>
                  <a:pt x="808960" y="1731525"/>
                  <a:pt x="817049" y="1739610"/>
                </a:cubicBezTo>
                <a:cubicBezTo>
                  <a:pt x="833226" y="1747695"/>
                  <a:pt x="849403" y="1755780"/>
                  <a:pt x="865580" y="1771950"/>
                </a:cubicBezTo>
                <a:cubicBezTo>
                  <a:pt x="857492" y="1788121"/>
                  <a:pt x="873669" y="1796206"/>
                  <a:pt x="881757" y="1812376"/>
                </a:cubicBezTo>
                <a:cubicBezTo>
                  <a:pt x="914112" y="1812376"/>
                  <a:pt x="930289" y="1796206"/>
                  <a:pt x="946466" y="1788121"/>
                </a:cubicBezTo>
                <a:cubicBezTo>
                  <a:pt x="994997" y="1796206"/>
                  <a:pt x="1027352" y="1788121"/>
                  <a:pt x="1067795" y="1771950"/>
                </a:cubicBezTo>
                <a:cubicBezTo>
                  <a:pt x="1083972" y="1755780"/>
                  <a:pt x="1092060" y="1739610"/>
                  <a:pt x="1108237" y="1723440"/>
                </a:cubicBezTo>
                <a:cubicBezTo>
                  <a:pt x="1124415" y="1715355"/>
                  <a:pt x="1148680" y="1707269"/>
                  <a:pt x="1156769" y="1691099"/>
                </a:cubicBezTo>
                <a:cubicBezTo>
                  <a:pt x="1172946" y="1666844"/>
                  <a:pt x="1172946" y="1602163"/>
                  <a:pt x="1164857" y="1561737"/>
                </a:cubicBezTo>
                <a:cubicBezTo>
                  <a:pt x="1164857" y="1521311"/>
                  <a:pt x="1148680" y="1480886"/>
                  <a:pt x="1116326" y="1456630"/>
                </a:cubicBezTo>
                <a:cubicBezTo>
                  <a:pt x="1116326" y="1448545"/>
                  <a:pt x="1116326" y="1440460"/>
                  <a:pt x="1116326" y="1432375"/>
                </a:cubicBezTo>
                <a:cubicBezTo>
                  <a:pt x="1083972" y="1448545"/>
                  <a:pt x="1067795" y="1440460"/>
                  <a:pt x="1043529" y="1432375"/>
                </a:cubicBezTo>
                <a:cubicBezTo>
                  <a:pt x="1043529" y="1424290"/>
                  <a:pt x="1043529" y="1408120"/>
                  <a:pt x="1035440" y="1408120"/>
                </a:cubicBezTo>
                <a:cubicBezTo>
                  <a:pt x="1035440" y="1416205"/>
                  <a:pt x="1043529" y="1424290"/>
                  <a:pt x="1035440" y="1432375"/>
                </a:cubicBezTo>
                <a:cubicBezTo>
                  <a:pt x="986909" y="1424290"/>
                  <a:pt x="930289" y="1391949"/>
                  <a:pt x="873669" y="1424290"/>
                </a:cubicBezTo>
                <a:cubicBezTo>
                  <a:pt x="857492" y="1408120"/>
                  <a:pt x="833226" y="1400034"/>
                  <a:pt x="817049" y="1383864"/>
                </a:cubicBezTo>
                <a:close/>
                <a:moveTo>
                  <a:pt x="1818934" y="1383598"/>
                </a:moveTo>
                <a:cubicBezTo>
                  <a:pt x="1802426" y="1391743"/>
                  <a:pt x="1827188" y="1416180"/>
                  <a:pt x="1818934" y="1383598"/>
                </a:cubicBezTo>
                <a:close/>
                <a:moveTo>
                  <a:pt x="2368698" y="1376034"/>
                </a:moveTo>
                <a:cubicBezTo>
                  <a:pt x="2344419" y="1367959"/>
                  <a:pt x="2360605" y="1408335"/>
                  <a:pt x="2344419" y="1408335"/>
                </a:cubicBezTo>
                <a:cubicBezTo>
                  <a:pt x="2320141" y="1408335"/>
                  <a:pt x="2320141" y="1400260"/>
                  <a:pt x="2295862" y="1400260"/>
                </a:cubicBezTo>
                <a:cubicBezTo>
                  <a:pt x="2287769" y="1416410"/>
                  <a:pt x="2279676" y="1432560"/>
                  <a:pt x="2255397" y="1432560"/>
                </a:cubicBezTo>
                <a:cubicBezTo>
                  <a:pt x="2247304" y="1432560"/>
                  <a:pt x="2247304" y="1424485"/>
                  <a:pt x="2239212" y="1416410"/>
                </a:cubicBezTo>
                <a:cubicBezTo>
                  <a:pt x="2223026" y="1416410"/>
                  <a:pt x="2214933" y="1408335"/>
                  <a:pt x="2206840" y="1416410"/>
                </a:cubicBezTo>
                <a:cubicBezTo>
                  <a:pt x="2239212" y="1448711"/>
                  <a:pt x="2206840" y="1497162"/>
                  <a:pt x="2166375" y="1497162"/>
                </a:cubicBezTo>
                <a:cubicBezTo>
                  <a:pt x="2158283" y="1529463"/>
                  <a:pt x="2150190" y="1561763"/>
                  <a:pt x="2125911" y="1577914"/>
                </a:cubicBezTo>
                <a:cubicBezTo>
                  <a:pt x="2125911" y="1610214"/>
                  <a:pt x="2134004" y="1642515"/>
                  <a:pt x="2117818" y="1666741"/>
                </a:cubicBezTo>
                <a:cubicBezTo>
                  <a:pt x="2125911" y="1674816"/>
                  <a:pt x="2134004" y="1690966"/>
                  <a:pt x="2142097" y="1707116"/>
                </a:cubicBezTo>
                <a:cubicBezTo>
                  <a:pt x="2134004" y="1707116"/>
                  <a:pt x="2134004" y="1715192"/>
                  <a:pt x="2125911" y="1723267"/>
                </a:cubicBezTo>
                <a:cubicBezTo>
                  <a:pt x="2142097" y="1731342"/>
                  <a:pt x="2142097" y="1755568"/>
                  <a:pt x="2158283" y="1763643"/>
                </a:cubicBezTo>
                <a:cubicBezTo>
                  <a:pt x="2182561" y="1763643"/>
                  <a:pt x="2198747" y="1763643"/>
                  <a:pt x="2198747" y="1779793"/>
                </a:cubicBezTo>
                <a:cubicBezTo>
                  <a:pt x="2190654" y="1804019"/>
                  <a:pt x="2158283" y="1828244"/>
                  <a:pt x="2190654" y="1844394"/>
                </a:cubicBezTo>
                <a:cubicBezTo>
                  <a:pt x="2214933" y="1844394"/>
                  <a:pt x="2214933" y="1828244"/>
                  <a:pt x="2239212" y="1828244"/>
                </a:cubicBezTo>
                <a:cubicBezTo>
                  <a:pt x="2247304" y="1836319"/>
                  <a:pt x="2263490" y="1828244"/>
                  <a:pt x="2279676" y="1836319"/>
                </a:cubicBezTo>
                <a:cubicBezTo>
                  <a:pt x="2239212" y="1868620"/>
                  <a:pt x="2247304" y="1957447"/>
                  <a:pt x="2279676" y="2005898"/>
                </a:cubicBezTo>
                <a:cubicBezTo>
                  <a:pt x="2287769" y="2013973"/>
                  <a:pt x="2303955" y="2013973"/>
                  <a:pt x="2303955" y="2030124"/>
                </a:cubicBezTo>
                <a:cubicBezTo>
                  <a:pt x="2320141" y="2030124"/>
                  <a:pt x="2320141" y="2038199"/>
                  <a:pt x="2328233" y="2046274"/>
                </a:cubicBezTo>
                <a:cubicBezTo>
                  <a:pt x="2360605" y="2046274"/>
                  <a:pt x="2376791" y="2062424"/>
                  <a:pt x="2401070" y="2054349"/>
                </a:cubicBezTo>
                <a:cubicBezTo>
                  <a:pt x="2401070" y="2070499"/>
                  <a:pt x="2409163" y="2078575"/>
                  <a:pt x="2409163" y="2094725"/>
                </a:cubicBezTo>
                <a:cubicBezTo>
                  <a:pt x="2433441" y="2118951"/>
                  <a:pt x="2433441" y="2159326"/>
                  <a:pt x="2465813" y="2167402"/>
                </a:cubicBezTo>
                <a:cubicBezTo>
                  <a:pt x="2473906" y="2167402"/>
                  <a:pt x="2465813" y="2159326"/>
                  <a:pt x="2481999" y="2159326"/>
                </a:cubicBezTo>
                <a:cubicBezTo>
                  <a:pt x="2490092" y="2167402"/>
                  <a:pt x="2481999" y="2175477"/>
                  <a:pt x="2490092" y="2183552"/>
                </a:cubicBezTo>
                <a:cubicBezTo>
                  <a:pt x="2514370" y="2191627"/>
                  <a:pt x="2522463" y="2159326"/>
                  <a:pt x="2546742" y="2175477"/>
                </a:cubicBezTo>
                <a:cubicBezTo>
                  <a:pt x="2562928" y="2151251"/>
                  <a:pt x="2595299" y="2135101"/>
                  <a:pt x="2603392" y="2102800"/>
                </a:cubicBezTo>
                <a:cubicBezTo>
                  <a:pt x="2603392" y="2102800"/>
                  <a:pt x="2611485" y="2110875"/>
                  <a:pt x="2619578" y="2102800"/>
                </a:cubicBezTo>
                <a:cubicBezTo>
                  <a:pt x="2619578" y="2094725"/>
                  <a:pt x="2603392" y="2094725"/>
                  <a:pt x="2603392" y="2086650"/>
                </a:cubicBezTo>
                <a:cubicBezTo>
                  <a:pt x="2619578" y="2005898"/>
                  <a:pt x="2571021" y="1957447"/>
                  <a:pt x="2514370" y="1933221"/>
                </a:cubicBezTo>
                <a:cubicBezTo>
                  <a:pt x="2522463" y="1892846"/>
                  <a:pt x="2498184" y="1868620"/>
                  <a:pt x="2490092" y="1836319"/>
                </a:cubicBezTo>
                <a:cubicBezTo>
                  <a:pt x="2481999" y="1836319"/>
                  <a:pt x="2457720" y="1820169"/>
                  <a:pt x="2449627" y="1804019"/>
                </a:cubicBezTo>
                <a:cubicBezTo>
                  <a:pt x="2465813" y="1804019"/>
                  <a:pt x="2473906" y="1795943"/>
                  <a:pt x="2473906" y="1795943"/>
                </a:cubicBezTo>
                <a:cubicBezTo>
                  <a:pt x="2498184" y="1723267"/>
                  <a:pt x="2514370" y="1658665"/>
                  <a:pt x="2498184" y="1585989"/>
                </a:cubicBezTo>
                <a:cubicBezTo>
                  <a:pt x="2481999" y="1545613"/>
                  <a:pt x="2441534" y="1505237"/>
                  <a:pt x="2425348" y="1472936"/>
                </a:cubicBezTo>
                <a:cubicBezTo>
                  <a:pt x="2417255" y="1472936"/>
                  <a:pt x="2409163" y="1464861"/>
                  <a:pt x="2409163" y="1464861"/>
                </a:cubicBezTo>
                <a:cubicBezTo>
                  <a:pt x="2384884" y="1440636"/>
                  <a:pt x="2392977" y="1400260"/>
                  <a:pt x="2368698" y="1376034"/>
                </a:cubicBezTo>
                <a:close/>
                <a:moveTo>
                  <a:pt x="557801" y="1375778"/>
                </a:moveTo>
                <a:cubicBezTo>
                  <a:pt x="573961" y="1375778"/>
                  <a:pt x="573961" y="1400540"/>
                  <a:pt x="598202" y="1400540"/>
                </a:cubicBezTo>
                <a:cubicBezTo>
                  <a:pt x="598202" y="1384032"/>
                  <a:pt x="565880" y="1375778"/>
                  <a:pt x="557801" y="1375778"/>
                </a:cubicBezTo>
                <a:close/>
                <a:moveTo>
                  <a:pt x="1560452" y="1375778"/>
                </a:moveTo>
                <a:cubicBezTo>
                  <a:pt x="1552197" y="1392287"/>
                  <a:pt x="1576960" y="1400540"/>
                  <a:pt x="1576960" y="1384032"/>
                </a:cubicBezTo>
                <a:cubicBezTo>
                  <a:pt x="1568706" y="1384032"/>
                  <a:pt x="1568706" y="1384032"/>
                  <a:pt x="1560452" y="1375778"/>
                </a:cubicBezTo>
                <a:close/>
                <a:moveTo>
                  <a:pt x="1423174" y="1367958"/>
                </a:moveTo>
                <a:cubicBezTo>
                  <a:pt x="1414920" y="1375778"/>
                  <a:pt x="1406666" y="1375778"/>
                  <a:pt x="1398411" y="1383598"/>
                </a:cubicBezTo>
                <a:cubicBezTo>
                  <a:pt x="1406666" y="1383598"/>
                  <a:pt x="1414920" y="1375778"/>
                  <a:pt x="1423174" y="1367958"/>
                </a:cubicBezTo>
                <a:close/>
                <a:moveTo>
                  <a:pt x="1118625" y="1367493"/>
                </a:moveTo>
                <a:cubicBezTo>
                  <a:pt x="1114056" y="1368203"/>
                  <a:pt x="1107945" y="1370728"/>
                  <a:pt x="1099962" y="1375779"/>
                </a:cubicBezTo>
                <a:cubicBezTo>
                  <a:pt x="1106946" y="1446481"/>
                  <a:pt x="1150602" y="1362522"/>
                  <a:pt x="1118625" y="1367493"/>
                </a:cubicBezTo>
                <a:close/>
                <a:moveTo>
                  <a:pt x="1037731" y="1333422"/>
                </a:moveTo>
                <a:cubicBezTo>
                  <a:pt x="1034798" y="1331467"/>
                  <a:pt x="1030889" y="1331467"/>
                  <a:pt x="1026978" y="1335377"/>
                </a:cubicBezTo>
                <a:cubicBezTo>
                  <a:pt x="1034798" y="1343196"/>
                  <a:pt x="1034798" y="1343196"/>
                  <a:pt x="1042618" y="1343196"/>
                </a:cubicBezTo>
                <a:cubicBezTo>
                  <a:pt x="1042618" y="1339286"/>
                  <a:pt x="1040663" y="1335377"/>
                  <a:pt x="1037731" y="1333422"/>
                </a:cubicBezTo>
                <a:close/>
                <a:moveTo>
                  <a:pt x="2085887" y="1327558"/>
                </a:moveTo>
                <a:cubicBezTo>
                  <a:pt x="2085887" y="1327558"/>
                  <a:pt x="2077416" y="1335377"/>
                  <a:pt x="2094359" y="1335377"/>
                </a:cubicBezTo>
                <a:cubicBezTo>
                  <a:pt x="2094359" y="1327558"/>
                  <a:pt x="2094359" y="1327558"/>
                  <a:pt x="2085887" y="1327558"/>
                </a:cubicBezTo>
                <a:close/>
                <a:moveTo>
                  <a:pt x="129024" y="1327557"/>
                </a:moveTo>
                <a:cubicBezTo>
                  <a:pt x="129024" y="1327557"/>
                  <a:pt x="129024" y="1335377"/>
                  <a:pt x="129024" y="1343196"/>
                </a:cubicBezTo>
                <a:cubicBezTo>
                  <a:pt x="137496" y="1343196"/>
                  <a:pt x="137496" y="1343196"/>
                  <a:pt x="137496" y="1343196"/>
                </a:cubicBezTo>
                <a:cubicBezTo>
                  <a:pt x="145967" y="1335377"/>
                  <a:pt x="145967" y="1327557"/>
                  <a:pt x="129024" y="1327557"/>
                </a:cubicBezTo>
                <a:close/>
                <a:moveTo>
                  <a:pt x="1231860" y="1320336"/>
                </a:moveTo>
                <a:cubicBezTo>
                  <a:pt x="1225856" y="1320715"/>
                  <a:pt x="1219351" y="1322735"/>
                  <a:pt x="1213347" y="1326775"/>
                </a:cubicBezTo>
                <a:cubicBezTo>
                  <a:pt x="1213347" y="1334856"/>
                  <a:pt x="1213347" y="1334856"/>
                  <a:pt x="1213347" y="1342935"/>
                </a:cubicBezTo>
                <a:cubicBezTo>
                  <a:pt x="1229359" y="1342935"/>
                  <a:pt x="1237365" y="1342935"/>
                  <a:pt x="1245371" y="1351016"/>
                </a:cubicBezTo>
                <a:cubicBezTo>
                  <a:pt x="1263383" y="1332835"/>
                  <a:pt x="1249874" y="1319200"/>
                  <a:pt x="1231860" y="1320336"/>
                </a:cubicBezTo>
                <a:close/>
                <a:moveTo>
                  <a:pt x="2134946" y="1319738"/>
                </a:moveTo>
                <a:cubicBezTo>
                  <a:pt x="2134946" y="1319738"/>
                  <a:pt x="2134946" y="1327787"/>
                  <a:pt x="2126847" y="1327787"/>
                </a:cubicBezTo>
                <a:cubicBezTo>
                  <a:pt x="2086353" y="1327787"/>
                  <a:pt x="2053957" y="1376085"/>
                  <a:pt x="2070154" y="1416334"/>
                </a:cubicBezTo>
                <a:cubicBezTo>
                  <a:pt x="2078253" y="1432433"/>
                  <a:pt x="2110649" y="1456582"/>
                  <a:pt x="2126847" y="1456582"/>
                </a:cubicBezTo>
                <a:cubicBezTo>
                  <a:pt x="2143045" y="1456582"/>
                  <a:pt x="2167342" y="1416334"/>
                  <a:pt x="2167342" y="1392184"/>
                </a:cubicBezTo>
                <a:cubicBezTo>
                  <a:pt x="2167342" y="1359986"/>
                  <a:pt x="2159243" y="1327787"/>
                  <a:pt x="2134946" y="1319738"/>
                </a:cubicBezTo>
                <a:close/>
                <a:moveTo>
                  <a:pt x="396195" y="1319738"/>
                </a:moveTo>
                <a:cubicBezTo>
                  <a:pt x="404449" y="1327557"/>
                  <a:pt x="412703" y="1343196"/>
                  <a:pt x="420957" y="1335377"/>
                </a:cubicBezTo>
                <a:cubicBezTo>
                  <a:pt x="412703" y="1327557"/>
                  <a:pt x="404449" y="1319738"/>
                  <a:pt x="396195" y="1319738"/>
                </a:cubicBezTo>
                <a:close/>
                <a:moveTo>
                  <a:pt x="1698164" y="1319738"/>
                </a:moveTo>
                <a:cubicBezTo>
                  <a:pt x="1698164" y="1327557"/>
                  <a:pt x="1690344" y="1327557"/>
                  <a:pt x="1690344" y="1343196"/>
                </a:cubicBezTo>
                <a:cubicBezTo>
                  <a:pt x="1698164" y="1343196"/>
                  <a:pt x="1698164" y="1351016"/>
                  <a:pt x="1705984" y="1343196"/>
                </a:cubicBezTo>
                <a:cubicBezTo>
                  <a:pt x="1713803" y="1335377"/>
                  <a:pt x="1713803" y="1319738"/>
                  <a:pt x="1698164" y="1319738"/>
                </a:cubicBezTo>
                <a:close/>
                <a:moveTo>
                  <a:pt x="2571356" y="1310615"/>
                </a:moveTo>
                <a:cubicBezTo>
                  <a:pt x="2554848" y="1310615"/>
                  <a:pt x="2554848" y="1310615"/>
                  <a:pt x="2546594" y="1319086"/>
                </a:cubicBezTo>
                <a:cubicBezTo>
                  <a:pt x="2554848" y="1327558"/>
                  <a:pt x="2571356" y="1327558"/>
                  <a:pt x="2571356" y="1310615"/>
                </a:cubicBezTo>
                <a:close/>
                <a:moveTo>
                  <a:pt x="3121337" y="1294975"/>
                </a:moveTo>
                <a:cubicBezTo>
                  <a:pt x="3112866" y="1294975"/>
                  <a:pt x="3112866" y="1294975"/>
                  <a:pt x="3112866" y="1294975"/>
                </a:cubicBezTo>
                <a:cubicBezTo>
                  <a:pt x="3104394" y="1294975"/>
                  <a:pt x="3104394" y="1294975"/>
                  <a:pt x="3104394" y="1302795"/>
                </a:cubicBezTo>
                <a:cubicBezTo>
                  <a:pt x="3112866" y="1302795"/>
                  <a:pt x="3121337" y="1302795"/>
                  <a:pt x="3121337" y="1294975"/>
                </a:cubicBezTo>
                <a:close/>
                <a:moveTo>
                  <a:pt x="3048099" y="1275478"/>
                </a:moveTo>
                <a:cubicBezTo>
                  <a:pt x="3035881" y="1274530"/>
                  <a:pt x="3025953" y="1282106"/>
                  <a:pt x="3032063" y="1303316"/>
                </a:cubicBezTo>
                <a:cubicBezTo>
                  <a:pt x="3032063" y="1319477"/>
                  <a:pt x="3048353" y="1327558"/>
                  <a:pt x="3064644" y="1327558"/>
                </a:cubicBezTo>
                <a:cubicBezTo>
                  <a:pt x="3095190" y="1302307"/>
                  <a:pt x="3068463" y="1277055"/>
                  <a:pt x="3048099" y="1275478"/>
                </a:cubicBezTo>
                <a:close/>
                <a:moveTo>
                  <a:pt x="2155348" y="1275115"/>
                </a:moveTo>
                <a:cubicBezTo>
                  <a:pt x="2143606" y="1274341"/>
                  <a:pt x="2133000" y="1280532"/>
                  <a:pt x="2126940" y="1286721"/>
                </a:cubicBezTo>
                <a:cubicBezTo>
                  <a:pt x="2126940" y="1303230"/>
                  <a:pt x="2135020" y="1311484"/>
                  <a:pt x="2143101" y="1319738"/>
                </a:cubicBezTo>
                <a:cubicBezTo>
                  <a:pt x="2159261" y="1311484"/>
                  <a:pt x="2167342" y="1294975"/>
                  <a:pt x="2167342" y="1278468"/>
                </a:cubicBezTo>
                <a:cubicBezTo>
                  <a:pt x="2163302" y="1276404"/>
                  <a:pt x="2159261" y="1275373"/>
                  <a:pt x="2155348" y="1275115"/>
                </a:cubicBezTo>
                <a:close/>
                <a:moveTo>
                  <a:pt x="1334897" y="1273378"/>
                </a:moveTo>
                <a:cubicBezTo>
                  <a:pt x="1329468" y="1272999"/>
                  <a:pt x="1323408" y="1274514"/>
                  <a:pt x="1317347" y="1278554"/>
                </a:cubicBezTo>
                <a:cubicBezTo>
                  <a:pt x="1285026" y="1294715"/>
                  <a:pt x="1333508" y="1343196"/>
                  <a:pt x="1349669" y="1310875"/>
                </a:cubicBezTo>
                <a:cubicBezTo>
                  <a:pt x="1361789" y="1292694"/>
                  <a:pt x="1351184" y="1274514"/>
                  <a:pt x="1334897" y="1273378"/>
                </a:cubicBezTo>
                <a:close/>
                <a:moveTo>
                  <a:pt x="1592699" y="1270473"/>
                </a:moveTo>
                <a:cubicBezTo>
                  <a:pt x="1536558" y="1270473"/>
                  <a:pt x="1568639" y="1343196"/>
                  <a:pt x="1600719" y="1343196"/>
                </a:cubicBezTo>
                <a:cubicBezTo>
                  <a:pt x="1640820" y="1335116"/>
                  <a:pt x="1632800" y="1262394"/>
                  <a:pt x="1592699" y="1270473"/>
                </a:cubicBezTo>
                <a:close/>
                <a:moveTo>
                  <a:pt x="2506193" y="1254574"/>
                </a:moveTo>
                <a:cubicBezTo>
                  <a:pt x="2498373" y="1254574"/>
                  <a:pt x="2490553" y="1254574"/>
                  <a:pt x="2490553" y="1254574"/>
                </a:cubicBezTo>
                <a:cubicBezTo>
                  <a:pt x="2490553" y="1262394"/>
                  <a:pt x="2490553" y="1262394"/>
                  <a:pt x="2498373" y="1262394"/>
                </a:cubicBezTo>
                <a:cubicBezTo>
                  <a:pt x="2506193" y="1262394"/>
                  <a:pt x="2506193" y="1262394"/>
                  <a:pt x="2506193" y="1254574"/>
                </a:cubicBezTo>
                <a:close/>
                <a:moveTo>
                  <a:pt x="2648005" y="1239357"/>
                </a:moveTo>
                <a:cubicBezTo>
                  <a:pt x="2645806" y="1239993"/>
                  <a:pt x="2644340" y="1242030"/>
                  <a:pt x="2644340" y="1246103"/>
                </a:cubicBezTo>
                <a:cubicBezTo>
                  <a:pt x="2644340" y="1262394"/>
                  <a:pt x="2667799" y="1262394"/>
                  <a:pt x="2667799" y="1254248"/>
                </a:cubicBezTo>
                <a:cubicBezTo>
                  <a:pt x="2667799" y="1248139"/>
                  <a:pt x="2654602" y="1237448"/>
                  <a:pt x="2648005" y="1239357"/>
                </a:cubicBezTo>
                <a:close/>
                <a:moveTo>
                  <a:pt x="185437" y="1238935"/>
                </a:moveTo>
                <a:cubicBezTo>
                  <a:pt x="177245" y="1255095"/>
                  <a:pt x="193629" y="1271256"/>
                  <a:pt x="193629" y="1287416"/>
                </a:cubicBezTo>
                <a:cubicBezTo>
                  <a:pt x="210013" y="1311658"/>
                  <a:pt x="210013" y="1352059"/>
                  <a:pt x="234589" y="1360140"/>
                </a:cubicBezTo>
                <a:cubicBezTo>
                  <a:pt x="234589" y="1303577"/>
                  <a:pt x="201821" y="1287416"/>
                  <a:pt x="193629" y="1247015"/>
                </a:cubicBezTo>
                <a:cubicBezTo>
                  <a:pt x="185437" y="1247015"/>
                  <a:pt x="185437" y="1247015"/>
                  <a:pt x="185437" y="1238935"/>
                </a:cubicBezTo>
                <a:close/>
                <a:moveTo>
                  <a:pt x="1541308" y="1237575"/>
                </a:moveTo>
                <a:cubicBezTo>
                  <a:pt x="1522599" y="1242539"/>
                  <a:pt x="1506135" y="1262393"/>
                  <a:pt x="1512122" y="1286830"/>
                </a:cubicBezTo>
                <a:cubicBezTo>
                  <a:pt x="1504139" y="1286830"/>
                  <a:pt x="1496156" y="1286830"/>
                  <a:pt x="1496156" y="1294975"/>
                </a:cubicBezTo>
                <a:cubicBezTo>
                  <a:pt x="1520105" y="1286830"/>
                  <a:pt x="1560017" y="1278684"/>
                  <a:pt x="1560017" y="1237957"/>
                </a:cubicBezTo>
                <a:cubicBezTo>
                  <a:pt x="1554031" y="1235920"/>
                  <a:pt x="1547544" y="1235920"/>
                  <a:pt x="1541308" y="1237575"/>
                </a:cubicBezTo>
                <a:close/>
                <a:moveTo>
                  <a:pt x="2361529" y="1221992"/>
                </a:moveTo>
                <a:cubicBezTo>
                  <a:pt x="2361529" y="1221992"/>
                  <a:pt x="2361529" y="1221992"/>
                  <a:pt x="2361529" y="1229812"/>
                </a:cubicBezTo>
                <a:cubicBezTo>
                  <a:pt x="2361529" y="1229812"/>
                  <a:pt x="2369349" y="1229812"/>
                  <a:pt x="2369349" y="1229812"/>
                </a:cubicBezTo>
                <a:cubicBezTo>
                  <a:pt x="2369349" y="1221992"/>
                  <a:pt x="2369349" y="1221992"/>
                  <a:pt x="2361529" y="1221992"/>
                </a:cubicBezTo>
                <a:close/>
                <a:moveTo>
                  <a:pt x="1487686" y="1212673"/>
                </a:moveTo>
                <a:cubicBezTo>
                  <a:pt x="1481577" y="1214693"/>
                  <a:pt x="1475467" y="1222774"/>
                  <a:pt x="1479540" y="1230854"/>
                </a:cubicBezTo>
                <a:cubicBezTo>
                  <a:pt x="1487686" y="1238935"/>
                  <a:pt x="1495831" y="1230854"/>
                  <a:pt x="1495831" y="1230854"/>
                </a:cubicBezTo>
                <a:cubicBezTo>
                  <a:pt x="1499904" y="1214693"/>
                  <a:pt x="1493795" y="1210653"/>
                  <a:pt x="1487686" y="1212673"/>
                </a:cubicBezTo>
                <a:close/>
                <a:moveTo>
                  <a:pt x="1254115" y="1203420"/>
                </a:moveTo>
                <a:cubicBezTo>
                  <a:pt x="1246988" y="1204398"/>
                  <a:pt x="1240879" y="1210262"/>
                  <a:pt x="1244951" y="1221992"/>
                </a:cubicBezTo>
                <a:cubicBezTo>
                  <a:pt x="1253097" y="1229811"/>
                  <a:pt x="1269388" y="1229811"/>
                  <a:pt x="1269388" y="1214172"/>
                </a:cubicBezTo>
                <a:cubicBezTo>
                  <a:pt x="1269388" y="1206352"/>
                  <a:pt x="1261242" y="1202442"/>
                  <a:pt x="1254115" y="1203420"/>
                </a:cubicBezTo>
                <a:close/>
                <a:moveTo>
                  <a:pt x="2203229" y="1197837"/>
                </a:moveTo>
                <a:cubicBezTo>
                  <a:pt x="2194855" y="1195947"/>
                  <a:pt x="2185212" y="1197963"/>
                  <a:pt x="2175061" y="1206028"/>
                </a:cubicBezTo>
                <a:cubicBezTo>
                  <a:pt x="2175061" y="1197963"/>
                  <a:pt x="2158820" y="1197963"/>
                  <a:pt x="2158820" y="1197963"/>
                </a:cubicBezTo>
                <a:cubicBezTo>
                  <a:pt x="2150699" y="1214091"/>
                  <a:pt x="2158820" y="1214091"/>
                  <a:pt x="2166941" y="1222156"/>
                </a:cubicBezTo>
                <a:cubicBezTo>
                  <a:pt x="2142579" y="1254412"/>
                  <a:pt x="2199422" y="1302796"/>
                  <a:pt x="2223784" y="1262475"/>
                </a:cubicBezTo>
                <a:cubicBezTo>
                  <a:pt x="2242054" y="1244331"/>
                  <a:pt x="2228351" y="1203507"/>
                  <a:pt x="2203229" y="1197837"/>
                </a:cubicBezTo>
                <a:close/>
                <a:moveTo>
                  <a:pt x="1134472" y="1195519"/>
                </a:moveTo>
                <a:cubicBezTo>
                  <a:pt x="1128759" y="1197047"/>
                  <a:pt x="1124187" y="1207737"/>
                  <a:pt x="1124187" y="1213846"/>
                </a:cubicBezTo>
                <a:cubicBezTo>
                  <a:pt x="1083556" y="1189410"/>
                  <a:pt x="1034798" y="1238283"/>
                  <a:pt x="1059177" y="1270865"/>
                </a:cubicBezTo>
                <a:cubicBezTo>
                  <a:pt x="1091682" y="1319738"/>
                  <a:pt x="1172945" y="1270865"/>
                  <a:pt x="1140440" y="1221992"/>
                </a:cubicBezTo>
                <a:cubicBezTo>
                  <a:pt x="1140440" y="1213846"/>
                  <a:pt x="1148567" y="1213846"/>
                  <a:pt x="1148567" y="1205701"/>
                </a:cubicBezTo>
                <a:cubicBezTo>
                  <a:pt x="1140440" y="1205701"/>
                  <a:pt x="1148567" y="1197556"/>
                  <a:pt x="1140440" y="1197556"/>
                </a:cubicBezTo>
                <a:cubicBezTo>
                  <a:pt x="1138409" y="1195519"/>
                  <a:pt x="1136377" y="1195010"/>
                  <a:pt x="1134472" y="1195519"/>
                </a:cubicBezTo>
                <a:close/>
                <a:moveTo>
                  <a:pt x="1041396" y="1194308"/>
                </a:moveTo>
                <a:cubicBezTo>
                  <a:pt x="1039197" y="1193116"/>
                  <a:pt x="1034798" y="1197882"/>
                  <a:pt x="1034798" y="1197882"/>
                </a:cubicBezTo>
                <a:cubicBezTo>
                  <a:pt x="1034798" y="1197882"/>
                  <a:pt x="1034798" y="1206353"/>
                  <a:pt x="1034798" y="1206353"/>
                </a:cubicBezTo>
                <a:cubicBezTo>
                  <a:pt x="1034798" y="1206353"/>
                  <a:pt x="1042618" y="1206353"/>
                  <a:pt x="1042618" y="1206353"/>
                </a:cubicBezTo>
                <a:cubicBezTo>
                  <a:pt x="1050437" y="1197882"/>
                  <a:pt x="1050437" y="1206353"/>
                  <a:pt x="1042618" y="1197882"/>
                </a:cubicBezTo>
                <a:cubicBezTo>
                  <a:pt x="1042618" y="1195764"/>
                  <a:pt x="1042129" y="1194705"/>
                  <a:pt x="1041396" y="1194308"/>
                </a:cubicBezTo>
                <a:close/>
                <a:moveTo>
                  <a:pt x="2313813" y="1191221"/>
                </a:moveTo>
                <a:cubicBezTo>
                  <a:pt x="2263707" y="1191661"/>
                  <a:pt x="2242375" y="1299782"/>
                  <a:pt x="2320591" y="1278685"/>
                </a:cubicBezTo>
                <a:cubicBezTo>
                  <a:pt x="2353096" y="1262612"/>
                  <a:pt x="2369349" y="1214390"/>
                  <a:pt x="2336844" y="1198317"/>
                </a:cubicBezTo>
                <a:cubicBezTo>
                  <a:pt x="2328717" y="1193293"/>
                  <a:pt x="2320972" y="1191159"/>
                  <a:pt x="2313813" y="1191221"/>
                </a:cubicBezTo>
                <a:close/>
                <a:moveTo>
                  <a:pt x="460779" y="1173771"/>
                </a:moveTo>
                <a:cubicBezTo>
                  <a:pt x="428342" y="1173771"/>
                  <a:pt x="412124" y="1173771"/>
                  <a:pt x="404014" y="1197882"/>
                </a:cubicBezTo>
                <a:cubicBezTo>
                  <a:pt x="412124" y="1213955"/>
                  <a:pt x="436451" y="1221993"/>
                  <a:pt x="460779" y="1221993"/>
                </a:cubicBezTo>
                <a:cubicBezTo>
                  <a:pt x="476998" y="1205919"/>
                  <a:pt x="468888" y="1189845"/>
                  <a:pt x="460779" y="1173771"/>
                </a:cubicBezTo>
                <a:close/>
                <a:moveTo>
                  <a:pt x="986577" y="1173771"/>
                </a:moveTo>
                <a:cubicBezTo>
                  <a:pt x="986577" y="1181591"/>
                  <a:pt x="986577" y="1181591"/>
                  <a:pt x="986577" y="1181591"/>
                </a:cubicBezTo>
                <a:cubicBezTo>
                  <a:pt x="986577" y="1181591"/>
                  <a:pt x="994397" y="1181591"/>
                  <a:pt x="994397" y="1181591"/>
                </a:cubicBezTo>
                <a:cubicBezTo>
                  <a:pt x="994397" y="1173771"/>
                  <a:pt x="986577" y="1173771"/>
                  <a:pt x="986577" y="1173771"/>
                </a:cubicBezTo>
                <a:close/>
                <a:moveTo>
                  <a:pt x="1454648" y="1166476"/>
                </a:moveTo>
                <a:cubicBezTo>
                  <a:pt x="1424986" y="1161078"/>
                  <a:pt x="1457385" y="1222762"/>
                  <a:pt x="1471395" y="1173415"/>
                </a:cubicBezTo>
                <a:cubicBezTo>
                  <a:pt x="1464389" y="1169387"/>
                  <a:pt x="1458886" y="1167247"/>
                  <a:pt x="1454648" y="1166476"/>
                </a:cubicBezTo>
                <a:close/>
                <a:moveTo>
                  <a:pt x="2022716" y="1161347"/>
                </a:moveTo>
                <a:cubicBezTo>
                  <a:pt x="2014288" y="1159476"/>
                  <a:pt x="2006713" y="1165463"/>
                  <a:pt x="2012773" y="1189411"/>
                </a:cubicBezTo>
                <a:cubicBezTo>
                  <a:pt x="2053174" y="1189411"/>
                  <a:pt x="2036762" y="1164465"/>
                  <a:pt x="2022716" y="1161347"/>
                </a:cubicBezTo>
                <a:close/>
                <a:moveTo>
                  <a:pt x="2894568" y="1158132"/>
                </a:moveTo>
                <a:cubicBezTo>
                  <a:pt x="2894568" y="1165952"/>
                  <a:pt x="2894568" y="1165952"/>
                  <a:pt x="2894568" y="1173771"/>
                </a:cubicBezTo>
                <a:cubicBezTo>
                  <a:pt x="2911511" y="1173771"/>
                  <a:pt x="2911511" y="1158132"/>
                  <a:pt x="2894568" y="1158132"/>
                </a:cubicBezTo>
                <a:close/>
                <a:moveTo>
                  <a:pt x="2244475" y="1154887"/>
                </a:moveTo>
                <a:cubicBezTo>
                  <a:pt x="2240920" y="1154680"/>
                  <a:pt x="2236679" y="1155444"/>
                  <a:pt x="2231690" y="1157480"/>
                </a:cubicBezTo>
                <a:cubicBezTo>
                  <a:pt x="2207743" y="1173771"/>
                  <a:pt x="2231690" y="1198207"/>
                  <a:pt x="2239673" y="1198207"/>
                </a:cubicBezTo>
                <a:cubicBezTo>
                  <a:pt x="2260627" y="1205335"/>
                  <a:pt x="2269358" y="1156334"/>
                  <a:pt x="2244475" y="1154887"/>
                </a:cubicBezTo>
                <a:close/>
                <a:moveTo>
                  <a:pt x="2172229" y="1136465"/>
                </a:moveTo>
                <a:cubicBezTo>
                  <a:pt x="2169297" y="1137497"/>
                  <a:pt x="2167342" y="1141624"/>
                  <a:pt x="2167342" y="1149878"/>
                </a:cubicBezTo>
                <a:cubicBezTo>
                  <a:pt x="2167342" y="1149878"/>
                  <a:pt x="2167342" y="1158132"/>
                  <a:pt x="2167342" y="1158132"/>
                </a:cubicBezTo>
                <a:cubicBezTo>
                  <a:pt x="2182981" y="1158132"/>
                  <a:pt x="2182981" y="1149878"/>
                  <a:pt x="2182981" y="1141624"/>
                </a:cubicBezTo>
                <a:cubicBezTo>
                  <a:pt x="2179071" y="1137497"/>
                  <a:pt x="2175162" y="1135433"/>
                  <a:pt x="2172229" y="1136465"/>
                </a:cubicBezTo>
                <a:close/>
                <a:moveTo>
                  <a:pt x="3048402" y="1134985"/>
                </a:moveTo>
                <a:cubicBezTo>
                  <a:pt x="3026149" y="1134190"/>
                  <a:pt x="2998373" y="1156462"/>
                  <a:pt x="3008473" y="1181917"/>
                </a:cubicBezTo>
                <a:cubicBezTo>
                  <a:pt x="3008473" y="1198208"/>
                  <a:pt x="3032714" y="1206354"/>
                  <a:pt x="3048875" y="1206354"/>
                </a:cubicBezTo>
                <a:cubicBezTo>
                  <a:pt x="3056955" y="1190063"/>
                  <a:pt x="3073116" y="1181917"/>
                  <a:pt x="3073116" y="1165626"/>
                </a:cubicBezTo>
                <a:cubicBezTo>
                  <a:pt x="3073116" y="1144244"/>
                  <a:pt x="3061753" y="1135462"/>
                  <a:pt x="3048402" y="1134985"/>
                </a:cubicBezTo>
                <a:close/>
                <a:moveTo>
                  <a:pt x="2474045" y="1133370"/>
                </a:moveTo>
                <a:cubicBezTo>
                  <a:pt x="2474045" y="1141189"/>
                  <a:pt x="2465791" y="1141189"/>
                  <a:pt x="2474045" y="1149009"/>
                </a:cubicBezTo>
                <a:cubicBezTo>
                  <a:pt x="2474045" y="1149009"/>
                  <a:pt x="2474045" y="1149009"/>
                  <a:pt x="2482299" y="1149009"/>
                </a:cubicBezTo>
                <a:cubicBezTo>
                  <a:pt x="2482299" y="1149009"/>
                  <a:pt x="2482299" y="1141189"/>
                  <a:pt x="2490553" y="1141189"/>
                </a:cubicBezTo>
                <a:cubicBezTo>
                  <a:pt x="2490553" y="1141189"/>
                  <a:pt x="2482299" y="1133370"/>
                  <a:pt x="2474045" y="1133370"/>
                </a:cubicBezTo>
                <a:close/>
                <a:moveTo>
                  <a:pt x="1352732" y="1123052"/>
                </a:moveTo>
                <a:cubicBezTo>
                  <a:pt x="1344651" y="1120989"/>
                  <a:pt x="1334551" y="1129243"/>
                  <a:pt x="1334551" y="1149878"/>
                </a:cubicBezTo>
                <a:cubicBezTo>
                  <a:pt x="1342631" y="1149878"/>
                  <a:pt x="1342631" y="1158132"/>
                  <a:pt x="1350711" y="1158132"/>
                </a:cubicBezTo>
                <a:cubicBezTo>
                  <a:pt x="1358792" y="1158132"/>
                  <a:pt x="1358792" y="1149878"/>
                  <a:pt x="1358792" y="1158132"/>
                </a:cubicBezTo>
                <a:cubicBezTo>
                  <a:pt x="1366873" y="1137497"/>
                  <a:pt x="1360812" y="1125115"/>
                  <a:pt x="1352732" y="1123052"/>
                </a:cubicBezTo>
                <a:close/>
                <a:moveTo>
                  <a:pt x="2358894" y="1114347"/>
                </a:moveTo>
                <a:cubicBezTo>
                  <a:pt x="2341329" y="1114723"/>
                  <a:pt x="2326178" y="1125250"/>
                  <a:pt x="2329208" y="1149310"/>
                </a:cubicBezTo>
                <a:cubicBezTo>
                  <a:pt x="2337289" y="1173370"/>
                  <a:pt x="2361529" y="1189411"/>
                  <a:pt x="2393851" y="1181391"/>
                </a:cubicBezTo>
                <a:cubicBezTo>
                  <a:pt x="2424152" y="1141290"/>
                  <a:pt x="2388169" y="1113721"/>
                  <a:pt x="2358894" y="1114347"/>
                </a:cubicBezTo>
                <a:close/>
                <a:moveTo>
                  <a:pt x="1219441" y="1099920"/>
                </a:moveTo>
                <a:cubicBezTo>
                  <a:pt x="1193859" y="1107875"/>
                  <a:pt x="1174005" y="1139691"/>
                  <a:pt x="1204550" y="1157871"/>
                </a:cubicBezTo>
                <a:cubicBezTo>
                  <a:pt x="1245277" y="1165951"/>
                  <a:pt x="1261568" y="1117470"/>
                  <a:pt x="1245277" y="1101309"/>
                </a:cubicBezTo>
                <a:cubicBezTo>
                  <a:pt x="1237132" y="1097269"/>
                  <a:pt x="1227968" y="1097269"/>
                  <a:pt x="1219441" y="1099920"/>
                </a:cubicBezTo>
                <a:close/>
                <a:moveTo>
                  <a:pt x="2066664" y="1098059"/>
                </a:moveTo>
                <a:cubicBezTo>
                  <a:pt x="2061776" y="1099077"/>
                  <a:pt x="2057866" y="1105187"/>
                  <a:pt x="2061776" y="1117405"/>
                </a:cubicBezTo>
                <a:cubicBezTo>
                  <a:pt x="2061776" y="1117405"/>
                  <a:pt x="2069596" y="1125551"/>
                  <a:pt x="2077416" y="1117405"/>
                </a:cubicBezTo>
                <a:cubicBezTo>
                  <a:pt x="2077416" y="1117405"/>
                  <a:pt x="2077416" y="1109260"/>
                  <a:pt x="2077416" y="1109260"/>
                </a:cubicBezTo>
                <a:cubicBezTo>
                  <a:pt x="2077416" y="1101114"/>
                  <a:pt x="2071551" y="1097041"/>
                  <a:pt x="2066664" y="1098059"/>
                </a:cubicBezTo>
                <a:close/>
                <a:moveTo>
                  <a:pt x="2890658" y="1096064"/>
                </a:moveTo>
                <a:cubicBezTo>
                  <a:pt x="2884793" y="1097096"/>
                  <a:pt x="2878929" y="1101223"/>
                  <a:pt x="2878929" y="1109477"/>
                </a:cubicBezTo>
                <a:cubicBezTo>
                  <a:pt x="2886748" y="1117731"/>
                  <a:pt x="2902387" y="1117731"/>
                  <a:pt x="2902387" y="1101223"/>
                </a:cubicBezTo>
                <a:cubicBezTo>
                  <a:pt x="2902387" y="1097096"/>
                  <a:pt x="2896523" y="1095032"/>
                  <a:pt x="2890658" y="1096064"/>
                </a:cubicBezTo>
                <a:close/>
                <a:moveTo>
                  <a:pt x="2268818" y="1087755"/>
                </a:moveTo>
                <a:cubicBezTo>
                  <a:pt x="2249346" y="1089275"/>
                  <a:pt x="2235601" y="1127288"/>
                  <a:pt x="2272255" y="1133370"/>
                </a:cubicBezTo>
                <a:cubicBezTo>
                  <a:pt x="2280400" y="1125260"/>
                  <a:pt x="2288546" y="1117151"/>
                  <a:pt x="2288546" y="1100933"/>
                </a:cubicBezTo>
                <a:cubicBezTo>
                  <a:pt x="2282436" y="1090796"/>
                  <a:pt x="2275310" y="1087248"/>
                  <a:pt x="2268818" y="1087755"/>
                </a:cubicBezTo>
                <a:close/>
                <a:moveTo>
                  <a:pt x="2344587" y="1085149"/>
                </a:moveTo>
                <a:cubicBezTo>
                  <a:pt x="2336767" y="1085149"/>
                  <a:pt x="2336767" y="1085149"/>
                  <a:pt x="2336767" y="1085149"/>
                </a:cubicBezTo>
                <a:cubicBezTo>
                  <a:pt x="2328948" y="1092969"/>
                  <a:pt x="2328948" y="1092969"/>
                  <a:pt x="2336767" y="1100788"/>
                </a:cubicBezTo>
                <a:cubicBezTo>
                  <a:pt x="2336767" y="1092969"/>
                  <a:pt x="2344587" y="1092969"/>
                  <a:pt x="2344587" y="1085149"/>
                </a:cubicBezTo>
                <a:close/>
                <a:moveTo>
                  <a:pt x="1528304" y="1085149"/>
                </a:moveTo>
                <a:cubicBezTo>
                  <a:pt x="1520051" y="1085149"/>
                  <a:pt x="1511796" y="1085149"/>
                  <a:pt x="1511796" y="1100788"/>
                </a:cubicBezTo>
                <a:cubicBezTo>
                  <a:pt x="1511796" y="1100788"/>
                  <a:pt x="1511796" y="1108608"/>
                  <a:pt x="1511796" y="1108608"/>
                </a:cubicBezTo>
                <a:cubicBezTo>
                  <a:pt x="1536558" y="1108608"/>
                  <a:pt x="1536558" y="1100788"/>
                  <a:pt x="1528304" y="1085149"/>
                </a:cubicBezTo>
                <a:close/>
                <a:moveTo>
                  <a:pt x="434821" y="1080995"/>
                </a:moveTo>
                <a:cubicBezTo>
                  <a:pt x="422700" y="1078795"/>
                  <a:pt x="406035" y="1083194"/>
                  <a:pt x="412094" y="1100788"/>
                </a:cubicBezTo>
                <a:cubicBezTo>
                  <a:pt x="428256" y="1108608"/>
                  <a:pt x="444416" y="1108608"/>
                  <a:pt x="444416" y="1085149"/>
                </a:cubicBezTo>
                <a:cubicBezTo>
                  <a:pt x="442396" y="1083194"/>
                  <a:pt x="438861" y="1081728"/>
                  <a:pt x="434821" y="1080995"/>
                </a:cubicBezTo>
                <a:close/>
                <a:moveTo>
                  <a:pt x="3509713" y="1077329"/>
                </a:moveTo>
                <a:cubicBezTo>
                  <a:pt x="3509713" y="1085149"/>
                  <a:pt x="3517532" y="1092969"/>
                  <a:pt x="3517532" y="1085149"/>
                </a:cubicBezTo>
                <a:cubicBezTo>
                  <a:pt x="3525352" y="1077329"/>
                  <a:pt x="3517532" y="1077329"/>
                  <a:pt x="3509713" y="1077329"/>
                </a:cubicBezTo>
                <a:close/>
                <a:moveTo>
                  <a:pt x="921414" y="1077329"/>
                </a:moveTo>
                <a:cubicBezTo>
                  <a:pt x="921414" y="1085149"/>
                  <a:pt x="913594" y="1085149"/>
                  <a:pt x="913594" y="1085149"/>
                </a:cubicBezTo>
                <a:cubicBezTo>
                  <a:pt x="913594" y="1100788"/>
                  <a:pt x="913594" y="1108608"/>
                  <a:pt x="929233" y="1108608"/>
                </a:cubicBezTo>
                <a:cubicBezTo>
                  <a:pt x="929233" y="1100788"/>
                  <a:pt x="929233" y="1077329"/>
                  <a:pt x="921414" y="1077329"/>
                </a:cubicBezTo>
                <a:close/>
                <a:moveTo>
                  <a:pt x="1150346" y="1075150"/>
                </a:moveTo>
                <a:cubicBezTo>
                  <a:pt x="1130874" y="1082786"/>
                  <a:pt x="1121711" y="1113331"/>
                  <a:pt x="1140038" y="1125550"/>
                </a:cubicBezTo>
                <a:cubicBezTo>
                  <a:pt x="1172619" y="1125550"/>
                  <a:pt x="1180765" y="1101113"/>
                  <a:pt x="1172619" y="1076677"/>
                </a:cubicBezTo>
                <a:cubicBezTo>
                  <a:pt x="1164473" y="1072605"/>
                  <a:pt x="1156838" y="1072605"/>
                  <a:pt x="1150346" y="1075150"/>
                </a:cubicBezTo>
                <a:close/>
                <a:moveTo>
                  <a:pt x="694645" y="1068206"/>
                </a:moveTo>
                <a:cubicBezTo>
                  <a:pt x="703116" y="1076351"/>
                  <a:pt x="703116" y="1092642"/>
                  <a:pt x="711587" y="1100788"/>
                </a:cubicBezTo>
                <a:cubicBezTo>
                  <a:pt x="711587" y="1084497"/>
                  <a:pt x="711587" y="1068206"/>
                  <a:pt x="694645" y="1068206"/>
                </a:cubicBezTo>
                <a:close/>
                <a:moveTo>
                  <a:pt x="1298566" y="1066345"/>
                </a:moveTo>
                <a:cubicBezTo>
                  <a:pt x="1275708" y="1068094"/>
                  <a:pt x="1248500" y="1102458"/>
                  <a:pt x="1294057" y="1117731"/>
                </a:cubicBezTo>
                <a:cubicBezTo>
                  <a:pt x="1294057" y="1109586"/>
                  <a:pt x="1310255" y="1109586"/>
                  <a:pt x="1318354" y="1109586"/>
                </a:cubicBezTo>
                <a:cubicBezTo>
                  <a:pt x="1324428" y="1075985"/>
                  <a:pt x="1312280" y="1065295"/>
                  <a:pt x="1298566" y="1066345"/>
                </a:cubicBezTo>
                <a:close/>
                <a:moveTo>
                  <a:pt x="3550114" y="1060386"/>
                </a:moveTo>
                <a:cubicBezTo>
                  <a:pt x="3541860" y="1060386"/>
                  <a:pt x="3525352" y="1060386"/>
                  <a:pt x="3525352" y="1077329"/>
                </a:cubicBezTo>
                <a:cubicBezTo>
                  <a:pt x="3533607" y="1077329"/>
                  <a:pt x="3541860" y="1077329"/>
                  <a:pt x="3550114" y="1077329"/>
                </a:cubicBezTo>
                <a:cubicBezTo>
                  <a:pt x="3550114" y="1068858"/>
                  <a:pt x="3550114" y="1068858"/>
                  <a:pt x="3550114" y="1060386"/>
                </a:cubicBezTo>
                <a:close/>
                <a:moveTo>
                  <a:pt x="1536558" y="1060386"/>
                </a:moveTo>
                <a:cubicBezTo>
                  <a:pt x="1536558" y="1060386"/>
                  <a:pt x="1528739" y="1068858"/>
                  <a:pt x="1528739" y="1077329"/>
                </a:cubicBezTo>
                <a:cubicBezTo>
                  <a:pt x="1536558" y="1077329"/>
                  <a:pt x="1536558" y="1077329"/>
                  <a:pt x="1544378" y="1077329"/>
                </a:cubicBezTo>
                <a:cubicBezTo>
                  <a:pt x="1544378" y="1068858"/>
                  <a:pt x="1544378" y="1060386"/>
                  <a:pt x="1536558" y="1060386"/>
                </a:cubicBezTo>
                <a:close/>
                <a:moveTo>
                  <a:pt x="3146513" y="1058312"/>
                </a:moveTo>
                <a:cubicBezTo>
                  <a:pt x="3101411" y="1064830"/>
                  <a:pt x="3121011" y="1154092"/>
                  <a:pt x="3178029" y="1125811"/>
                </a:cubicBezTo>
                <a:cubicBezTo>
                  <a:pt x="3194321" y="1109650"/>
                  <a:pt x="3186175" y="1069249"/>
                  <a:pt x="3169884" y="1061168"/>
                </a:cubicBezTo>
                <a:cubicBezTo>
                  <a:pt x="3160720" y="1058138"/>
                  <a:pt x="3152956" y="1057381"/>
                  <a:pt x="3146513" y="1058312"/>
                </a:cubicBezTo>
                <a:close/>
                <a:moveTo>
                  <a:pt x="2288547" y="1052567"/>
                </a:moveTo>
                <a:cubicBezTo>
                  <a:pt x="2288547" y="1052567"/>
                  <a:pt x="2280075" y="1052567"/>
                  <a:pt x="2271604" y="1052567"/>
                </a:cubicBezTo>
                <a:cubicBezTo>
                  <a:pt x="2271604" y="1060386"/>
                  <a:pt x="2271604" y="1060386"/>
                  <a:pt x="2271604" y="1068206"/>
                </a:cubicBezTo>
                <a:cubicBezTo>
                  <a:pt x="2288547" y="1068206"/>
                  <a:pt x="2288547" y="1060386"/>
                  <a:pt x="2288547" y="1052567"/>
                </a:cubicBezTo>
                <a:close/>
                <a:moveTo>
                  <a:pt x="1254985" y="1044771"/>
                </a:moveTo>
                <a:cubicBezTo>
                  <a:pt x="1246409" y="1047469"/>
                  <a:pt x="1239592" y="1059116"/>
                  <a:pt x="1253227" y="1068207"/>
                </a:cubicBezTo>
                <a:cubicBezTo>
                  <a:pt x="1261308" y="1068207"/>
                  <a:pt x="1261308" y="1060126"/>
                  <a:pt x="1269388" y="1060126"/>
                </a:cubicBezTo>
                <a:cubicBezTo>
                  <a:pt x="1269388" y="1052046"/>
                  <a:pt x="1266863" y="1047500"/>
                  <a:pt x="1263454" y="1045481"/>
                </a:cubicBezTo>
                <a:cubicBezTo>
                  <a:pt x="1260897" y="1043965"/>
                  <a:pt x="1257844" y="1043871"/>
                  <a:pt x="1254985" y="1044771"/>
                </a:cubicBezTo>
                <a:close/>
                <a:moveTo>
                  <a:pt x="2175162" y="1044747"/>
                </a:moveTo>
                <a:cubicBezTo>
                  <a:pt x="2166690" y="1044747"/>
                  <a:pt x="2166690" y="1044747"/>
                  <a:pt x="2166690" y="1044747"/>
                </a:cubicBezTo>
                <a:cubicBezTo>
                  <a:pt x="2158219" y="1044747"/>
                  <a:pt x="2158219" y="1052567"/>
                  <a:pt x="2158219" y="1060386"/>
                </a:cubicBezTo>
                <a:cubicBezTo>
                  <a:pt x="2166690" y="1060386"/>
                  <a:pt x="2166690" y="1060386"/>
                  <a:pt x="2175162" y="1060386"/>
                </a:cubicBezTo>
                <a:cubicBezTo>
                  <a:pt x="2175162" y="1052567"/>
                  <a:pt x="2175162" y="1044747"/>
                  <a:pt x="2175162" y="1044747"/>
                </a:cubicBezTo>
                <a:close/>
                <a:moveTo>
                  <a:pt x="295191" y="1002391"/>
                </a:moveTo>
                <a:cubicBezTo>
                  <a:pt x="287111" y="1002391"/>
                  <a:pt x="279031" y="1008255"/>
                  <a:pt x="283071" y="1019985"/>
                </a:cubicBezTo>
                <a:cubicBezTo>
                  <a:pt x="291151" y="1019985"/>
                  <a:pt x="291151" y="1027805"/>
                  <a:pt x="299232" y="1027805"/>
                </a:cubicBezTo>
                <a:cubicBezTo>
                  <a:pt x="307312" y="1019985"/>
                  <a:pt x="307312" y="1019985"/>
                  <a:pt x="307312" y="1019985"/>
                </a:cubicBezTo>
                <a:cubicBezTo>
                  <a:pt x="311353" y="1008255"/>
                  <a:pt x="303272" y="1002391"/>
                  <a:pt x="295191" y="1002391"/>
                </a:cubicBezTo>
                <a:close/>
                <a:moveTo>
                  <a:pt x="1043270" y="996526"/>
                </a:moveTo>
                <a:cubicBezTo>
                  <a:pt x="994397" y="996526"/>
                  <a:pt x="1026979" y="1068207"/>
                  <a:pt x="1051415" y="1036349"/>
                </a:cubicBezTo>
                <a:cubicBezTo>
                  <a:pt x="1059561" y="1020419"/>
                  <a:pt x="1051415" y="1012455"/>
                  <a:pt x="1043270" y="996526"/>
                </a:cubicBezTo>
                <a:close/>
                <a:moveTo>
                  <a:pt x="1422740" y="995657"/>
                </a:moveTo>
                <a:cubicBezTo>
                  <a:pt x="1406231" y="1003911"/>
                  <a:pt x="1406231" y="1036927"/>
                  <a:pt x="1430994" y="1036927"/>
                </a:cubicBezTo>
                <a:cubicBezTo>
                  <a:pt x="1447501" y="1036927"/>
                  <a:pt x="1455755" y="987403"/>
                  <a:pt x="1422740" y="995657"/>
                </a:cubicBezTo>
                <a:close/>
                <a:moveTo>
                  <a:pt x="711587" y="979583"/>
                </a:moveTo>
                <a:cubicBezTo>
                  <a:pt x="711587" y="995744"/>
                  <a:pt x="703767" y="1019985"/>
                  <a:pt x="719406" y="1019985"/>
                </a:cubicBezTo>
                <a:cubicBezTo>
                  <a:pt x="719406" y="1003825"/>
                  <a:pt x="719406" y="995744"/>
                  <a:pt x="711587" y="979583"/>
                </a:cubicBezTo>
                <a:close/>
                <a:moveTo>
                  <a:pt x="897303" y="971764"/>
                </a:moveTo>
                <a:cubicBezTo>
                  <a:pt x="897303" y="971764"/>
                  <a:pt x="888832" y="971764"/>
                  <a:pt x="888832" y="971764"/>
                </a:cubicBezTo>
                <a:cubicBezTo>
                  <a:pt x="888832" y="971764"/>
                  <a:pt x="888832" y="979583"/>
                  <a:pt x="888832" y="987403"/>
                </a:cubicBezTo>
                <a:cubicBezTo>
                  <a:pt x="897303" y="987403"/>
                  <a:pt x="897303" y="979583"/>
                  <a:pt x="897303" y="979583"/>
                </a:cubicBezTo>
                <a:cubicBezTo>
                  <a:pt x="905775" y="979583"/>
                  <a:pt x="897303" y="971764"/>
                  <a:pt x="897303" y="971764"/>
                </a:cubicBezTo>
                <a:close/>
                <a:moveTo>
                  <a:pt x="2118668" y="966510"/>
                </a:moveTo>
                <a:cubicBezTo>
                  <a:pt x="2109122" y="966877"/>
                  <a:pt x="2098431" y="981538"/>
                  <a:pt x="2110650" y="987403"/>
                </a:cubicBezTo>
                <a:cubicBezTo>
                  <a:pt x="2126941" y="987403"/>
                  <a:pt x="2126941" y="987403"/>
                  <a:pt x="2126941" y="971764"/>
                </a:cubicBezTo>
                <a:cubicBezTo>
                  <a:pt x="2124904" y="967854"/>
                  <a:pt x="2121850" y="966387"/>
                  <a:pt x="2118668" y="966510"/>
                </a:cubicBezTo>
                <a:close/>
                <a:moveTo>
                  <a:pt x="1834873" y="956124"/>
                </a:moveTo>
                <a:cubicBezTo>
                  <a:pt x="1834873" y="972285"/>
                  <a:pt x="1810612" y="972285"/>
                  <a:pt x="1794439" y="964204"/>
                </a:cubicBezTo>
                <a:cubicBezTo>
                  <a:pt x="1786352" y="980365"/>
                  <a:pt x="1770178" y="988446"/>
                  <a:pt x="1754004" y="980365"/>
                </a:cubicBezTo>
                <a:cubicBezTo>
                  <a:pt x="1745917" y="996525"/>
                  <a:pt x="1737830" y="1012686"/>
                  <a:pt x="1713569" y="1012686"/>
                </a:cubicBezTo>
                <a:cubicBezTo>
                  <a:pt x="1721656" y="1045008"/>
                  <a:pt x="1713569" y="1061169"/>
                  <a:pt x="1681221" y="1069248"/>
                </a:cubicBezTo>
                <a:cubicBezTo>
                  <a:pt x="1697396" y="1093490"/>
                  <a:pt x="1697396" y="1109650"/>
                  <a:pt x="1681221" y="1125811"/>
                </a:cubicBezTo>
                <a:cubicBezTo>
                  <a:pt x="1689308" y="1141971"/>
                  <a:pt x="1713569" y="1150051"/>
                  <a:pt x="1705482" y="1182372"/>
                </a:cubicBezTo>
                <a:cubicBezTo>
                  <a:pt x="1713569" y="1190453"/>
                  <a:pt x="1721656" y="1182372"/>
                  <a:pt x="1737830" y="1182372"/>
                </a:cubicBezTo>
                <a:cubicBezTo>
                  <a:pt x="1745917" y="1190453"/>
                  <a:pt x="1745917" y="1206614"/>
                  <a:pt x="1754004" y="1214693"/>
                </a:cubicBezTo>
                <a:cubicBezTo>
                  <a:pt x="1762091" y="1214693"/>
                  <a:pt x="1762091" y="1206614"/>
                  <a:pt x="1778265" y="1206614"/>
                </a:cubicBezTo>
                <a:cubicBezTo>
                  <a:pt x="1786352" y="1214693"/>
                  <a:pt x="1786352" y="1238935"/>
                  <a:pt x="1802526" y="1238935"/>
                </a:cubicBezTo>
                <a:cubicBezTo>
                  <a:pt x="1810612" y="1230854"/>
                  <a:pt x="1842961" y="1214693"/>
                  <a:pt x="1867222" y="1238935"/>
                </a:cubicBezTo>
                <a:cubicBezTo>
                  <a:pt x="1883395" y="1206614"/>
                  <a:pt x="1923830" y="1214693"/>
                  <a:pt x="1964265" y="1214693"/>
                </a:cubicBezTo>
                <a:cubicBezTo>
                  <a:pt x="1996613" y="1190453"/>
                  <a:pt x="1980439" y="1158132"/>
                  <a:pt x="1964265" y="1133891"/>
                </a:cubicBezTo>
                <a:cubicBezTo>
                  <a:pt x="1964265" y="1117730"/>
                  <a:pt x="1980439" y="1117730"/>
                  <a:pt x="1980439" y="1109650"/>
                </a:cubicBezTo>
                <a:cubicBezTo>
                  <a:pt x="1980439" y="1101570"/>
                  <a:pt x="1964265" y="1101570"/>
                  <a:pt x="1964265" y="1101570"/>
                </a:cubicBezTo>
                <a:cubicBezTo>
                  <a:pt x="1964265" y="1069248"/>
                  <a:pt x="1940005" y="1053088"/>
                  <a:pt x="1948091" y="1020767"/>
                </a:cubicBezTo>
                <a:cubicBezTo>
                  <a:pt x="1931917" y="1012686"/>
                  <a:pt x="1923830" y="1012686"/>
                  <a:pt x="1923830" y="996525"/>
                </a:cubicBezTo>
                <a:cubicBezTo>
                  <a:pt x="1915744" y="988446"/>
                  <a:pt x="1923830" y="988446"/>
                  <a:pt x="1923830" y="972285"/>
                </a:cubicBezTo>
                <a:cubicBezTo>
                  <a:pt x="1907656" y="972285"/>
                  <a:pt x="1915744" y="988446"/>
                  <a:pt x="1907656" y="988446"/>
                </a:cubicBezTo>
                <a:cubicBezTo>
                  <a:pt x="1883395" y="980365"/>
                  <a:pt x="1859134" y="972285"/>
                  <a:pt x="1834873" y="956124"/>
                </a:cubicBezTo>
                <a:close/>
                <a:moveTo>
                  <a:pt x="1651200" y="944599"/>
                </a:moveTo>
                <a:cubicBezTo>
                  <a:pt x="1639191" y="947654"/>
                  <a:pt x="1629184" y="959872"/>
                  <a:pt x="1633187" y="980235"/>
                </a:cubicBezTo>
                <a:cubicBezTo>
                  <a:pt x="1657205" y="996526"/>
                  <a:pt x="1681222" y="980235"/>
                  <a:pt x="1681222" y="963944"/>
                </a:cubicBezTo>
                <a:cubicBezTo>
                  <a:pt x="1677219" y="947654"/>
                  <a:pt x="1663208" y="941544"/>
                  <a:pt x="1651200" y="944599"/>
                </a:cubicBezTo>
                <a:close/>
                <a:moveTo>
                  <a:pt x="2142579" y="931363"/>
                </a:moveTo>
                <a:cubicBezTo>
                  <a:pt x="2142579" y="931363"/>
                  <a:pt x="2134760" y="931363"/>
                  <a:pt x="2134760" y="931363"/>
                </a:cubicBezTo>
                <a:cubicBezTo>
                  <a:pt x="2126940" y="939183"/>
                  <a:pt x="2134760" y="947002"/>
                  <a:pt x="2134760" y="947002"/>
                </a:cubicBezTo>
                <a:cubicBezTo>
                  <a:pt x="2142579" y="947002"/>
                  <a:pt x="2150399" y="947002"/>
                  <a:pt x="2150399" y="939183"/>
                </a:cubicBezTo>
                <a:cubicBezTo>
                  <a:pt x="2150399" y="939183"/>
                  <a:pt x="2142579" y="931363"/>
                  <a:pt x="2142579" y="931363"/>
                </a:cubicBezTo>
                <a:close/>
                <a:moveTo>
                  <a:pt x="3646991" y="931363"/>
                </a:moveTo>
                <a:cubicBezTo>
                  <a:pt x="3646991" y="939183"/>
                  <a:pt x="3638736" y="939183"/>
                  <a:pt x="3638736" y="947002"/>
                </a:cubicBezTo>
                <a:cubicBezTo>
                  <a:pt x="3646991" y="947002"/>
                  <a:pt x="3646991" y="947002"/>
                  <a:pt x="3655245" y="947002"/>
                </a:cubicBezTo>
                <a:cubicBezTo>
                  <a:pt x="3663499" y="939183"/>
                  <a:pt x="3663499" y="931363"/>
                  <a:pt x="3646991" y="931363"/>
                </a:cubicBezTo>
                <a:close/>
                <a:moveTo>
                  <a:pt x="1447936" y="923543"/>
                </a:moveTo>
                <a:cubicBezTo>
                  <a:pt x="1447936" y="923543"/>
                  <a:pt x="1447936" y="931363"/>
                  <a:pt x="1447936" y="939182"/>
                </a:cubicBezTo>
                <a:cubicBezTo>
                  <a:pt x="1455755" y="939182"/>
                  <a:pt x="1455755" y="939182"/>
                  <a:pt x="1463575" y="931363"/>
                </a:cubicBezTo>
                <a:cubicBezTo>
                  <a:pt x="1463575" y="931363"/>
                  <a:pt x="1455755" y="923543"/>
                  <a:pt x="1447936" y="923543"/>
                </a:cubicBezTo>
                <a:close/>
                <a:moveTo>
                  <a:pt x="64513" y="922794"/>
                </a:moveTo>
                <a:cubicBezTo>
                  <a:pt x="54467" y="921784"/>
                  <a:pt x="44420" y="927844"/>
                  <a:pt x="48439" y="939965"/>
                </a:cubicBezTo>
                <a:cubicBezTo>
                  <a:pt x="56475" y="948045"/>
                  <a:pt x="64513" y="956125"/>
                  <a:pt x="80586" y="948045"/>
                </a:cubicBezTo>
                <a:cubicBezTo>
                  <a:pt x="84605" y="931884"/>
                  <a:pt x="74559" y="923804"/>
                  <a:pt x="64513" y="922794"/>
                </a:cubicBezTo>
                <a:close/>
                <a:moveTo>
                  <a:pt x="1949044" y="921589"/>
                </a:moveTo>
                <a:cubicBezTo>
                  <a:pt x="1940899" y="921589"/>
                  <a:pt x="1932753" y="927453"/>
                  <a:pt x="1932753" y="939183"/>
                </a:cubicBezTo>
                <a:cubicBezTo>
                  <a:pt x="1940899" y="947002"/>
                  <a:pt x="1957190" y="939183"/>
                  <a:pt x="1965335" y="939183"/>
                </a:cubicBezTo>
                <a:cubicBezTo>
                  <a:pt x="1965335" y="927453"/>
                  <a:pt x="1957190" y="921589"/>
                  <a:pt x="1949044" y="921589"/>
                </a:cubicBezTo>
                <a:close/>
                <a:moveTo>
                  <a:pt x="2300642" y="913982"/>
                </a:moveTo>
                <a:cubicBezTo>
                  <a:pt x="2290012" y="917801"/>
                  <a:pt x="2282681" y="933073"/>
                  <a:pt x="2288546" y="939183"/>
                </a:cubicBezTo>
                <a:cubicBezTo>
                  <a:pt x="2304185" y="939183"/>
                  <a:pt x="2312005" y="931037"/>
                  <a:pt x="2312005" y="914746"/>
                </a:cubicBezTo>
                <a:cubicBezTo>
                  <a:pt x="2308095" y="912709"/>
                  <a:pt x="2304185" y="912709"/>
                  <a:pt x="2300642" y="913982"/>
                </a:cubicBezTo>
                <a:close/>
                <a:moveTo>
                  <a:pt x="3177812" y="906600"/>
                </a:moveTo>
                <a:cubicBezTo>
                  <a:pt x="3169558" y="906600"/>
                  <a:pt x="3177812" y="923543"/>
                  <a:pt x="3186066" y="923543"/>
                </a:cubicBezTo>
                <a:cubicBezTo>
                  <a:pt x="3194321" y="915072"/>
                  <a:pt x="3186066" y="906600"/>
                  <a:pt x="3177812" y="906600"/>
                </a:cubicBezTo>
                <a:close/>
                <a:moveTo>
                  <a:pt x="3867848" y="898153"/>
                </a:moveTo>
                <a:cubicBezTo>
                  <a:pt x="3852881" y="895150"/>
                  <a:pt x="3836916" y="899153"/>
                  <a:pt x="3832924" y="915165"/>
                </a:cubicBezTo>
                <a:cubicBezTo>
                  <a:pt x="3840907" y="939183"/>
                  <a:pt x="3880820" y="939183"/>
                  <a:pt x="3896785" y="923171"/>
                </a:cubicBezTo>
                <a:cubicBezTo>
                  <a:pt x="3896785" y="911162"/>
                  <a:pt x="3882815" y="901155"/>
                  <a:pt x="3867848" y="898153"/>
                </a:cubicBezTo>
                <a:close/>
                <a:moveTo>
                  <a:pt x="965106" y="898031"/>
                </a:moveTo>
                <a:cubicBezTo>
                  <a:pt x="960056" y="901061"/>
                  <a:pt x="958036" y="907121"/>
                  <a:pt x="962076" y="915202"/>
                </a:cubicBezTo>
                <a:cubicBezTo>
                  <a:pt x="962076" y="923282"/>
                  <a:pt x="970156" y="931363"/>
                  <a:pt x="986317" y="923282"/>
                </a:cubicBezTo>
                <a:cubicBezTo>
                  <a:pt x="994397" y="923282"/>
                  <a:pt x="986317" y="907121"/>
                  <a:pt x="986317" y="899041"/>
                </a:cubicBezTo>
                <a:cubicBezTo>
                  <a:pt x="978237" y="895001"/>
                  <a:pt x="970156" y="895001"/>
                  <a:pt x="965106" y="898031"/>
                </a:cubicBezTo>
                <a:close/>
                <a:moveTo>
                  <a:pt x="1723395" y="895991"/>
                </a:moveTo>
                <a:cubicBezTo>
                  <a:pt x="1715269" y="895603"/>
                  <a:pt x="1705984" y="903342"/>
                  <a:pt x="1705984" y="915723"/>
                </a:cubicBezTo>
                <a:cubicBezTo>
                  <a:pt x="1714238" y="915723"/>
                  <a:pt x="1722492" y="915723"/>
                  <a:pt x="1730746" y="915723"/>
                </a:cubicBezTo>
                <a:cubicBezTo>
                  <a:pt x="1730746" y="907469"/>
                  <a:pt x="1730746" y="907469"/>
                  <a:pt x="1730746" y="899215"/>
                </a:cubicBezTo>
                <a:cubicBezTo>
                  <a:pt x="1728683" y="897152"/>
                  <a:pt x="1726104" y="896120"/>
                  <a:pt x="1723395" y="895991"/>
                </a:cubicBezTo>
                <a:close/>
                <a:moveTo>
                  <a:pt x="2555065" y="883141"/>
                </a:moveTo>
                <a:cubicBezTo>
                  <a:pt x="2555065" y="883141"/>
                  <a:pt x="2546594" y="890961"/>
                  <a:pt x="2555065" y="890961"/>
                </a:cubicBezTo>
                <a:cubicBezTo>
                  <a:pt x="2563537" y="898781"/>
                  <a:pt x="2563537" y="883141"/>
                  <a:pt x="2555065" y="883141"/>
                </a:cubicBezTo>
                <a:close/>
                <a:moveTo>
                  <a:pt x="2619577" y="883141"/>
                </a:moveTo>
                <a:cubicBezTo>
                  <a:pt x="2619577" y="890961"/>
                  <a:pt x="2619577" y="890961"/>
                  <a:pt x="2619577" y="890961"/>
                </a:cubicBezTo>
                <a:cubicBezTo>
                  <a:pt x="2619577" y="890961"/>
                  <a:pt x="2619577" y="890961"/>
                  <a:pt x="2619577" y="898781"/>
                </a:cubicBezTo>
                <a:cubicBezTo>
                  <a:pt x="2619577" y="898781"/>
                  <a:pt x="2619577" y="898781"/>
                  <a:pt x="2627397" y="898781"/>
                </a:cubicBezTo>
                <a:cubicBezTo>
                  <a:pt x="2627397" y="898781"/>
                  <a:pt x="2627397" y="883141"/>
                  <a:pt x="2619577" y="883141"/>
                </a:cubicBezTo>
                <a:close/>
                <a:moveTo>
                  <a:pt x="2994390" y="882164"/>
                </a:moveTo>
                <a:cubicBezTo>
                  <a:pt x="2989299" y="885096"/>
                  <a:pt x="2987263" y="890961"/>
                  <a:pt x="2991336" y="898781"/>
                </a:cubicBezTo>
                <a:cubicBezTo>
                  <a:pt x="2991336" y="898781"/>
                  <a:pt x="2991336" y="906600"/>
                  <a:pt x="2999481" y="906600"/>
                </a:cubicBezTo>
                <a:cubicBezTo>
                  <a:pt x="3007627" y="906600"/>
                  <a:pt x="3015773" y="898781"/>
                  <a:pt x="3015773" y="883141"/>
                </a:cubicBezTo>
                <a:cubicBezTo>
                  <a:pt x="3007627" y="879231"/>
                  <a:pt x="2999481" y="879231"/>
                  <a:pt x="2994390" y="882164"/>
                </a:cubicBezTo>
                <a:close/>
                <a:moveTo>
                  <a:pt x="2514664" y="875322"/>
                </a:moveTo>
                <a:cubicBezTo>
                  <a:pt x="2506193" y="883141"/>
                  <a:pt x="2506193" y="898781"/>
                  <a:pt x="2523136" y="890961"/>
                </a:cubicBezTo>
                <a:cubicBezTo>
                  <a:pt x="2523136" y="883141"/>
                  <a:pt x="2523136" y="875322"/>
                  <a:pt x="2514664" y="875322"/>
                </a:cubicBezTo>
                <a:close/>
                <a:moveTo>
                  <a:pt x="2693318" y="872700"/>
                </a:moveTo>
                <a:cubicBezTo>
                  <a:pt x="2683470" y="873456"/>
                  <a:pt x="2674380" y="878995"/>
                  <a:pt x="2668320" y="891080"/>
                </a:cubicBezTo>
                <a:cubicBezTo>
                  <a:pt x="2652159" y="915250"/>
                  <a:pt x="2684480" y="939420"/>
                  <a:pt x="2700641" y="947476"/>
                </a:cubicBezTo>
                <a:cubicBezTo>
                  <a:pt x="2700641" y="955533"/>
                  <a:pt x="2708721" y="963589"/>
                  <a:pt x="2716801" y="971646"/>
                </a:cubicBezTo>
                <a:cubicBezTo>
                  <a:pt x="2716801" y="971646"/>
                  <a:pt x="2732962" y="963589"/>
                  <a:pt x="2732962" y="971646"/>
                </a:cubicBezTo>
                <a:cubicBezTo>
                  <a:pt x="2724881" y="987759"/>
                  <a:pt x="2741042" y="1011929"/>
                  <a:pt x="2765283" y="1019985"/>
                </a:cubicBezTo>
                <a:cubicBezTo>
                  <a:pt x="2781444" y="1011929"/>
                  <a:pt x="2797604" y="1003872"/>
                  <a:pt x="2805684" y="987759"/>
                </a:cubicBezTo>
                <a:cubicBezTo>
                  <a:pt x="2813765" y="947476"/>
                  <a:pt x="2773363" y="923306"/>
                  <a:pt x="2741042" y="947476"/>
                </a:cubicBezTo>
                <a:cubicBezTo>
                  <a:pt x="2759223" y="911222"/>
                  <a:pt x="2722862" y="870435"/>
                  <a:pt x="2693318" y="872700"/>
                </a:cubicBezTo>
                <a:close/>
                <a:moveTo>
                  <a:pt x="1925659" y="864571"/>
                </a:moveTo>
                <a:cubicBezTo>
                  <a:pt x="1918308" y="866118"/>
                  <a:pt x="1912117" y="876951"/>
                  <a:pt x="1924498" y="883142"/>
                </a:cubicBezTo>
                <a:cubicBezTo>
                  <a:pt x="1924498" y="874888"/>
                  <a:pt x="1932753" y="874888"/>
                  <a:pt x="1932753" y="866634"/>
                </a:cubicBezTo>
                <a:cubicBezTo>
                  <a:pt x="1930689" y="864571"/>
                  <a:pt x="1928110" y="864054"/>
                  <a:pt x="1925659" y="864571"/>
                </a:cubicBezTo>
                <a:close/>
                <a:moveTo>
                  <a:pt x="2756855" y="850560"/>
                </a:moveTo>
                <a:cubicBezTo>
                  <a:pt x="2756855" y="858814"/>
                  <a:pt x="2748601" y="858814"/>
                  <a:pt x="2748601" y="867069"/>
                </a:cubicBezTo>
                <a:cubicBezTo>
                  <a:pt x="2756855" y="867069"/>
                  <a:pt x="2765109" y="867069"/>
                  <a:pt x="2765109" y="875323"/>
                </a:cubicBezTo>
                <a:cubicBezTo>
                  <a:pt x="2765109" y="867069"/>
                  <a:pt x="2773364" y="867069"/>
                  <a:pt x="2773364" y="858814"/>
                </a:cubicBezTo>
                <a:cubicBezTo>
                  <a:pt x="2765109" y="858814"/>
                  <a:pt x="2765109" y="850560"/>
                  <a:pt x="2756855" y="850560"/>
                </a:cubicBezTo>
                <a:close/>
                <a:moveTo>
                  <a:pt x="2060799" y="848605"/>
                </a:moveTo>
                <a:cubicBezTo>
                  <a:pt x="2059822" y="846650"/>
                  <a:pt x="2057866" y="846650"/>
                  <a:pt x="2053957" y="850560"/>
                </a:cubicBezTo>
                <a:cubicBezTo>
                  <a:pt x="2046137" y="858380"/>
                  <a:pt x="2053957" y="858380"/>
                  <a:pt x="2061776" y="858380"/>
                </a:cubicBezTo>
                <a:cubicBezTo>
                  <a:pt x="2061776" y="854469"/>
                  <a:pt x="2061776" y="850560"/>
                  <a:pt x="2060799" y="848605"/>
                </a:cubicBezTo>
                <a:close/>
                <a:moveTo>
                  <a:pt x="2442333" y="842740"/>
                </a:moveTo>
                <a:cubicBezTo>
                  <a:pt x="2417570" y="834921"/>
                  <a:pt x="2417570" y="866199"/>
                  <a:pt x="2434078" y="866199"/>
                </a:cubicBezTo>
                <a:cubicBezTo>
                  <a:pt x="2442333" y="858380"/>
                  <a:pt x="2442333" y="850560"/>
                  <a:pt x="2442333" y="842740"/>
                </a:cubicBezTo>
                <a:close/>
                <a:moveTo>
                  <a:pt x="2161737" y="839978"/>
                </a:moveTo>
                <a:cubicBezTo>
                  <a:pt x="2120605" y="830367"/>
                  <a:pt x="2133023" y="920513"/>
                  <a:pt x="2182691" y="899302"/>
                </a:cubicBezTo>
                <a:cubicBezTo>
                  <a:pt x="2190801" y="883141"/>
                  <a:pt x="2190801" y="866981"/>
                  <a:pt x="2182691" y="850820"/>
                </a:cubicBezTo>
                <a:cubicBezTo>
                  <a:pt x="2174582" y="844760"/>
                  <a:pt x="2167613" y="841351"/>
                  <a:pt x="2161737" y="839978"/>
                </a:cubicBezTo>
                <a:close/>
                <a:moveTo>
                  <a:pt x="2773363" y="834921"/>
                </a:moveTo>
                <a:cubicBezTo>
                  <a:pt x="2765543" y="834921"/>
                  <a:pt x="2765543" y="834921"/>
                  <a:pt x="2765543" y="834921"/>
                </a:cubicBezTo>
                <a:cubicBezTo>
                  <a:pt x="2765543" y="834921"/>
                  <a:pt x="2765543" y="834921"/>
                  <a:pt x="2757724" y="834921"/>
                </a:cubicBezTo>
                <a:cubicBezTo>
                  <a:pt x="2757724" y="834921"/>
                  <a:pt x="2757724" y="842740"/>
                  <a:pt x="2757724" y="842740"/>
                </a:cubicBezTo>
                <a:cubicBezTo>
                  <a:pt x="2761633" y="842740"/>
                  <a:pt x="2761633" y="842740"/>
                  <a:pt x="2760656" y="842740"/>
                </a:cubicBezTo>
                <a:lnTo>
                  <a:pt x="2764566" y="842740"/>
                </a:lnTo>
                <a:cubicBezTo>
                  <a:pt x="2765543" y="842740"/>
                  <a:pt x="2765543" y="842740"/>
                  <a:pt x="2765543" y="842740"/>
                </a:cubicBezTo>
                <a:cubicBezTo>
                  <a:pt x="2765543" y="842740"/>
                  <a:pt x="2765543" y="842740"/>
                  <a:pt x="2773363" y="842740"/>
                </a:cubicBezTo>
                <a:cubicBezTo>
                  <a:pt x="2773363" y="842740"/>
                  <a:pt x="2773363" y="834921"/>
                  <a:pt x="2773363" y="834921"/>
                </a:cubicBezTo>
                <a:close/>
                <a:moveTo>
                  <a:pt x="1711921" y="833128"/>
                </a:moveTo>
                <a:cubicBezTo>
                  <a:pt x="1695702" y="832118"/>
                  <a:pt x="1677456" y="842218"/>
                  <a:pt x="1673401" y="866459"/>
                </a:cubicBezTo>
                <a:cubicBezTo>
                  <a:pt x="1681511" y="898781"/>
                  <a:pt x="1738275" y="890700"/>
                  <a:pt x="1738275" y="866459"/>
                </a:cubicBezTo>
                <a:cubicBezTo>
                  <a:pt x="1742330" y="846259"/>
                  <a:pt x="1728139" y="834138"/>
                  <a:pt x="1711921" y="833128"/>
                </a:cubicBezTo>
                <a:close/>
                <a:moveTo>
                  <a:pt x="2988485" y="827915"/>
                </a:moveTo>
                <a:cubicBezTo>
                  <a:pt x="2985308" y="827915"/>
                  <a:pt x="2983190" y="830033"/>
                  <a:pt x="2983190" y="834269"/>
                </a:cubicBezTo>
                <a:cubicBezTo>
                  <a:pt x="2991662" y="834269"/>
                  <a:pt x="2983190" y="842740"/>
                  <a:pt x="2991662" y="842740"/>
                </a:cubicBezTo>
                <a:cubicBezTo>
                  <a:pt x="2991662" y="842740"/>
                  <a:pt x="3000133" y="842740"/>
                  <a:pt x="3000133" y="834269"/>
                </a:cubicBezTo>
                <a:cubicBezTo>
                  <a:pt x="2995897" y="830033"/>
                  <a:pt x="2991662" y="827915"/>
                  <a:pt x="2988485" y="827915"/>
                </a:cubicBezTo>
                <a:close/>
                <a:moveTo>
                  <a:pt x="4015762" y="827860"/>
                </a:moveTo>
                <a:cubicBezTo>
                  <a:pt x="4012667" y="827860"/>
                  <a:pt x="4010603" y="829924"/>
                  <a:pt x="4010603" y="834051"/>
                </a:cubicBezTo>
                <a:cubicBezTo>
                  <a:pt x="4002349" y="842306"/>
                  <a:pt x="4010603" y="850560"/>
                  <a:pt x="4018858" y="850560"/>
                </a:cubicBezTo>
                <a:cubicBezTo>
                  <a:pt x="4027112" y="850560"/>
                  <a:pt x="4027112" y="842306"/>
                  <a:pt x="4027112" y="834051"/>
                </a:cubicBezTo>
                <a:cubicBezTo>
                  <a:pt x="4022985" y="829924"/>
                  <a:pt x="4018858" y="827860"/>
                  <a:pt x="4015762" y="827860"/>
                </a:cubicBezTo>
                <a:close/>
                <a:moveTo>
                  <a:pt x="1487438" y="827521"/>
                </a:moveTo>
                <a:cubicBezTo>
                  <a:pt x="1477211" y="826015"/>
                  <a:pt x="1463575" y="838070"/>
                  <a:pt x="1463575" y="850125"/>
                </a:cubicBezTo>
                <a:cubicBezTo>
                  <a:pt x="1463575" y="866199"/>
                  <a:pt x="1503977" y="858162"/>
                  <a:pt x="1495897" y="834051"/>
                </a:cubicBezTo>
                <a:cubicBezTo>
                  <a:pt x="1493877" y="830032"/>
                  <a:pt x="1490847" y="828024"/>
                  <a:pt x="1487438" y="827521"/>
                </a:cubicBezTo>
                <a:close/>
                <a:moveTo>
                  <a:pt x="994397" y="825797"/>
                </a:moveTo>
                <a:cubicBezTo>
                  <a:pt x="994397" y="834269"/>
                  <a:pt x="1002652" y="834269"/>
                  <a:pt x="994397" y="842740"/>
                </a:cubicBezTo>
                <a:cubicBezTo>
                  <a:pt x="1010906" y="842740"/>
                  <a:pt x="1019160" y="842740"/>
                  <a:pt x="1019160" y="834269"/>
                </a:cubicBezTo>
                <a:cubicBezTo>
                  <a:pt x="1019160" y="825797"/>
                  <a:pt x="1002652" y="834269"/>
                  <a:pt x="994397" y="825797"/>
                </a:cubicBezTo>
                <a:close/>
                <a:moveTo>
                  <a:pt x="1317609" y="817978"/>
                </a:moveTo>
                <a:cubicBezTo>
                  <a:pt x="1317609" y="826449"/>
                  <a:pt x="1317609" y="826449"/>
                  <a:pt x="1317609" y="834920"/>
                </a:cubicBezTo>
                <a:cubicBezTo>
                  <a:pt x="1325428" y="834920"/>
                  <a:pt x="1325428" y="834920"/>
                  <a:pt x="1325428" y="834920"/>
                </a:cubicBezTo>
                <a:cubicBezTo>
                  <a:pt x="1325428" y="826449"/>
                  <a:pt x="1325428" y="817978"/>
                  <a:pt x="1317609" y="817978"/>
                </a:cubicBezTo>
                <a:close/>
                <a:moveTo>
                  <a:pt x="225195" y="814502"/>
                </a:moveTo>
                <a:cubicBezTo>
                  <a:pt x="210262" y="816529"/>
                  <a:pt x="198315" y="830720"/>
                  <a:pt x="210262" y="859103"/>
                </a:cubicBezTo>
                <a:cubicBezTo>
                  <a:pt x="234156" y="875322"/>
                  <a:pt x="258049" y="867212"/>
                  <a:pt x="258049" y="842885"/>
                </a:cubicBezTo>
                <a:cubicBezTo>
                  <a:pt x="258049" y="822611"/>
                  <a:pt x="240129" y="812475"/>
                  <a:pt x="225195" y="814502"/>
                </a:cubicBezTo>
                <a:close/>
                <a:moveTo>
                  <a:pt x="2175162" y="810158"/>
                </a:moveTo>
                <a:cubicBezTo>
                  <a:pt x="2158870" y="810158"/>
                  <a:pt x="2142579" y="818412"/>
                  <a:pt x="2150725" y="834921"/>
                </a:cubicBezTo>
                <a:cubicBezTo>
                  <a:pt x="2167016" y="834921"/>
                  <a:pt x="2167016" y="818412"/>
                  <a:pt x="2175162" y="818412"/>
                </a:cubicBezTo>
                <a:cubicBezTo>
                  <a:pt x="2175162" y="818412"/>
                  <a:pt x="2175162" y="810158"/>
                  <a:pt x="2175162" y="810158"/>
                </a:cubicBezTo>
                <a:close/>
                <a:moveTo>
                  <a:pt x="2080450" y="808204"/>
                </a:moveTo>
                <a:cubicBezTo>
                  <a:pt x="2074890" y="809670"/>
                  <a:pt x="2071714" y="819933"/>
                  <a:pt x="2078068" y="825797"/>
                </a:cubicBezTo>
                <a:cubicBezTo>
                  <a:pt x="2086539" y="825797"/>
                  <a:pt x="2086539" y="817978"/>
                  <a:pt x="2086539" y="810158"/>
                </a:cubicBezTo>
                <a:cubicBezTo>
                  <a:pt x="2084421" y="808204"/>
                  <a:pt x="2082303" y="807714"/>
                  <a:pt x="2080450" y="808204"/>
                </a:cubicBezTo>
                <a:close/>
                <a:moveTo>
                  <a:pt x="2870457" y="805760"/>
                </a:moveTo>
                <a:cubicBezTo>
                  <a:pt x="2856488" y="801688"/>
                  <a:pt x="2842518" y="805760"/>
                  <a:pt x="2846509" y="826123"/>
                </a:cubicBezTo>
                <a:cubicBezTo>
                  <a:pt x="2854492" y="850560"/>
                  <a:pt x="2878439" y="850560"/>
                  <a:pt x="2894405" y="834269"/>
                </a:cubicBezTo>
                <a:cubicBezTo>
                  <a:pt x="2898396" y="822051"/>
                  <a:pt x="2884427" y="809832"/>
                  <a:pt x="2870457" y="805760"/>
                </a:cubicBezTo>
                <a:close/>
                <a:moveTo>
                  <a:pt x="2255964" y="794519"/>
                </a:moveTo>
                <a:cubicBezTo>
                  <a:pt x="2248145" y="802339"/>
                  <a:pt x="2255964" y="810158"/>
                  <a:pt x="2263784" y="810158"/>
                </a:cubicBezTo>
                <a:cubicBezTo>
                  <a:pt x="2263784" y="810158"/>
                  <a:pt x="2271604" y="794519"/>
                  <a:pt x="2255964" y="794519"/>
                </a:cubicBezTo>
                <a:close/>
                <a:moveTo>
                  <a:pt x="2757073" y="794519"/>
                </a:moveTo>
                <a:cubicBezTo>
                  <a:pt x="2748601" y="794519"/>
                  <a:pt x="2748601" y="802339"/>
                  <a:pt x="2748601" y="802339"/>
                </a:cubicBezTo>
                <a:cubicBezTo>
                  <a:pt x="2757073" y="810158"/>
                  <a:pt x="2765544" y="810158"/>
                  <a:pt x="2765544" y="802339"/>
                </a:cubicBezTo>
                <a:cubicBezTo>
                  <a:pt x="2765544" y="794519"/>
                  <a:pt x="2765544" y="794519"/>
                  <a:pt x="2757073" y="794519"/>
                </a:cubicBezTo>
                <a:close/>
                <a:moveTo>
                  <a:pt x="1012559" y="786280"/>
                </a:moveTo>
                <a:cubicBezTo>
                  <a:pt x="997218" y="783208"/>
                  <a:pt x="980754" y="793960"/>
                  <a:pt x="986741" y="818537"/>
                </a:cubicBezTo>
                <a:cubicBezTo>
                  <a:pt x="1002706" y="834920"/>
                  <a:pt x="1042619" y="826728"/>
                  <a:pt x="1026653" y="793960"/>
                </a:cubicBezTo>
                <a:cubicBezTo>
                  <a:pt x="1022663" y="789865"/>
                  <a:pt x="1017673" y="787305"/>
                  <a:pt x="1012559" y="786280"/>
                </a:cubicBezTo>
                <a:close/>
                <a:moveTo>
                  <a:pt x="1762676" y="785396"/>
                </a:moveTo>
                <a:cubicBezTo>
                  <a:pt x="1762676" y="793868"/>
                  <a:pt x="1754204" y="793868"/>
                  <a:pt x="1762676" y="802339"/>
                </a:cubicBezTo>
                <a:cubicBezTo>
                  <a:pt x="1762676" y="802339"/>
                  <a:pt x="1771147" y="802339"/>
                  <a:pt x="1771147" y="802339"/>
                </a:cubicBezTo>
                <a:cubicBezTo>
                  <a:pt x="1771147" y="793868"/>
                  <a:pt x="1771147" y="785396"/>
                  <a:pt x="1762676" y="785396"/>
                </a:cubicBezTo>
                <a:close/>
                <a:moveTo>
                  <a:pt x="2830312" y="782888"/>
                </a:moveTo>
                <a:cubicBezTo>
                  <a:pt x="2817055" y="787433"/>
                  <a:pt x="2814025" y="810159"/>
                  <a:pt x="2838267" y="810159"/>
                </a:cubicBezTo>
                <a:cubicBezTo>
                  <a:pt x="2846347" y="802078"/>
                  <a:pt x="2846347" y="793998"/>
                  <a:pt x="2846347" y="785918"/>
                </a:cubicBezTo>
                <a:cubicBezTo>
                  <a:pt x="2840287" y="781878"/>
                  <a:pt x="2834731" y="781373"/>
                  <a:pt x="2830312" y="782888"/>
                </a:cubicBezTo>
                <a:close/>
                <a:moveTo>
                  <a:pt x="1827622" y="777577"/>
                </a:moveTo>
                <a:cubicBezTo>
                  <a:pt x="1819368" y="786048"/>
                  <a:pt x="1819368" y="794520"/>
                  <a:pt x="1835876" y="794520"/>
                </a:cubicBezTo>
                <a:cubicBezTo>
                  <a:pt x="1844130" y="786048"/>
                  <a:pt x="1835876" y="777577"/>
                  <a:pt x="1827622" y="777577"/>
                </a:cubicBezTo>
                <a:close/>
                <a:moveTo>
                  <a:pt x="2385514" y="777207"/>
                </a:moveTo>
                <a:cubicBezTo>
                  <a:pt x="2371575" y="781373"/>
                  <a:pt x="2365548" y="798038"/>
                  <a:pt x="2377603" y="810159"/>
                </a:cubicBezTo>
                <a:cubicBezTo>
                  <a:pt x="2385640" y="810159"/>
                  <a:pt x="2393676" y="810159"/>
                  <a:pt x="2401713" y="810159"/>
                </a:cubicBezTo>
                <a:cubicBezTo>
                  <a:pt x="2401713" y="802078"/>
                  <a:pt x="2409751" y="785918"/>
                  <a:pt x="2401713" y="777837"/>
                </a:cubicBezTo>
                <a:cubicBezTo>
                  <a:pt x="2395686" y="775818"/>
                  <a:pt x="2390161" y="775818"/>
                  <a:pt x="2385514" y="777207"/>
                </a:cubicBezTo>
                <a:close/>
                <a:moveTo>
                  <a:pt x="2953510" y="774529"/>
                </a:moveTo>
                <a:cubicBezTo>
                  <a:pt x="2947553" y="773369"/>
                  <a:pt x="2942789" y="778011"/>
                  <a:pt x="2942789" y="778011"/>
                </a:cubicBezTo>
                <a:cubicBezTo>
                  <a:pt x="2942789" y="786266"/>
                  <a:pt x="2942789" y="794520"/>
                  <a:pt x="2959731" y="794520"/>
                </a:cubicBezTo>
                <a:cubicBezTo>
                  <a:pt x="2951260" y="786266"/>
                  <a:pt x="2959731" y="786266"/>
                  <a:pt x="2959731" y="778011"/>
                </a:cubicBezTo>
                <a:cubicBezTo>
                  <a:pt x="2957613" y="775948"/>
                  <a:pt x="2955495" y="774916"/>
                  <a:pt x="2953510" y="774529"/>
                </a:cubicBezTo>
                <a:close/>
                <a:moveTo>
                  <a:pt x="2117963" y="763846"/>
                </a:moveTo>
                <a:cubicBezTo>
                  <a:pt x="2105925" y="761722"/>
                  <a:pt x="2094595" y="767387"/>
                  <a:pt x="2094595" y="785515"/>
                </a:cubicBezTo>
                <a:cubicBezTo>
                  <a:pt x="2086539" y="801628"/>
                  <a:pt x="2102652" y="825797"/>
                  <a:pt x="2134879" y="817741"/>
                </a:cubicBezTo>
                <a:cubicBezTo>
                  <a:pt x="2160055" y="792564"/>
                  <a:pt x="2138025" y="767387"/>
                  <a:pt x="2117963" y="763846"/>
                </a:cubicBezTo>
                <a:close/>
                <a:moveTo>
                  <a:pt x="748811" y="749892"/>
                </a:moveTo>
                <a:cubicBezTo>
                  <a:pt x="747590" y="750289"/>
                  <a:pt x="746123" y="751348"/>
                  <a:pt x="744169" y="753466"/>
                </a:cubicBezTo>
                <a:cubicBezTo>
                  <a:pt x="744169" y="753466"/>
                  <a:pt x="744169" y="753466"/>
                  <a:pt x="744169" y="761937"/>
                </a:cubicBezTo>
                <a:cubicBezTo>
                  <a:pt x="751988" y="761937"/>
                  <a:pt x="759808" y="761937"/>
                  <a:pt x="759808" y="753466"/>
                </a:cubicBezTo>
                <a:cubicBezTo>
                  <a:pt x="755898" y="753466"/>
                  <a:pt x="753943" y="751348"/>
                  <a:pt x="751988" y="750289"/>
                </a:cubicBezTo>
                <a:cubicBezTo>
                  <a:pt x="751011" y="749759"/>
                  <a:pt x="750034" y="749495"/>
                  <a:pt x="748811" y="749892"/>
                </a:cubicBezTo>
                <a:close/>
                <a:moveTo>
                  <a:pt x="2676487" y="744995"/>
                </a:moveTo>
                <a:cubicBezTo>
                  <a:pt x="2668233" y="744995"/>
                  <a:pt x="2668233" y="744995"/>
                  <a:pt x="2668233" y="744995"/>
                </a:cubicBezTo>
                <a:cubicBezTo>
                  <a:pt x="2668233" y="753466"/>
                  <a:pt x="2659979" y="761938"/>
                  <a:pt x="2668233" y="761938"/>
                </a:cubicBezTo>
                <a:cubicBezTo>
                  <a:pt x="2668233" y="761938"/>
                  <a:pt x="2676487" y="761938"/>
                  <a:pt x="2676487" y="761938"/>
                </a:cubicBezTo>
                <a:cubicBezTo>
                  <a:pt x="2684741" y="753466"/>
                  <a:pt x="2676487" y="744995"/>
                  <a:pt x="2676487" y="744995"/>
                </a:cubicBezTo>
                <a:close/>
                <a:moveTo>
                  <a:pt x="702244" y="743545"/>
                </a:moveTo>
                <a:cubicBezTo>
                  <a:pt x="690881" y="740908"/>
                  <a:pt x="677246" y="757484"/>
                  <a:pt x="695427" y="769539"/>
                </a:cubicBezTo>
                <a:cubicBezTo>
                  <a:pt x="711587" y="777576"/>
                  <a:pt x="711587" y="769539"/>
                  <a:pt x="711587" y="753466"/>
                </a:cubicBezTo>
                <a:cubicBezTo>
                  <a:pt x="709567" y="747438"/>
                  <a:pt x="706032" y="744425"/>
                  <a:pt x="702244" y="743545"/>
                </a:cubicBezTo>
                <a:close/>
                <a:moveTo>
                  <a:pt x="1548940" y="740406"/>
                </a:moveTo>
                <a:cubicBezTo>
                  <a:pt x="1538839" y="743420"/>
                  <a:pt x="1528739" y="753466"/>
                  <a:pt x="1528739" y="769539"/>
                </a:cubicBezTo>
                <a:cubicBezTo>
                  <a:pt x="1544899" y="777576"/>
                  <a:pt x="1569141" y="769539"/>
                  <a:pt x="1569141" y="753466"/>
                </a:cubicBezTo>
                <a:cubicBezTo>
                  <a:pt x="1569141" y="741410"/>
                  <a:pt x="1559040" y="737392"/>
                  <a:pt x="1548940" y="740406"/>
                </a:cubicBezTo>
                <a:close/>
                <a:moveTo>
                  <a:pt x="1924933" y="737175"/>
                </a:moveTo>
                <a:cubicBezTo>
                  <a:pt x="1915810" y="737175"/>
                  <a:pt x="1915810" y="745646"/>
                  <a:pt x="1915810" y="754118"/>
                </a:cubicBezTo>
                <a:cubicBezTo>
                  <a:pt x="1924933" y="754118"/>
                  <a:pt x="1924933" y="745646"/>
                  <a:pt x="1924933" y="737175"/>
                </a:cubicBezTo>
                <a:close/>
                <a:moveTo>
                  <a:pt x="2861986" y="737175"/>
                </a:moveTo>
                <a:cubicBezTo>
                  <a:pt x="2861986" y="745646"/>
                  <a:pt x="2861986" y="754118"/>
                  <a:pt x="2878929" y="754118"/>
                </a:cubicBezTo>
                <a:cubicBezTo>
                  <a:pt x="2878929" y="754118"/>
                  <a:pt x="2878929" y="745646"/>
                  <a:pt x="2878929" y="745646"/>
                </a:cubicBezTo>
                <a:cubicBezTo>
                  <a:pt x="2878929" y="737175"/>
                  <a:pt x="2870457" y="737175"/>
                  <a:pt x="2861986" y="737175"/>
                </a:cubicBezTo>
                <a:close/>
                <a:moveTo>
                  <a:pt x="2321128" y="729356"/>
                </a:moveTo>
                <a:cubicBezTo>
                  <a:pt x="2312657" y="729356"/>
                  <a:pt x="2312657" y="729356"/>
                  <a:pt x="2312657" y="729356"/>
                </a:cubicBezTo>
                <a:cubicBezTo>
                  <a:pt x="2304185" y="729356"/>
                  <a:pt x="2312657" y="737176"/>
                  <a:pt x="2321128" y="737176"/>
                </a:cubicBezTo>
                <a:cubicBezTo>
                  <a:pt x="2321128" y="729356"/>
                  <a:pt x="2321128" y="729356"/>
                  <a:pt x="2321128" y="729356"/>
                </a:cubicBezTo>
                <a:close/>
                <a:moveTo>
                  <a:pt x="2180917" y="720559"/>
                </a:moveTo>
                <a:cubicBezTo>
                  <a:pt x="2178854" y="717626"/>
                  <a:pt x="2174727" y="717626"/>
                  <a:pt x="2166473" y="721537"/>
                </a:cubicBezTo>
                <a:cubicBezTo>
                  <a:pt x="2158219" y="721537"/>
                  <a:pt x="2158219" y="737176"/>
                  <a:pt x="2166473" y="737176"/>
                </a:cubicBezTo>
                <a:cubicBezTo>
                  <a:pt x="2174726" y="737176"/>
                  <a:pt x="2182981" y="737176"/>
                  <a:pt x="2182981" y="737176"/>
                </a:cubicBezTo>
                <a:cubicBezTo>
                  <a:pt x="2182981" y="729356"/>
                  <a:pt x="2182981" y="723491"/>
                  <a:pt x="2180917" y="720559"/>
                </a:cubicBezTo>
                <a:close/>
                <a:moveTo>
                  <a:pt x="3478036" y="715666"/>
                </a:moveTo>
                <a:cubicBezTo>
                  <a:pt x="3460550" y="716812"/>
                  <a:pt x="3440784" y="735139"/>
                  <a:pt x="3452948" y="753466"/>
                </a:cubicBezTo>
                <a:cubicBezTo>
                  <a:pt x="3477276" y="769757"/>
                  <a:pt x="3509713" y="753466"/>
                  <a:pt x="3493494" y="720885"/>
                </a:cubicBezTo>
                <a:cubicBezTo>
                  <a:pt x="3489440" y="716812"/>
                  <a:pt x="3483865" y="715284"/>
                  <a:pt x="3478036" y="715666"/>
                </a:cubicBezTo>
                <a:close/>
                <a:moveTo>
                  <a:pt x="3881145" y="713717"/>
                </a:moveTo>
                <a:cubicBezTo>
                  <a:pt x="3881145" y="713717"/>
                  <a:pt x="3881145" y="713717"/>
                  <a:pt x="3873325" y="713717"/>
                </a:cubicBezTo>
                <a:cubicBezTo>
                  <a:pt x="3865505" y="713717"/>
                  <a:pt x="3865505" y="729356"/>
                  <a:pt x="3881145" y="729356"/>
                </a:cubicBezTo>
                <a:cubicBezTo>
                  <a:pt x="3881145" y="729356"/>
                  <a:pt x="3881145" y="721537"/>
                  <a:pt x="3881145" y="713717"/>
                </a:cubicBezTo>
                <a:close/>
                <a:moveTo>
                  <a:pt x="3066640" y="709624"/>
                </a:moveTo>
                <a:cubicBezTo>
                  <a:pt x="3065052" y="709888"/>
                  <a:pt x="3063993" y="710947"/>
                  <a:pt x="3063993" y="713065"/>
                </a:cubicBezTo>
                <a:cubicBezTo>
                  <a:pt x="3063993" y="721537"/>
                  <a:pt x="3072465" y="721537"/>
                  <a:pt x="3080936" y="721537"/>
                </a:cubicBezTo>
                <a:cubicBezTo>
                  <a:pt x="3080936" y="715183"/>
                  <a:pt x="3071406" y="708829"/>
                  <a:pt x="3066640" y="709624"/>
                </a:cubicBezTo>
                <a:close/>
                <a:moveTo>
                  <a:pt x="3121337" y="704594"/>
                </a:moveTo>
                <a:cubicBezTo>
                  <a:pt x="3121337" y="704594"/>
                  <a:pt x="3112866" y="704594"/>
                  <a:pt x="3112866" y="704594"/>
                </a:cubicBezTo>
                <a:cubicBezTo>
                  <a:pt x="3104394" y="713065"/>
                  <a:pt x="3112866" y="713065"/>
                  <a:pt x="3112866" y="721537"/>
                </a:cubicBezTo>
                <a:cubicBezTo>
                  <a:pt x="3121337" y="721537"/>
                  <a:pt x="3121337" y="713065"/>
                  <a:pt x="3121337" y="704594"/>
                </a:cubicBezTo>
                <a:close/>
                <a:moveTo>
                  <a:pt x="2719053" y="702965"/>
                </a:moveTo>
                <a:cubicBezTo>
                  <a:pt x="2713494" y="704512"/>
                  <a:pt x="2710318" y="715346"/>
                  <a:pt x="2716671" y="721537"/>
                </a:cubicBezTo>
                <a:cubicBezTo>
                  <a:pt x="2725142" y="721537"/>
                  <a:pt x="2725142" y="713283"/>
                  <a:pt x="2725142" y="705028"/>
                </a:cubicBezTo>
                <a:cubicBezTo>
                  <a:pt x="2723024" y="702965"/>
                  <a:pt x="2720906" y="702448"/>
                  <a:pt x="2719053" y="702965"/>
                </a:cubicBezTo>
                <a:close/>
                <a:moveTo>
                  <a:pt x="2078198" y="696992"/>
                </a:moveTo>
                <a:cubicBezTo>
                  <a:pt x="2053957" y="688954"/>
                  <a:pt x="2062037" y="737176"/>
                  <a:pt x="2086278" y="729139"/>
                </a:cubicBezTo>
                <a:cubicBezTo>
                  <a:pt x="2094359" y="713065"/>
                  <a:pt x="2086278" y="705028"/>
                  <a:pt x="2078198" y="696992"/>
                </a:cubicBezTo>
                <a:close/>
                <a:moveTo>
                  <a:pt x="2768802" y="687243"/>
                </a:moveTo>
                <a:cubicBezTo>
                  <a:pt x="2762742" y="687243"/>
                  <a:pt x="2756681" y="689280"/>
                  <a:pt x="2748601" y="697426"/>
                </a:cubicBezTo>
                <a:cubicBezTo>
                  <a:pt x="2756681" y="705571"/>
                  <a:pt x="2756681" y="713717"/>
                  <a:pt x="2772843" y="713717"/>
                </a:cubicBezTo>
                <a:cubicBezTo>
                  <a:pt x="2772843" y="697426"/>
                  <a:pt x="2789003" y="705571"/>
                  <a:pt x="2789003" y="689280"/>
                </a:cubicBezTo>
                <a:cubicBezTo>
                  <a:pt x="2780923" y="689280"/>
                  <a:pt x="2774862" y="687243"/>
                  <a:pt x="2768802" y="687243"/>
                </a:cubicBezTo>
                <a:close/>
                <a:moveTo>
                  <a:pt x="1722058" y="678202"/>
                </a:moveTo>
                <a:cubicBezTo>
                  <a:pt x="1719994" y="679180"/>
                  <a:pt x="1717930" y="681134"/>
                  <a:pt x="1713803" y="681134"/>
                </a:cubicBezTo>
                <a:cubicBezTo>
                  <a:pt x="1713803" y="688954"/>
                  <a:pt x="1722058" y="688954"/>
                  <a:pt x="1730312" y="696774"/>
                </a:cubicBezTo>
                <a:cubicBezTo>
                  <a:pt x="1730312" y="688954"/>
                  <a:pt x="1738566" y="688954"/>
                  <a:pt x="1730312" y="681134"/>
                </a:cubicBezTo>
                <a:cubicBezTo>
                  <a:pt x="1726185" y="677224"/>
                  <a:pt x="1724121" y="677224"/>
                  <a:pt x="1722058" y="678202"/>
                </a:cubicBezTo>
                <a:close/>
                <a:moveTo>
                  <a:pt x="2196539" y="673339"/>
                </a:moveTo>
                <a:cubicBezTo>
                  <a:pt x="2187214" y="676037"/>
                  <a:pt x="2177890" y="687684"/>
                  <a:pt x="2191453" y="696775"/>
                </a:cubicBezTo>
                <a:cubicBezTo>
                  <a:pt x="2199489" y="696775"/>
                  <a:pt x="2207526" y="696775"/>
                  <a:pt x="2207526" y="688694"/>
                </a:cubicBezTo>
                <a:cubicBezTo>
                  <a:pt x="2209536" y="680614"/>
                  <a:pt x="2208029" y="676069"/>
                  <a:pt x="2205015" y="674049"/>
                </a:cubicBezTo>
                <a:cubicBezTo>
                  <a:pt x="2202754" y="672533"/>
                  <a:pt x="2199647" y="672439"/>
                  <a:pt x="2196539" y="673339"/>
                </a:cubicBezTo>
                <a:close/>
                <a:moveTo>
                  <a:pt x="4075333" y="664193"/>
                </a:moveTo>
                <a:cubicBezTo>
                  <a:pt x="4067513" y="664193"/>
                  <a:pt x="4067513" y="681136"/>
                  <a:pt x="4075333" y="672664"/>
                </a:cubicBezTo>
                <a:cubicBezTo>
                  <a:pt x="4083152" y="672664"/>
                  <a:pt x="4075333" y="672664"/>
                  <a:pt x="4075333" y="664193"/>
                </a:cubicBezTo>
                <a:close/>
                <a:moveTo>
                  <a:pt x="404014" y="664192"/>
                </a:moveTo>
                <a:cubicBezTo>
                  <a:pt x="404014" y="664192"/>
                  <a:pt x="396195" y="672664"/>
                  <a:pt x="396195" y="672664"/>
                </a:cubicBezTo>
                <a:cubicBezTo>
                  <a:pt x="396195" y="672664"/>
                  <a:pt x="404014" y="681135"/>
                  <a:pt x="404014" y="672664"/>
                </a:cubicBezTo>
                <a:cubicBezTo>
                  <a:pt x="404014" y="672664"/>
                  <a:pt x="404014" y="672664"/>
                  <a:pt x="404014" y="664192"/>
                </a:cubicBezTo>
                <a:close/>
                <a:moveTo>
                  <a:pt x="1552197" y="664192"/>
                </a:moveTo>
                <a:cubicBezTo>
                  <a:pt x="1552197" y="664192"/>
                  <a:pt x="1552197" y="664192"/>
                  <a:pt x="1552197" y="673316"/>
                </a:cubicBezTo>
                <a:cubicBezTo>
                  <a:pt x="1552197" y="673316"/>
                  <a:pt x="1560017" y="673316"/>
                  <a:pt x="1560017" y="673316"/>
                </a:cubicBezTo>
                <a:cubicBezTo>
                  <a:pt x="1560017" y="664192"/>
                  <a:pt x="1560017" y="664192"/>
                  <a:pt x="1552197" y="664192"/>
                </a:cubicBezTo>
                <a:close/>
                <a:moveTo>
                  <a:pt x="1611832" y="662938"/>
                </a:moveTo>
                <a:cubicBezTo>
                  <a:pt x="1606249" y="662256"/>
                  <a:pt x="1599905" y="662764"/>
                  <a:pt x="1592800" y="664794"/>
                </a:cubicBezTo>
                <a:cubicBezTo>
                  <a:pt x="1552197" y="697275"/>
                  <a:pt x="1584680" y="754119"/>
                  <a:pt x="1617161" y="737877"/>
                </a:cubicBezTo>
                <a:cubicBezTo>
                  <a:pt x="1652688" y="730772"/>
                  <a:pt x="1650911" y="667712"/>
                  <a:pt x="1611832" y="662938"/>
                </a:cubicBezTo>
                <a:close/>
                <a:moveTo>
                  <a:pt x="3147681" y="662609"/>
                </a:moveTo>
                <a:cubicBezTo>
                  <a:pt x="3144715" y="661973"/>
                  <a:pt x="3141103" y="662482"/>
                  <a:pt x="3136977" y="664518"/>
                </a:cubicBezTo>
                <a:cubicBezTo>
                  <a:pt x="3136977" y="680810"/>
                  <a:pt x="3145230" y="680810"/>
                  <a:pt x="3153484" y="688955"/>
                </a:cubicBezTo>
                <a:cubicBezTo>
                  <a:pt x="3159675" y="676737"/>
                  <a:pt x="3156580" y="664518"/>
                  <a:pt x="3147681" y="662609"/>
                </a:cubicBezTo>
                <a:close/>
                <a:moveTo>
                  <a:pt x="2322859" y="662435"/>
                </a:moveTo>
                <a:cubicBezTo>
                  <a:pt x="2317299" y="663595"/>
                  <a:pt x="2314123" y="672882"/>
                  <a:pt x="2320476" y="672882"/>
                </a:cubicBezTo>
                <a:cubicBezTo>
                  <a:pt x="2328948" y="681136"/>
                  <a:pt x="2328948" y="672882"/>
                  <a:pt x="2328948" y="664627"/>
                </a:cubicBezTo>
                <a:cubicBezTo>
                  <a:pt x="2326830" y="662564"/>
                  <a:pt x="2324712" y="662047"/>
                  <a:pt x="2322859" y="662435"/>
                </a:cubicBezTo>
                <a:close/>
                <a:moveTo>
                  <a:pt x="2757725" y="656373"/>
                </a:moveTo>
                <a:cubicBezTo>
                  <a:pt x="2757725" y="656373"/>
                  <a:pt x="2748601" y="656373"/>
                  <a:pt x="2748601" y="656373"/>
                </a:cubicBezTo>
                <a:cubicBezTo>
                  <a:pt x="2748601" y="664844"/>
                  <a:pt x="2748601" y="673316"/>
                  <a:pt x="2757725" y="673316"/>
                </a:cubicBezTo>
                <a:cubicBezTo>
                  <a:pt x="2757725" y="664844"/>
                  <a:pt x="2757725" y="664844"/>
                  <a:pt x="2757725" y="656373"/>
                </a:cubicBezTo>
                <a:close/>
                <a:moveTo>
                  <a:pt x="2031129" y="654924"/>
                </a:moveTo>
                <a:cubicBezTo>
                  <a:pt x="2027252" y="655802"/>
                  <a:pt x="2023749" y="658816"/>
                  <a:pt x="2021747" y="664844"/>
                </a:cubicBezTo>
                <a:cubicBezTo>
                  <a:pt x="2029753" y="664844"/>
                  <a:pt x="2021747" y="672881"/>
                  <a:pt x="2021747" y="680918"/>
                </a:cubicBezTo>
                <a:cubicBezTo>
                  <a:pt x="2029753" y="680918"/>
                  <a:pt x="2037759" y="680918"/>
                  <a:pt x="2037759" y="688954"/>
                </a:cubicBezTo>
                <a:cubicBezTo>
                  <a:pt x="2005736" y="696992"/>
                  <a:pt x="2021747" y="737176"/>
                  <a:pt x="2053771" y="721102"/>
                </a:cubicBezTo>
                <a:cubicBezTo>
                  <a:pt x="2061777" y="705029"/>
                  <a:pt x="2053771" y="688954"/>
                  <a:pt x="2045765" y="680918"/>
                </a:cubicBezTo>
                <a:cubicBezTo>
                  <a:pt x="2057774" y="668862"/>
                  <a:pt x="2042763" y="652286"/>
                  <a:pt x="2031129" y="654924"/>
                </a:cubicBezTo>
                <a:close/>
                <a:moveTo>
                  <a:pt x="1309283" y="653120"/>
                </a:moveTo>
                <a:cubicBezTo>
                  <a:pt x="1297455" y="651365"/>
                  <a:pt x="1283937" y="652124"/>
                  <a:pt x="1268776" y="656172"/>
                </a:cubicBezTo>
                <a:cubicBezTo>
                  <a:pt x="1260691" y="664267"/>
                  <a:pt x="1260691" y="672362"/>
                  <a:pt x="1252605" y="672362"/>
                </a:cubicBezTo>
                <a:cubicBezTo>
                  <a:pt x="1212177" y="664267"/>
                  <a:pt x="1179834" y="656172"/>
                  <a:pt x="1155577" y="680458"/>
                </a:cubicBezTo>
                <a:cubicBezTo>
                  <a:pt x="1147492" y="672362"/>
                  <a:pt x="1147492" y="672362"/>
                  <a:pt x="1139406" y="664267"/>
                </a:cubicBezTo>
                <a:cubicBezTo>
                  <a:pt x="1131321" y="696648"/>
                  <a:pt x="1139406" y="745220"/>
                  <a:pt x="1115149" y="769507"/>
                </a:cubicBezTo>
                <a:cubicBezTo>
                  <a:pt x="1115149" y="777602"/>
                  <a:pt x="1123235" y="785697"/>
                  <a:pt x="1123235" y="793792"/>
                </a:cubicBezTo>
                <a:cubicBezTo>
                  <a:pt x="1107064" y="801888"/>
                  <a:pt x="1098978" y="809983"/>
                  <a:pt x="1098978" y="826174"/>
                </a:cubicBezTo>
                <a:cubicBezTo>
                  <a:pt x="1090893" y="826174"/>
                  <a:pt x="1082807" y="834269"/>
                  <a:pt x="1074721" y="834269"/>
                </a:cubicBezTo>
                <a:cubicBezTo>
                  <a:pt x="1074721" y="850460"/>
                  <a:pt x="1066636" y="866651"/>
                  <a:pt x="1058550" y="866651"/>
                </a:cubicBezTo>
                <a:cubicBezTo>
                  <a:pt x="1058550" y="866651"/>
                  <a:pt x="1050465" y="858555"/>
                  <a:pt x="1042379" y="858555"/>
                </a:cubicBezTo>
                <a:cubicBezTo>
                  <a:pt x="1018122" y="850460"/>
                  <a:pt x="1010036" y="874745"/>
                  <a:pt x="1010036" y="899032"/>
                </a:cubicBezTo>
                <a:cubicBezTo>
                  <a:pt x="1034293" y="923317"/>
                  <a:pt x="1066636" y="915223"/>
                  <a:pt x="1066636" y="874745"/>
                </a:cubicBezTo>
                <a:cubicBezTo>
                  <a:pt x="1082807" y="866651"/>
                  <a:pt x="1123235" y="842364"/>
                  <a:pt x="1139406" y="874745"/>
                </a:cubicBezTo>
                <a:cubicBezTo>
                  <a:pt x="1139406" y="882841"/>
                  <a:pt x="1123235" y="874745"/>
                  <a:pt x="1123235" y="882841"/>
                </a:cubicBezTo>
                <a:cubicBezTo>
                  <a:pt x="1131321" y="899032"/>
                  <a:pt x="1131321" y="923317"/>
                  <a:pt x="1139406" y="939508"/>
                </a:cubicBezTo>
                <a:cubicBezTo>
                  <a:pt x="1107064" y="939508"/>
                  <a:pt x="1115149" y="979985"/>
                  <a:pt x="1115149" y="1004271"/>
                </a:cubicBezTo>
                <a:cubicBezTo>
                  <a:pt x="1131321" y="1012367"/>
                  <a:pt x="1147492" y="1036652"/>
                  <a:pt x="1179834" y="1028557"/>
                </a:cubicBezTo>
                <a:cubicBezTo>
                  <a:pt x="1204091" y="1004271"/>
                  <a:pt x="1196006" y="963795"/>
                  <a:pt x="1179834" y="947604"/>
                </a:cubicBezTo>
                <a:cubicBezTo>
                  <a:pt x="1187920" y="947604"/>
                  <a:pt x="1196006" y="947604"/>
                  <a:pt x="1204091" y="947604"/>
                </a:cubicBezTo>
                <a:cubicBezTo>
                  <a:pt x="1204091" y="955699"/>
                  <a:pt x="1196006" y="955699"/>
                  <a:pt x="1204091" y="963795"/>
                </a:cubicBezTo>
                <a:cubicBezTo>
                  <a:pt x="1220263" y="955699"/>
                  <a:pt x="1220263" y="971889"/>
                  <a:pt x="1220263" y="979985"/>
                </a:cubicBezTo>
                <a:cubicBezTo>
                  <a:pt x="1260691" y="979985"/>
                  <a:pt x="1260691" y="1020461"/>
                  <a:pt x="1301118" y="1004271"/>
                </a:cubicBezTo>
                <a:cubicBezTo>
                  <a:pt x="1301118" y="1020461"/>
                  <a:pt x="1317289" y="1036652"/>
                  <a:pt x="1333461" y="1044748"/>
                </a:cubicBezTo>
                <a:cubicBezTo>
                  <a:pt x="1349632" y="1044748"/>
                  <a:pt x="1341546" y="1028557"/>
                  <a:pt x="1349632" y="1028557"/>
                </a:cubicBezTo>
                <a:cubicBezTo>
                  <a:pt x="1357717" y="1028557"/>
                  <a:pt x="1357717" y="1036652"/>
                  <a:pt x="1365803" y="1044748"/>
                </a:cubicBezTo>
                <a:cubicBezTo>
                  <a:pt x="1390060" y="1036652"/>
                  <a:pt x="1390060" y="996176"/>
                  <a:pt x="1365803" y="988080"/>
                </a:cubicBezTo>
                <a:cubicBezTo>
                  <a:pt x="1357717" y="988080"/>
                  <a:pt x="1357717" y="996176"/>
                  <a:pt x="1349632" y="996176"/>
                </a:cubicBezTo>
                <a:cubicBezTo>
                  <a:pt x="1349632" y="979985"/>
                  <a:pt x="1325375" y="988080"/>
                  <a:pt x="1325375" y="971889"/>
                </a:cubicBezTo>
                <a:cubicBezTo>
                  <a:pt x="1333461" y="947604"/>
                  <a:pt x="1301118" y="947604"/>
                  <a:pt x="1284947" y="931413"/>
                </a:cubicBezTo>
                <a:cubicBezTo>
                  <a:pt x="1301118" y="907127"/>
                  <a:pt x="1276862" y="874745"/>
                  <a:pt x="1301118" y="850460"/>
                </a:cubicBezTo>
                <a:cubicBezTo>
                  <a:pt x="1301118" y="842364"/>
                  <a:pt x="1317289" y="850460"/>
                  <a:pt x="1317289" y="834269"/>
                </a:cubicBezTo>
                <a:cubicBezTo>
                  <a:pt x="1317289" y="826174"/>
                  <a:pt x="1301118" y="834269"/>
                  <a:pt x="1301118" y="826174"/>
                </a:cubicBezTo>
                <a:cubicBezTo>
                  <a:pt x="1301118" y="809983"/>
                  <a:pt x="1293033" y="801888"/>
                  <a:pt x="1293033" y="793792"/>
                </a:cubicBezTo>
                <a:cubicBezTo>
                  <a:pt x="1392082" y="800876"/>
                  <a:pt x="1392082" y="665406"/>
                  <a:pt x="1309283" y="653120"/>
                </a:cubicBezTo>
                <a:close/>
                <a:moveTo>
                  <a:pt x="1107456" y="648553"/>
                </a:moveTo>
                <a:cubicBezTo>
                  <a:pt x="1083020" y="648553"/>
                  <a:pt x="1083020" y="673316"/>
                  <a:pt x="1099311" y="673316"/>
                </a:cubicBezTo>
                <a:cubicBezTo>
                  <a:pt x="1107456" y="673316"/>
                  <a:pt x="1115602" y="673316"/>
                  <a:pt x="1115602" y="665062"/>
                </a:cubicBezTo>
                <a:cubicBezTo>
                  <a:pt x="1107456" y="656807"/>
                  <a:pt x="1107456" y="656807"/>
                  <a:pt x="1107456" y="648553"/>
                </a:cubicBezTo>
                <a:close/>
                <a:moveTo>
                  <a:pt x="1997047" y="640734"/>
                </a:moveTo>
                <a:cubicBezTo>
                  <a:pt x="1997047" y="648553"/>
                  <a:pt x="1997047" y="648553"/>
                  <a:pt x="1997047" y="648553"/>
                </a:cubicBezTo>
                <a:cubicBezTo>
                  <a:pt x="1988793" y="656373"/>
                  <a:pt x="1997047" y="656373"/>
                  <a:pt x="1997047" y="656373"/>
                </a:cubicBezTo>
                <a:cubicBezTo>
                  <a:pt x="2005301" y="664193"/>
                  <a:pt x="2005301" y="656373"/>
                  <a:pt x="2013556" y="656373"/>
                </a:cubicBezTo>
                <a:cubicBezTo>
                  <a:pt x="2013556" y="648553"/>
                  <a:pt x="2005301" y="640734"/>
                  <a:pt x="1997047" y="640734"/>
                </a:cubicBezTo>
                <a:close/>
                <a:moveTo>
                  <a:pt x="1375305" y="638941"/>
                </a:moveTo>
                <a:cubicBezTo>
                  <a:pt x="1366264" y="641971"/>
                  <a:pt x="1358227" y="652072"/>
                  <a:pt x="1366264" y="664192"/>
                </a:cubicBezTo>
                <a:cubicBezTo>
                  <a:pt x="1382338" y="664192"/>
                  <a:pt x="1382338" y="656111"/>
                  <a:pt x="1390375" y="656111"/>
                </a:cubicBezTo>
                <a:cubicBezTo>
                  <a:pt x="1394394" y="639951"/>
                  <a:pt x="1384347" y="635911"/>
                  <a:pt x="1375305" y="638941"/>
                </a:cubicBezTo>
                <a:close/>
                <a:moveTo>
                  <a:pt x="1269387" y="635846"/>
                </a:moveTo>
                <a:cubicBezTo>
                  <a:pt x="1265478" y="634868"/>
                  <a:pt x="1261567" y="636823"/>
                  <a:pt x="1261567" y="640733"/>
                </a:cubicBezTo>
                <a:cubicBezTo>
                  <a:pt x="1261567" y="640733"/>
                  <a:pt x="1261567" y="648553"/>
                  <a:pt x="1261567" y="648553"/>
                </a:cubicBezTo>
                <a:cubicBezTo>
                  <a:pt x="1269387" y="648553"/>
                  <a:pt x="1269387" y="648553"/>
                  <a:pt x="1277207" y="648553"/>
                </a:cubicBezTo>
                <a:cubicBezTo>
                  <a:pt x="1277207" y="640733"/>
                  <a:pt x="1273297" y="636823"/>
                  <a:pt x="1269387" y="635846"/>
                </a:cubicBezTo>
                <a:close/>
                <a:moveTo>
                  <a:pt x="2150399" y="634869"/>
                </a:moveTo>
                <a:cubicBezTo>
                  <a:pt x="2148444" y="634869"/>
                  <a:pt x="2146489" y="636823"/>
                  <a:pt x="2142579" y="640734"/>
                </a:cubicBezTo>
                <a:cubicBezTo>
                  <a:pt x="2142579" y="648553"/>
                  <a:pt x="2142579" y="656373"/>
                  <a:pt x="2158219" y="656373"/>
                </a:cubicBezTo>
                <a:cubicBezTo>
                  <a:pt x="2150399" y="648553"/>
                  <a:pt x="2158219" y="640734"/>
                  <a:pt x="2158219" y="640734"/>
                </a:cubicBezTo>
                <a:cubicBezTo>
                  <a:pt x="2154308" y="636823"/>
                  <a:pt x="2152354" y="634869"/>
                  <a:pt x="2150399" y="634869"/>
                </a:cubicBezTo>
                <a:close/>
                <a:moveTo>
                  <a:pt x="2271604" y="632914"/>
                </a:moveTo>
                <a:cubicBezTo>
                  <a:pt x="2271604" y="632914"/>
                  <a:pt x="2263784" y="632914"/>
                  <a:pt x="2263784" y="632914"/>
                </a:cubicBezTo>
                <a:cubicBezTo>
                  <a:pt x="2255964" y="640734"/>
                  <a:pt x="2263784" y="648553"/>
                  <a:pt x="2271604" y="648553"/>
                </a:cubicBezTo>
                <a:cubicBezTo>
                  <a:pt x="2271604" y="640734"/>
                  <a:pt x="2271604" y="640734"/>
                  <a:pt x="2271604" y="632914"/>
                </a:cubicBezTo>
                <a:close/>
                <a:moveTo>
                  <a:pt x="4115300" y="615971"/>
                </a:moveTo>
                <a:cubicBezTo>
                  <a:pt x="4099226" y="615971"/>
                  <a:pt x="4091189" y="615971"/>
                  <a:pt x="4083152" y="624051"/>
                </a:cubicBezTo>
                <a:cubicBezTo>
                  <a:pt x="4083152" y="640212"/>
                  <a:pt x="4083152" y="648292"/>
                  <a:pt x="4091189" y="656373"/>
                </a:cubicBezTo>
                <a:cubicBezTo>
                  <a:pt x="4115300" y="656373"/>
                  <a:pt x="4131374" y="640212"/>
                  <a:pt x="4115300" y="615971"/>
                </a:cubicBezTo>
                <a:close/>
                <a:moveTo>
                  <a:pt x="2109998" y="600332"/>
                </a:moveTo>
                <a:cubicBezTo>
                  <a:pt x="2102178" y="608151"/>
                  <a:pt x="2102178" y="608151"/>
                  <a:pt x="2109998" y="615971"/>
                </a:cubicBezTo>
                <a:cubicBezTo>
                  <a:pt x="2117818" y="615971"/>
                  <a:pt x="2117818" y="615971"/>
                  <a:pt x="2117818" y="608151"/>
                </a:cubicBezTo>
                <a:cubicBezTo>
                  <a:pt x="2117818" y="608151"/>
                  <a:pt x="2117818" y="600332"/>
                  <a:pt x="2109998" y="600332"/>
                </a:cubicBezTo>
                <a:close/>
                <a:moveTo>
                  <a:pt x="3266652" y="583716"/>
                </a:moveTo>
                <a:cubicBezTo>
                  <a:pt x="3225599" y="591861"/>
                  <a:pt x="3250231" y="640734"/>
                  <a:pt x="3274863" y="632588"/>
                </a:cubicBezTo>
                <a:cubicBezTo>
                  <a:pt x="3307705" y="624443"/>
                  <a:pt x="3291284" y="575570"/>
                  <a:pt x="3266652" y="583716"/>
                </a:cubicBezTo>
                <a:close/>
                <a:moveTo>
                  <a:pt x="2894568" y="583390"/>
                </a:moveTo>
                <a:cubicBezTo>
                  <a:pt x="2894568" y="583390"/>
                  <a:pt x="2886748" y="583390"/>
                  <a:pt x="2886748" y="592513"/>
                </a:cubicBezTo>
                <a:cubicBezTo>
                  <a:pt x="2894568" y="592513"/>
                  <a:pt x="2894568" y="592513"/>
                  <a:pt x="2894568" y="592513"/>
                </a:cubicBezTo>
                <a:cubicBezTo>
                  <a:pt x="2902387" y="583390"/>
                  <a:pt x="2894568" y="583390"/>
                  <a:pt x="2894568" y="583390"/>
                </a:cubicBezTo>
                <a:close/>
                <a:moveTo>
                  <a:pt x="517399" y="575570"/>
                </a:moveTo>
                <a:cubicBezTo>
                  <a:pt x="525545" y="599810"/>
                  <a:pt x="525545" y="640212"/>
                  <a:pt x="549982" y="656373"/>
                </a:cubicBezTo>
                <a:cubicBezTo>
                  <a:pt x="541836" y="624052"/>
                  <a:pt x="525545" y="599810"/>
                  <a:pt x="517399" y="575570"/>
                </a:cubicBezTo>
                <a:close/>
                <a:moveTo>
                  <a:pt x="1245371" y="575570"/>
                </a:moveTo>
                <a:cubicBezTo>
                  <a:pt x="1213347" y="575570"/>
                  <a:pt x="1221353" y="615754"/>
                  <a:pt x="1237365" y="615754"/>
                </a:cubicBezTo>
                <a:cubicBezTo>
                  <a:pt x="1261382" y="623791"/>
                  <a:pt x="1269388" y="583607"/>
                  <a:pt x="1245371" y="575570"/>
                </a:cubicBezTo>
                <a:close/>
                <a:moveTo>
                  <a:pt x="2041468" y="573778"/>
                </a:moveTo>
                <a:cubicBezTo>
                  <a:pt x="2035440" y="575788"/>
                  <a:pt x="2029413" y="579805"/>
                  <a:pt x="2021375" y="583824"/>
                </a:cubicBezTo>
                <a:cubicBezTo>
                  <a:pt x="2021375" y="591861"/>
                  <a:pt x="2029412" y="591861"/>
                  <a:pt x="2021375" y="591861"/>
                </a:cubicBezTo>
                <a:cubicBezTo>
                  <a:pt x="2029412" y="607935"/>
                  <a:pt x="2037449" y="615972"/>
                  <a:pt x="2061560" y="615972"/>
                </a:cubicBezTo>
                <a:cubicBezTo>
                  <a:pt x="2069597" y="599898"/>
                  <a:pt x="2069597" y="583824"/>
                  <a:pt x="2061560" y="575788"/>
                </a:cubicBezTo>
                <a:cubicBezTo>
                  <a:pt x="2053523" y="571769"/>
                  <a:pt x="2047495" y="571769"/>
                  <a:pt x="2041468" y="573778"/>
                </a:cubicBezTo>
                <a:close/>
                <a:moveTo>
                  <a:pt x="2694760" y="572780"/>
                </a:moveTo>
                <a:cubicBezTo>
                  <a:pt x="2689628" y="572393"/>
                  <a:pt x="2686695" y="580131"/>
                  <a:pt x="2692560" y="592513"/>
                </a:cubicBezTo>
                <a:cubicBezTo>
                  <a:pt x="2700380" y="592513"/>
                  <a:pt x="2700380" y="584259"/>
                  <a:pt x="2700380" y="576004"/>
                </a:cubicBezTo>
                <a:cubicBezTo>
                  <a:pt x="2698425" y="573941"/>
                  <a:pt x="2696470" y="572909"/>
                  <a:pt x="2694760" y="572780"/>
                </a:cubicBezTo>
                <a:close/>
                <a:moveTo>
                  <a:pt x="1732994" y="569977"/>
                </a:moveTo>
                <a:cubicBezTo>
                  <a:pt x="1723903" y="569977"/>
                  <a:pt x="1713803" y="576004"/>
                  <a:pt x="1713803" y="584041"/>
                </a:cubicBezTo>
                <a:cubicBezTo>
                  <a:pt x="1713803" y="600115"/>
                  <a:pt x="1729964" y="608152"/>
                  <a:pt x="1746125" y="592078"/>
                </a:cubicBezTo>
                <a:cubicBezTo>
                  <a:pt x="1750165" y="576004"/>
                  <a:pt x="1742085" y="569977"/>
                  <a:pt x="1732994" y="569977"/>
                </a:cubicBezTo>
                <a:close/>
                <a:moveTo>
                  <a:pt x="3107883" y="565246"/>
                </a:moveTo>
                <a:cubicBezTo>
                  <a:pt x="3104672" y="565246"/>
                  <a:pt x="3101055" y="566122"/>
                  <a:pt x="3097063" y="568123"/>
                </a:cubicBezTo>
                <a:cubicBezTo>
                  <a:pt x="3073116" y="576128"/>
                  <a:pt x="3081098" y="608152"/>
                  <a:pt x="3105046" y="608152"/>
                </a:cubicBezTo>
                <a:cubicBezTo>
                  <a:pt x="3132985" y="608152"/>
                  <a:pt x="3130365" y="565246"/>
                  <a:pt x="3107883" y="565246"/>
                </a:cubicBezTo>
                <a:close/>
                <a:moveTo>
                  <a:pt x="2490366" y="559931"/>
                </a:moveTo>
                <a:cubicBezTo>
                  <a:pt x="2465791" y="567988"/>
                  <a:pt x="2465791" y="600214"/>
                  <a:pt x="2482175" y="608270"/>
                </a:cubicBezTo>
                <a:cubicBezTo>
                  <a:pt x="2482175" y="624383"/>
                  <a:pt x="2473982" y="640496"/>
                  <a:pt x="2490366" y="648553"/>
                </a:cubicBezTo>
                <a:cubicBezTo>
                  <a:pt x="2490366" y="616327"/>
                  <a:pt x="2523135" y="584101"/>
                  <a:pt x="2490366" y="559931"/>
                </a:cubicBezTo>
                <a:close/>
                <a:moveTo>
                  <a:pt x="2506193" y="552111"/>
                </a:moveTo>
                <a:cubicBezTo>
                  <a:pt x="2506193" y="559931"/>
                  <a:pt x="2506193" y="567750"/>
                  <a:pt x="2506193" y="567750"/>
                </a:cubicBezTo>
                <a:cubicBezTo>
                  <a:pt x="2523136" y="567750"/>
                  <a:pt x="2523136" y="552111"/>
                  <a:pt x="2506193" y="552111"/>
                </a:cubicBezTo>
                <a:close/>
                <a:moveTo>
                  <a:pt x="1633261" y="552111"/>
                </a:moveTo>
                <a:cubicBezTo>
                  <a:pt x="1609020" y="552111"/>
                  <a:pt x="1584779" y="576351"/>
                  <a:pt x="1592860" y="592512"/>
                </a:cubicBezTo>
                <a:cubicBezTo>
                  <a:pt x="1592860" y="632914"/>
                  <a:pt x="1665582" y="616753"/>
                  <a:pt x="1657502" y="576351"/>
                </a:cubicBezTo>
                <a:cubicBezTo>
                  <a:pt x="1657502" y="568271"/>
                  <a:pt x="1649421" y="552111"/>
                  <a:pt x="1633261" y="552111"/>
                </a:cubicBezTo>
                <a:close/>
                <a:moveTo>
                  <a:pt x="879628" y="551133"/>
                </a:moveTo>
                <a:cubicBezTo>
                  <a:pt x="873519" y="549096"/>
                  <a:pt x="865374" y="551133"/>
                  <a:pt x="857228" y="559279"/>
                </a:cubicBezTo>
                <a:cubicBezTo>
                  <a:pt x="832791" y="575569"/>
                  <a:pt x="897955" y="608151"/>
                  <a:pt x="889809" y="567423"/>
                </a:cubicBezTo>
                <a:cubicBezTo>
                  <a:pt x="889809" y="559279"/>
                  <a:pt x="885737" y="553169"/>
                  <a:pt x="879628" y="551133"/>
                </a:cubicBezTo>
                <a:close/>
                <a:moveTo>
                  <a:pt x="1083845" y="545291"/>
                </a:moveTo>
                <a:cubicBezTo>
                  <a:pt x="1072710" y="545291"/>
                  <a:pt x="1062586" y="551365"/>
                  <a:pt x="1058536" y="567564"/>
                </a:cubicBezTo>
                <a:cubicBezTo>
                  <a:pt x="1050437" y="575662"/>
                  <a:pt x="1058536" y="591860"/>
                  <a:pt x="1066636" y="599960"/>
                </a:cubicBezTo>
                <a:cubicBezTo>
                  <a:pt x="1074735" y="608058"/>
                  <a:pt x="1090932" y="599960"/>
                  <a:pt x="1099031" y="608058"/>
                </a:cubicBezTo>
                <a:cubicBezTo>
                  <a:pt x="1090932" y="648553"/>
                  <a:pt x="1163823" y="632355"/>
                  <a:pt x="1139526" y="599960"/>
                </a:cubicBezTo>
                <a:cubicBezTo>
                  <a:pt x="1123328" y="591860"/>
                  <a:pt x="1123328" y="591860"/>
                  <a:pt x="1107130" y="591860"/>
                </a:cubicBezTo>
                <a:cubicBezTo>
                  <a:pt x="1115229" y="583761"/>
                  <a:pt x="1107130" y="567564"/>
                  <a:pt x="1115229" y="559465"/>
                </a:cubicBezTo>
                <a:cubicBezTo>
                  <a:pt x="1107130" y="551365"/>
                  <a:pt x="1094982" y="545291"/>
                  <a:pt x="1083845" y="545291"/>
                </a:cubicBezTo>
                <a:close/>
                <a:moveTo>
                  <a:pt x="2063731" y="543314"/>
                </a:moveTo>
                <a:cubicBezTo>
                  <a:pt x="2059822" y="541277"/>
                  <a:pt x="2053957" y="543314"/>
                  <a:pt x="2046137" y="551459"/>
                </a:cubicBezTo>
                <a:cubicBezTo>
                  <a:pt x="2046137" y="551459"/>
                  <a:pt x="2046137" y="559605"/>
                  <a:pt x="2046137" y="567750"/>
                </a:cubicBezTo>
                <a:cubicBezTo>
                  <a:pt x="2053957" y="567750"/>
                  <a:pt x="2053957" y="567750"/>
                  <a:pt x="2053957" y="567750"/>
                </a:cubicBezTo>
                <a:cubicBezTo>
                  <a:pt x="2061776" y="567750"/>
                  <a:pt x="2061776" y="559605"/>
                  <a:pt x="2069596" y="559605"/>
                </a:cubicBezTo>
                <a:cubicBezTo>
                  <a:pt x="2069596" y="551459"/>
                  <a:pt x="2067641" y="545350"/>
                  <a:pt x="2063731" y="543314"/>
                </a:cubicBezTo>
                <a:close/>
                <a:moveTo>
                  <a:pt x="2498373" y="535168"/>
                </a:moveTo>
                <a:cubicBezTo>
                  <a:pt x="2490553" y="543640"/>
                  <a:pt x="2490553" y="552111"/>
                  <a:pt x="2498373" y="552111"/>
                </a:cubicBezTo>
                <a:cubicBezTo>
                  <a:pt x="2506193" y="552111"/>
                  <a:pt x="2498373" y="543640"/>
                  <a:pt x="2498373" y="535168"/>
                </a:cubicBezTo>
                <a:close/>
                <a:moveTo>
                  <a:pt x="1423174" y="527348"/>
                </a:moveTo>
                <a:cubicBezTo>
                  <a:pt x="1414920" y="527348"/>
                  <a:pt x="1414920" y="527348"/>
                  <a:pt x="1406666" y="527348"/>
                </a:cubicBezTo>
                <a:cubicBezTo>
                  <a:pt x="1398411" y="535602"/>
                  <a:pt x="1398411" y="552111"/>
                  <a:pt x="1414920" y="552111"/>
                </a:cubicBezTo>
                <a:cubicBezTo>
                  <a:pt x="1423174" y="543857"/>
                  <a:pt x="1423174" y="535602"/>
                  <a:pt x="1423174" y="527348"/>
                </a:cubicBezTo>
                <a:close/>
                <a:moveTo>
                  <a:pt x="2187180" y="522591"/>
                </a:moveTo>
                <a:cubicBezTo>
                  <a:pt x="2179386" y="522927"/>
                  <a:pt x="2173613" y="530607"/>
                  <a:pt x="2182851" y="552111"/>
                </a:cubicBezTo>
                <a:cubicBezTo>
                  <a:pt x="2218772" y="541871"/>
                  <a:pt x="2200170" y="522031"/>
                  <a:pt x="2187180" y="522591"/>
                </a:cubicBezTo>
                <a:close/>
                <a:moveTo>
                  <a:pt x="3291197" y="519529"/>
                </a:moveTo>
                <a:cubicBezTo>
                  <a:pt x="3291197" y="519529"/>
                  <a:pt x="3282943" y="527349"/>
                  <a:pt x="3291197" y="535168"/>
                </a:cubicBezTo>
                <a:cubicBezTo>
                  <a:pt x="3299451" y="535168"/>
                  <a:pt x="3307705" y="519529"/>
                  <a:pt x="3291197" y="519529"/>
                </a:cubicBezTo>
                <a:close/>
                <a:moveTo>
                  <a:pt x="2813439" y="517987"/>
                </a:moveTo>
                <a:cubicBezTo>
                  <a:pt x="2804275" y="516841"/>
                  <a:pt x="2795111" y="535169"/>
                  <a:pt x="2813439" y="535169"/>
                </a:cubicBezTo>
                <a:cubicBezTo>
                  <a:pt x="2821585" y="535169"/>
                  <a:pt x="2821585" y="535169"/>
                  <a:pt x="2821585" y="527023"/>
                </a:cubicBezTo>
                <a:cubicBezTo>
                  <a:pt x="2819548" y="520914"/>
                  <a:pt x="2816494" y="518369"/>
                  <a:pt x="2813439" y="517987"/>
                </a:cubicBezTo>
                <a:close/>
                <a:moveTo>
                  <a:pt x="3338511" y="499858"/>
                </a:moveTo>
                <a:cubicBezTo>
                  <a:pt x="3326391" y="499858"/>
                  <a:pt x="3309724" y="509021"/>
                  <a:pt x="3315785" y="527349"/>
                </a:cubicBezTo>
                <a:cubicBezTo>
                  <a:pt x="3340026" y="527349"/>
                  <a:pt x="3348107" y="519204"/>
                  <a:pt x="3348107" y="502913"/>
                </a:cubicBezTo>
                <a:cubicBezTo>
                  <a:pt x="3346086" y="500876"/>
                  <a:pt x="3342551" y="499858"/>
                  <a:pt x="3338511" y="499858"/>
                </a:cubicBezTo>
                <a:close/>
                <a:moveTo>
                  <a:pt x="2870280" y="495057"/>
                </a:moveTo>
                <a:cubicBezTo>
                  <a:pt x="2829404" y="511275"/>
                  <a:pt x="2845754" y="559931"/>
                  <a:pt x="2878455" y="559931"/>
                </a:cubicBezTo>
                <a:cubicBezTo>
                  <a:pt x="2919330" y="551821"/>
                  <a:pt x="2919330" y="486947"/>
                  <a:pt x="2870280" y="495057"/>
                </a:cubicBezTo>
                <a:close/>
                <a:moveTo>
                  <a:pt x="1182221" y="490112"/>
                </a:moveTo>
                <a:cubicBezTo>
                  <a:pt x="1177520" y="489354"/>
                  <a:pt x="1172747" y="489733"/>
                  <a:pt x="1168547" y="491248"/>
                </a:cubicBezTo>
                <a:cubicBezTo>
                  <a:pt x="1162947" y="493268"/>
                  <a:pt x="1158365" y="497309"/>
                  <a:pt x="1156329" y="503368"/>
                </a:cubicBezTo>
                <a:cubicBezTo>
                  <a:pt x="1148183" y="543770"/>
                  <a:pt x="1188911" y="559930"/>
                  <a:pt x="1205201" y="527609"/>
                </a:cubicBezTo>
                <a:cubicBezTo>
                  <a:pt x="1209783" y="504884"/>
                  <a:pt x="1196324" y="492384"/>
                  <a:pt x="1182221" y="490112"/>
                </a:cubicBezTo>
                <a:close/>
                <a:moveTo>
                  <a:pt x="2228196" y="489886"/>
                </a:moveTo>
                <a:cubicBezTo>
                  <a:pt x="2216833" y="490636"/>
                  <a:pt x="2207743" y="507148"/>
                  <a:pt x="2207743" y="519157"/>
                </a:cubicBezTo>
                <a:cubicBezTo>
                  <a:pt x="2215823" y="535169"/>
                  <a:pt x="2248145" y="527163"/>
                  <a:pt x="2240064" y="495140"/>
                </a:cubicBezTo>
                <a:cubicBezTo>
                  <a:pt x="2236024" y="491137"/>
                  <a:pt x="2231984" y="489635"/>
                  <a:pt x="2228196" y="489886"/>
                </a:cubicBezTo>
                <a:close/>
                <a:moveTo>
                  <a:pt x="1682091" y="486947"/>
                </a:moveTo>
                <a:cubicBezTo>
                  <a:pt x="1673837" y="486947"/>
                  <a:pt x="1665582" y="495201"/>
                  <a:pt x="1665582" y="503456"/>
                </a:cubicBezTo>
                <a:cubicBezTo>
                  <a:pt x="1682091" y="511710"/>
                  <a:pt x="1690344" y="495201"/>
                  <a:pt x="1682091" y="486947"/>
                </a:cubicBezTo>
                <a:close/>
                <a:moveTo>
                  <a:pt x="2482734" y="479128"/>
                </a:moveTo>
                <a:cubicBezTo>
                  <a:pt x="2482734" y="479128"/>
                  <a:pt x="2482734" y="479128"/>
                  <a:pt x="2482734" y="486947"/>
                </a:cubicBezTo>
                <a:cubicBezTo>
                  <a:pt x="2482734" y="486947"/>
                  <a:pt x="2490553" y="486947"/>
                  <a:pt x="2490553" y="486947"/>
                </a:cubicBezTo>
                <a:cubicBezTo>
                  <a:pt x="2490553" y="479128"/>
                  <a:pt x="2490553" y="479128"/>
                  <a:pt x="2482734" y="479128"/>
                </a:cubicBezTo>
                <a:close/>
                <a:moveTo>
                  <a:pt x="3572130" y="476312"/>
                </a:moveTo>
                <a:cubicBezTo>
                  <a:pt x="3560121" y="477313"/>
                  <a:pt x="3550114" y="483317"/>
                  <a:pt x="3550114" y="495325"/>
                </a:cubicBezTo>
                <a:cubicBezTo>
                  <a:pt x="3550114" y="527349"/>
                  <a:pt x="3606155" y="527349"/>
                  <a:pt x="3606155" y="487320"/>
                </a:cubicBezTo>
                <a:cubicBezTo>
                  <a:pt x="3598149" y="479314"/>
                  <a:pt x="3584139" y="475311"/>
                  <a:pt x="3572130" y="476312"/>
                </a:cubicBezTo>
                <a:close/>
                <a:moveTo>
                  <a:pt x="404014" y="462185"/>
                </a:moveTo>
                <a:cubicBezTo>
                  <a:pt x="404014" y="478693"/>
                  <a:pt x="404014" y="478693"/>
                  <a:pt x="412268" y="486947"/>
                </a:cubicBezTo>
                <a:cubicBezTo>
                  <a:pt x="420523" y="486947"/>
                  <a:pt x="428777" y="478693"/>
                  <a:pt x="420523" y="470439"/>
                </a:cubicBezTo>
                <a:cubicBezTo>
                  <a:pt x="420523" y="462185"/>
                  <a:pt x="412268" y="462185"/>
                  <a:pt x="404014" y="462185"/>
                </a:cubicBezTo>
                <a:close/>
                <a:moveTo>
                  <a:pt x="2236257" y="458886"/>
                </a:moveTo>
                <a:cubicBezTo>
                  <a:pt x="2228990" y="460800"/>
                  <a:pt x="2222690" y="469964"/>
                  <a:pt x="2231854" y="479128"/>
                </a:cubicBezTo>
                <a:cubicBezTo>
                  <a:pt x="2239999" y="479128"/>
                  <a:pt x="2239999" y="479128"/>
                  <a:pt x="2248145" y="479128"/>
                </a:cubicBezTo>
                <a:cubicBezTo>
                  <a:pt x="2248145" y="479128"/>
                  <a:pt x="2248145" y="479128"/>
                  <a:pt x="2248145" y="470982"/>
                </a:cubicBezTo>
                <a:cubicBezTo>
                  <a:pt x="2248145" y="464873"/>
                  <a:pt x="2246108" y="461310"/>
                  <a:pt x="2243309" y="459655"/>
                </a:cubicBezTo>
                <a:cubicBezTo>
                  <a:pt x="2241209" y="458414"/>
                  <a:pt x="2238679" y="458247"/>
                  <a:pt x="2236257" y="458886"/>
                </a:cubicBezTo>
                <a:close/>
                <a:moveTo>
                  <a:pt x="1423174" y="454365"/>
                </a:moveTo>
                <a:cubicBezTo>
                  <a:pt x="1414703" y="454365"/>
                  <a:pt x="1406231" y="454365"/>
                  <a:pt x="1406231" y="454365"/>
                </a:cubicBezTo>
                <a:cubicBezTo>
                  <a:pt x="1406231" y="462836"/>
                  <a:pt x="1406231" y="471308"/>
                  <a:pt x="1414703" y="471308"/>
                </a:cubicBezTo>
                <a:cubicBezTo>
                  <a:pt x="1414703" y="462836"/>
                  <a:pt x="1423174" y="462836"/>
                  <a:pt x="1423174" y="454365"/>
                </a:cubicBezTo>
                <a:close/>
                <a:moveTo>
                  <a:pt x="780270" y="443775"/>
                </a:moveTo>
                <a:cubicBezTo>
                  <a:pt x="776230" y="442766"/>
                  <a:pt x="772189" y="442766"/>
                  <a:pt x="768149" y="446806"/>
                </a:cubicBezTo>
                <a:cubicBezTo>
                  <a:pt x="751988" y="454886"/>
                  <a:pt x="760068" y="479128"/>
                  <a:pt x="784310" y="471047"/>
                </a:cubicBezTo>
                <a:cubicBezTo>
                  <a:pt x="792390" y="471047"/>
                  <a:pt x="792390" y="462967"/>
                  <a:pt x="792390" y="446806"/>
                </a:cubicBezTo>
                <a:cubicBezTo>
                  <a:pt x="788350" y="446806"/>
                  <a:pt x="784310" y="444786"/>
                  <a:pt x="780270" y="443775"/>
                </a:cubicBezTo>
                <a:close/>
                <a:moveTo>
                  <a:pt x="913594" y="432861"/>
                </a:moveTo>
                <a:cubicBezTo>
                  <a:pt x="907730" y="432861"/>
                  <a:pt x="901865" y="434815"/>
                  <a:pt x="897955" y="438726"/>
                </a:cubicBezTo>
                <a:cubicBezTo>
                  <a:pt x="897955" y="454365"/>
                  <a:pt x="929233" y="462185"/>
                  <a:pt x="929233" y="438726"/>
                </a:cubicBezTo>
                <a:cubicBezTo>
                  <a:pt x="925324" y="434815"/>
                  <a:pt x="919459" y="432861"/>
                  <a:pt x="913594" y="432861"/>
                </a:cubicBezTo>
                <a:close/>
                <a:moveTo>
                  <a:pt x="836816" y="420745"/>
                </a:moveTo>
                <a:cubicBezTo>
                  <a:pt x="817121" y="418879"/>
                  <a:pt x="783789" y="456212"/>
                  <a:pt x="832270" y="462185"/>
                </a:cubicBezTo>
                <a:cubicBezTo>
                  <a:pt x="840351" y="454221"/>
                  <a:pt x="848431" y="446256"/>
                  <a:pt x="848431" y="438292"/>
                </a:cubicBezTo>
                <a:cubicBezTo>
                  <a:pt x="848431" y="426345"/>
                  <a:pt x="843381" y="421367"/>
                  <a:pt x="836816" y="420745"/>
                </a:cubicBezTo>
                <a:close/>
                <a:moveTo>
                  <a:pt x="2362001" y="412354"/>
                </a:moveTo>
                <a:cubicBezTo>
                  <a:pt x="2356447" y="411720"/>
                  <a:pt x="2350386" y="412226"/>
                  <a:pt x="2344326" y="414254"/>
                </a:cubicBezTo>
                <a:cubicBezTo>
                  <a:pt x="2312005" y="462909"/>
                  <a:pt x="2384727" y="479128"/>
                  <a:pt x="2384727" y="438582"/>
                </a:cubicBezTo>
                <a:cubicBezTo>
                  <a:pt x="2390787" y="426417"/>
                  <a:pt x="2378667" y="414254"/>
                  <a:pt x="2362001" y="412354"/>
                </a:cubicBezTo>
                <a:close/>
                <a:moveTo>
                  <a:pt x="467277" y="411174"/>
                </a:moveTo>
                <a:cubicBezTo>
                  <a:pt x="454778" y="410787"/>
                  <a:pt x="436597" y="418525"/>
                  <a:pt x="436597" y="430907"/>
                </a:cubicBezTo>
                <a:cubicBezTo>
                  <a:pt x="452757" y="422653"/>
                  <a:pt x="476998" y="430907"/>
                  <a:pt x="476998" y="414398"/>
                </a:cubicBezTo>
                <a:cubicBezTo>
                  <a:pt x="474978" y="412335"/>
                  <a:pt x="471443" y="411303"/>
                  <a:pt x="467277" y="411174"/>
                </a:cubicBezTo>
                <a:close/>
                <a:moveTo>
                  <a:pt x="3156537" y="409891"/>
                </a:moveTo>
                <a:cubicBezTo>
                  <a:pt x="3149846" y="411792"/>
                  <a:pt x="3144796" y="417874"/>
                  <a:pt x="3144796" y="430038"/>
                </a:cubicBezTo>
                <a:cubicBezTo>
                  <a:pt x="3144796" y="446256"/>
                  <a:pt x="3152876" y="446256"/>
                  <a:pt x="3169037" y="454365"/>
                </a:cubicBezTo>
                <a:cubicBezTo>
                  <a:pt x="3211458" y="436120"/>
                  <a:pt x="3176612" y="404189"/>
                  <a:pt x="3156537" y="409891"/>
                </a:cubicBezTo>
                <a:close/>
                <a:moveTo>
                  <a:pt x="2482734" y="398325"/>
                </a:moveTo>
                <a:cubicBezTo>
                  <a:pt x="2466225" y="398325"/>
                  <a:pt x="2466225" y="406145"/>
                  <a:pt x="2457971" y="413964"/>
                </a:cubicBezTo>
                <a:cubicBezTo>
                  <a:pt x="2466225" y="413964"/>
                  <a:pt x="2466225" y="421784"/>
                  <a:pt x="2474479" y="421784"/>
                </a:cubicBezTo>
                <a:cubicBezTo>
                  <a:pt x="2474479" y="421784"/>
                  <a:pt x="2474479" y="421784"/>
                  <a:pt x="2482734" y="421784"/>
                </a:cubicBezTo>
                <a:cubicBezTo>
                  <a:pt x="2482734" y="413964"/>
                  <a:pt x="2482734" y="406145"/>
                  <a:pt x="2482734" y="398325"/>
                </a:cubicBezTo>
                <a:close/>
                <a:moveTo>
                  <a:pt x="2239673" y="395393"/>
                </a:moveTo>
                <a:cubicBezTo>
                  <a:pt x="2237555" y="394415"/>
                  <a:pt x="2235437" y="394415"/>
                  <a:pt x="2231202" y="398325"/>
                </a:cubicBezTo>
                <a:cubicBezTo>
                  <a:pt x="2231202" y="398325"/>
                  <a:pt x="2231202" y="406145"/>
                  <a:pt x="2239673" y="406145"/>
                </a:cubicBezTo>
                <a:cubicBezTo>
                  <a:pt x="2239673" y="406145"/>
                  <a:pt x="2248145" y="406145"/>
                  <a:pt x="2248145" y="398325"/>
                </a:cubicBezTo>
                <a:cubicBezTo>
                  <a:pt x="2243909" y="398325"/>
                  <a:pt x="2241791" y="396370"/>
                  <a:pt x="2239673" y="395393"/>
                </a:cubicBezTo>
                <a:close/>
                <a:moveTo>
                  <a:pt x="2417570" y="390505"/>
                </a:moveTo>
                <a:cubicBezTo>
                  <a:pt x="2417570" y="398325"/>
                  <a:pt x="2417570" y="398325"/>
                  <a:pt x="2417570" y="406145"/>
                </a:cubicBezTo>
                <a:cubicBezTo>
                  <a:pt x="2425390" y="406145"/>
                  <a:pt x="2425390" y="398325"/>
                  <a:pt x="2433209" y="398325"/>
                </a:cubicBezTo>
                <a:cubicBezTo>
                  <a:pt x="2433209" y="390505"/>
                  <a:pt x="2425390" y="390505"/>
                  <a:pt x="2417570" y="390505"/>
                </a:cubicBezTo>
                <a:close/>
                <a:moveTo>
                  <a:pt x="2755036" y="376657"/>
                </a:moveTo>
                <a:cubicBezTo>
                  <a:pt x="2748927" y="377689"/>
                  <a:pt x="2744855" y="381816"/>
                  <a:pt x="2748927" y="390071"/>
                </a:cubicBezTo>
                <a:cubicBezTo>
                  <a:pt x="2748927" y="390071"/>
                  <a:pt x="2748927" y="398325"/>
                  <a:pt x="2748927" y="398325"/>
                </a:cubicBezTo>
                <a:cubicBezTo>
                  <a:pt x="2765218" y="398325"/>
                  <a:pt x="2765218" y="390071"/>
                  <a:pt x="2773364" y="381816"/>
                </a:cubicBezTo>
                <a:cubicBezTo>
                  <a:pt x="2769291" y="377689"/>
                  <a:pt x="2761146" y="375625"/>
                  <a:pt x="2755036" y="376657"/>
                </a:cubicBezTo>
                <a:close/>
                <a:moveTo>
                  <a:pt x="2134434" y="357923"/>
                </a:moveTo>
                <a:cubicBezTo>
                  <a:pt x="2109998" y="373935"/>
                  <a:pt x="2118144" y="397952"/>
                  <a:pt x="2134434" y="413964"/>
                </a:cubicBezTo>
                <a:cubicBezTo>
                  <a:pt x="2158870" y="405958"/>
                  <a:pt x="2175162" y="397952"/>
                  <a:pt x="2167016" y="373935"/>
                </a:cubicBezTo>
                <a:cubicBezTo>
                  <a:pt x="2158870" y="373935"/>
                  <a:pt x="2142579" y="357923"/>
                  <a:pt x="2134434" y="357923"/>
                </a:cubicBezTo>
                <a:close/>
                <a:moveTo>
                  <a:pt x="2674884" y="352818"/>
                </a:moveTo>
                <a:cubicBezTo>
                  <a:pt x="2666821" y="354726"/>
                  <a:pt x="2662213" y="371526"/>
                  <a:pt x="2643781" y="365417"/>
                </a:cubicBezTo>
                <a:cubicBezTo>
                  <a:pt x="2627397" y="381708"/>
                  <a:pt x="2635588" y="406145"/>
                  <a:pt x="2660164" y="406145"/>
                </a:cubicBezTo>
                <a:cubicBezTo>
                  <a:pt x="2684741" y="406145"/>
                  <a:pt x="2676548" y="373562"/>
                  <a:pt x="2684741" y="357272"/>
                </a:cubicBezTo>
                <a:cubicBezTo>
                  <a:pt x="2680645" y="353199"/>
                  <a:pt x="2677573" y="352181"/>
                  <a:pt x="2674884" y="352818"/>
                </a:cubicBezTo>
                <a:close/>
                <a:moveTo>
                  <a:pt x="2773363" y="340981"/>
                </a:moveTo>
                <a:cubicBezTo>
                  <a:pt x="2765543" y="340981"/>
                  <a:pt x="2765543" y="340981"/>
                  <a:pt x="2757724" y="340981"/>
                </a:cubicBezTo>
                <a:cubicBezTo>
                  <a:pt x="2757724" y="349452"/>
                  <a:pt x="2757724" y="357924"/>
                  <a:pt x="2773363" y="357924"/>
                </a:cubicBezTo>
                <a:cubicBezTo>
                  <a:pt x="2773363" y="357924"/>
                  <a:pt x="2773363" y="349452"/>
                  <a:pt x="2773363" y="340981"/>
                </a:cubicBezTo>
                <a:close/>
                <a:moveTo>
                  <a:pt x="2199272" y="333161"/>
                </a:moveTo>
                <a:cubicBezTo>
                  <a:pt x="2190801" y="341633"/>
                  <a:pt x="2190801" y="350104"/>
                  <a:pt x="2199272" y="350104"/>
                </a:cubicBezTo>
                <a:cubicBezTo>
                  <a:pt x="2207744" y="341633"/>
                  <a:pt x="2207744" y="333161"/>
                  <a:pt x="2199272" y="333161"/>
                </a:cubicBezTo>
                <a:close/>
                <a:moveTo>
                  <a:pt x="2272125" y="325342"/>
                </a:moveTo>
                <a:cubicBezTo>
                  <a:pt x="2272125" y="341354"/>
                  <a:pt x="2255964" y="349359"/>
                  <a:pt x="2255964" y="357365"/>
                </a:cubicBezTo>
                <a:cubicBezTo>
                  <a:pt x="2264044" y="373377"/>
                  <a:pt x="2280206" y="381383"/>
                  <a:pt x="2288286" y="373377"/>
                </a:cubicBezTo>
                <a:cubicBezTo>
                  <a:pt x="2296366" y="357365"/>
                  <a:pt x="2288286" y="333348"/>
                  <a:pt x="2272125" y="325342"/>
                </a:cubicBezTo>
                <a:close/>
                <a:moveTo>
                  <a:pt x="3104394" y="317522"/>
                </a:moveTo>
                <a:cubicBezTo>
                  <a:pt x="3104394" y="325342"/>
                  <a:pt x="3104394" y="333161"/>
                  <a:pt x="3113518" y="333161"/>
                </a:cubicBezTo>
                <a:cubicBezTo>
                  <a:pt x="3113518" y="325342"/>
                  <a:pt x="3113518" y="317522"/>
                  <a:pt x="3104394" y="317522"/>
                </a:cubicBezTo>
                <a:close/>
                <a:moveTo>
                  <a:pt x="2304185" y="300579"/>
                </a:moveTo>
                <a:cubicBezTo>
                  <a:pt x="2296365" y="300579"/>
                  <a:pt x="2296365" y="300579"/>
                  <a:pt x="2288546" y="300579"/>
                </a:cubicBezTo>
                <a:cubicBezTo>
                  <a:pt x="2288546" y="309702"/>
                  <a:pt x="2296365" y="309702"/>
                  <a:pt x="2288546" y="309702"/>
                </a:cubicBezTo>
                <a:cubicBezTo>
                  <a:pt x="2304185" y="309702"/>
                  <a:pt x="2304185" y="309702"/>
                  <a:pt x="2304185" y="300579"/>
                </a:cubicBezTo>
                <a:close/>
                <a:moveTo>
                  <a:pt x="2409751" y="277120"/>
                </a:moveTo>
                <a:cubicBezTo>
                  <a:pt x="2409751" y="277120"/>
                  <a:pt x="2409751" y="277120"/>
                  <a:pt x="2409751" y="284940"/>
                </a:cubicBezTo>
                <a:cubicBezTo>
                  <a:pt x="2417570" y="284940"/>
                  <a:pt x="2417570" y="277120"/>
                  <a:pt x="2409751" y="277120"/>
                </a:cubicBezTo>
                <a:close/>
                <a:moveTo>
                  <a:pt x="2739804" y="275166"/>
                </a:moveTo>
                <a:cubicBezTo>
                  <a:pt x="2738827" y="273210"/>
                  <a:pt x="2736871" y="273210"/>
                  <a:pt x="2732962" y="277120"/>
                </a:cubicBezTo>
                <a:cubicBezTo>
                  <a:pt x="2725142" y="284940"/>
                  <a:pt x="2725142" y="284940"/>
                  <a:pt x="2732962" y="292760"/>
                </a:cubicBezTo>
                <a:cubicBezTo>
                  <a:pt x="2740782" y="292760"/>
                  <a:pt x="2740782" y="292760"/>
                  <a:pt x="2740782" y="284940"/>
                </a:cubicBezTo>
                <a:cubicBezTo>
                  <a:pt x="2740782" y="281030"/>
                  <a:pt x="2740782" y="277120"/>
                  <a:pt x="2739804" y="275166"/>
                </a:cubicBezTo>
                <a:close/>
                <a:moveTo>
                  <a:pt x="721579" y="267630"/>
                </a:moveTo>
                <a:cubicBezTo>
                  <a:pt x="710936" y="270685"/>
                  <a:pt x="703333" y="280866"/>
                  <a:pt x="703333" y="301230"/>
                </a:cubicBezTo>
                <a:cubicBezTo>
                  <a:pt x="687115" y="293085"/>
                  <a:pt x="687115" y="293085"/>
                  <a:pt x="679006" y="301230"/>
                </a:cubicBezTo>
                <a:cubicBezTo>
                  <a:pt x="703333" y="333812"/>
                  <a:pt x="735770" y="350103"/>
                  <a:pt x="776317" y="350103"/>
                </a:cubicBezTo>
                <a:cubicBezTo>
                  <a:pt x="812809" y="313448"/>
                  <a:pt x="753509" y="258467"/>
                  <a:pt x="721579" y="267630"/>
                </a:cubicBezTo>
                <a:close/>
                <a:moveTo>
                  <a:pt x="2141602" y="234765"/>
                </a:moveTo>
                <a:cubicBezTo>
                  <a:pt x="2140625" y="232809"/>
                  <a:pt x="2138669" y="232809"/>
                  <a:pt x="2134760" y="236719"/>
                </a:cubicBezTo>
                <a:cubicBezTo>
                  <a:pt x="2126940" y="244539"/>
                  <a:pt x="2142579" y="252359"/>
                  <a:pt x="2142579" y="244539"/>
                </a:cubicBezTo>
                <a:cubicBezTo>
                  <a:pt x="2142579" y="240629"/>
                  <a:pt x="2142579" y="236719"/>
                  <a:pt x="2141602" y="234765"/>
                </a:cubicBezTo>
                <a:close/>
                <a:moveTo>
                  <a:pt x="3289540" y="234765"/>
                </a:moveTo>
                <a:cubicBezTo>
                  <a:pt x="3282943" y="236231"/>
                  <a:pt x="3282943" y="246494"/>
                  <a:pt x="3282943" y="252359"/>
                </a:cubicBezTo>
                <a:cubicBezTo>
                  <a:pt x="3290763" y="252359"/>
                  <a:pt x="3298582" y="236719"/>
                  <a:pt x="3298582" y="236719"/>
                </a:cubicBezTo>
                <a:cubicBezTo>
                  <a:pt x="3294672" y="234765"/>
                  <a:pt x="3291739" y="234275"/>
                  <a:pt x="3289540" y="234765"/>
                </a:cubicBezTo>
                <a:close/>
                <a:moveTo>
                  <a:pt x="2692560" y="228900"/>
                </a:moveTo>
                <a:cubicBezTo>
                  <a:pt x="2684741" y="236719"/>
                  <a:pt x="2676921" y="236719"/>
                  <a:pt x="2684741" y="252359"/>
                </a:cubicBezTo>
                <a:cubicBezTo>
                  <a:pt x="2692560" y="252359"/>
                  <a:pt x="2700380" y="252359"/>
                  <a:pt x="2708199" y="252359"/>
                </a:cubicBezTo>
                <a:cubicBezTo>
                  <a:pt x="2708199" y="244539"/>
                  <a:pt x="2708199" y="236719"/>
                  <a:pt x="2708199" y="236719"/>
                </a:cubicBezTo>
                <a:cubicBezTo>
                  <a:pt x="2700380" y="236719"/>
                  <a:pt x="2700380" y="228900"/>
                  <a:pt x="2692560" y="228900"/>
                </a:cubicBezTo>
                <a:close/>
                <a:moveTo>
                  <a:pt x="1862566" y="210142"/>
                </a:moveTo>
                <a:cubicBezTo>
                  <a:pt x="1859552" y="208140"/>
                  <a:pt x="1855534" y="208140"/>
                  <a:pt x="1851515" y="212143"/>
                </a:cubicBezTo>
                <a:cubicBezTo>
                  <a:pt x="1819368" y="228154"/>
                  <a:pt x="1867589" y="260178"/>
                  <a:pt x="1867589" y="220149"/>
                </a:cubicBezTo>
                <a:cubicBezTo>
                  <a:pt x="1867589" y="216146"/>
                  <a:pt x="1865580" y="212143"/>
                  <a:pt x="1862566" y="210142"/>
                </a:cubicBezTo>
                <a:close/>
                <a:moveTo>
                  <a:pt x="2238614" y="202060"/>
                </a:moveTo>
                <a:cubicBezTo>
                  <a:pt x="2232261" y="203159"/>
                  <a:pt x="2235437" y="211957"/>
                  <a:pt x="2248145" y="211957"/>
                </a:cubicBezTo>
                <a:cubicBezTo>
                  <a:pt x="2248145" y="211957"/>
                  <a:pt x="2248145" y="204137"/>
                  <a:pt x="2248145" y="204137"/>
                </a:cubicBezTo>
                <a:cubicBezTo>
                  <a:pt x="2243909" y="202182"/>
                  <a:pt x="2240732" y="201693"/>
                  <a:pt x="2238614" y="202060"/>
                </a:cubicBezTo>
                <a:close/>
                <a:moveTo>
                  <a:pt x="2377429" y="196317"/>
                </a:moveTo>
                <a:cubicBezTo>
                  <a:pt x="2369349" y="204463"/>
                  <a:pt x="2369349" y="220754"/>
                  <a:pt x="2377429" y="228900"/>
                </a:cubicBezTo>
                <a:cubicBezTo>
                  <a:pt x="2393590" y="220754"/>
                  <a:pt x="2401670" y="228900"/>
                  <a:pt x="2409751" y="220754"/>
                </a:cubicBezTo>
                <a:cubicBezTo>
                  <a:pt x="2409751" y="204463"/>
                  <a:pt x="2393590" y="204463"/>
                  <a:pt x="2377429" y="196317"/>
                </a:cubicBezTo>
                <a:close/>
                <a:moveTo>
                  <a:pt x="2713306" y="195821"/>
                </a:moveTo>
                <a:cubicBezTo>
                  <a:pt x="2702233" y="199608"/>
                  <a:pt x="2694596" y="214759"/>
                  <a:pt x="2700706" y="220819"/>
                </a:cubicBezTo>
                <a:cubicBezTo>
                  <a:pt x="2700706" y="220819"/>
                  <a:pt x="2716997" y="228900"/>
                  <a:pt x="2725142" y="228900"/>
                </a:cubicBezTo>
                <a:cubicBezTo>
                  <a:pt x="2725142" y="220819"/>
                  <a:pt x="2725142" y="212739"/>
                  <a:pt x="2725142" y="196578"/>
                </a:cubicBezTo>
                <a:cubicBezTo>
                  <a:pt x="2721070" y="194558"/>
                  <a:pt x="2716997" y="194558"/>
                  <a:pt x="2713306" y="195821"/>
                </a:cubicBezTo>
                <a:close/>
                <a:moveTo>
                  <a:pt x="2861986" y="188498"/>
                </a:moveTo>
                <a:cubicBezTo>
                  <a:pt x="2854166" y="188498"/>
                  <a:pt x="2854166" y="188498"/>
                  <a:pt x="2846346" y="188498"/>
                </a:cubicBezTo>
                <a:cubicBezTo>
                  <a:pt x="2846346" y="196317"/>
                  <a:pt x="2846346" y="204137"/>
                  <a:pt x="2854166" y="204137"/>
                </a:cubicBezTo>
                <a:cubicBezTo>
                  <a:pt x="2861986" y="204137"/>
                  <a:pt x="2861986" y="196317"/>
                  <a:pt x="2861986" y="188498"/>
                </a:cubicBezTo>
                <a:close/>
                <a:moveTo>
                  <a:pt x="2431628" y="176586"/>
                </a:moveTo>
                <a:cubicBezTo>
                  <a:pt x="2422729" y="176198"/>
                  <a:pt x="2419633" y="183937"/>
                  <a:pt x="2425824" y="196318"/>
                </a:cubicBezTo>
                <a:cubicBezTo>
                  <a:pt x="2425824" y="196318"/>
                  <a:pt x="2434078" y="196318"/>
                  <a:pt x="2434078" y="196318"/>
                </a:cubicBezTo>
                <a:cubicBezTo>
                  <a:pt x="2442333" y="188064"/>
                  <a:pt x="2442333" y="188064"/>
                  <a:pt x="2442333" y="179810"/>
                </a:cubicBezTo>
                <a:cubicBezTo>
                  <a:pt x="2438206" y="177747"/>
                  <a:pt x="2434594" y="176715"/>
                  <a:pt x="2431628" y="176586"/>
                </a:cubicBezTo>
                <a:close/>
                <a:moveTo>
                  <a:pt x="1851950" y="171556"/>
                </a:moveTo>
                <a:cubicBezTo>
                  <a:pt x="1835007" y="171556"/>
                  <a:pt x="1835007" y="171556"/>
                  <a:pt x="1835007" y="180027"/>
                </a:cubicBezTo>
                <a:cubicBezTo>
                  <a:pt x="1835007" y="180027"/>
                  <a:pt x="1835007" y="188499"/>
                  <a:pt x="1835007" y="188499"/>
                </a:cubicBezTo>
                <a:cubicBezTo>
                  <a:pt x="1843479" y="188499"/>
                  <a:pt x="1843479" y="188499"/>
                  <a:pt x="1851950" y="188499"/>
                </a:cubicBezTo>
                <a:cubicBezTo>
                  <a:pt x="1851950" y="180027"/>
                  <a:pt x="1851950" y="171556"/>
                  <a:pt x="1851950" y="171556"/>
                </a:cubicBezTo>
                <a:close/>
                <a:moveTo>
                  <a:pt x="2934969" y="171556"/>
                </a:moveTo>
                <a:cubicBezTo>
                  <a:pt x="2927149" y="171556"/>
                  <a:pt x="2919330" y="171556"/>
                  <a:pt x="2919330" y="180027"/>
                </a:cubicBezTo>
                <a:cubicBezTo>
                  <a:pt x="2919330" y="188499"/>
                  <a:pt x="2919330" y="188499"/>
                  <a:pt x="2927149" y="188499"/>
                </a:cubicBezTo>
                <a:cubicBezTo>
                  <a:pt x="2934969" y="188499"/>
                  <a:pt x="2934969" y="180027"/>
                  <a:pt x="2934969" y="171556"/>
                </a:cubicBezTo>
                <a:close/>
                <a:moveTo>
                  <a:pt x="3113518" y="163736"/>
                </a:moveTo>
                <a:cubicBezTo>
                  <a:pt x="3113518" y="163736"/>
                  <a:pt x="3113518" y="163736"/>
                  <a:pt x="3104394" y="163736"/>
                </a:cubicBezTo>
                <a:cubicBezTo>
                  <a:pt x="3104394" y="163736"/>
                  <a:pt x="3104394" y="171556"/>
                  <a:pt x="3104394" y="179375"/>
                </a:cubicBezTo>
                <a:cubicBezTo>
                  <a:pt x="3113518" y="179375"/>
                  <a:pt x="3113518" y="171556"/>
                  <a:pt x="3113518" y="163736"/>
                </a:cubicBezTo>
                <a:close/>
                <a:moveTo>
                  <a:pt x="3298582" y="155916"/>
                </a:moveTo>
                <a:cubicBezTo>
                  <a:pt x="3282943" y="155916"/>
                  <a:pt x="3275123" y="155916"/>
                  <a:pt x="3275123" y="171556"/>
                </a:cubicBezTo>
                <a:cubicBezTo>
                  <a:pt x="3282943" y="171556"/>
                  <a:pt x="3282943" y="171556"/>
                  <a:pt x="3282943" y="171556"/>
                </a:cubicBezTo>
                <a:cubicBezTo>
                  <a:pt x="3290763" y="171556"/>
                  <a:pt x="3290763" y="171556"/>
                  <a:pt x="3298582" y="171556"/>
                </a:cubicBezTo>
                <a:cubicBezTo>
                  <a:pt x="3298582" y="163736"/>
                  <a:pt x="3298582" y="155916"/>
                  <a:pt x="3298582" y="155916"/>
                </a:cubicBezTo>
                <a:close/>
                <a:moveTo>
                  <a:pt x="1884531" y="148097"/>
                </a:moveTo>
                <a:cubicBezTo>
                  <a:pt x="1884531" y="155916"/>
                  <a:pt x="1884531" y="163736"/>
                  <a:pt x="1892351" y="163736"/>
                </a:cubicBezTo>
                <a:cubicBezTo>
                  <a:pt x="1892351" y="155916"/>
                  <a:pt x="1892351" y="155916"/>
                  <a:pt x="1884531" y="148097"/>
                </a:cubicBezTo>
                <a:close/>
                <a:moveTo>
                  <a:pt x="2078198" y="148097"/>
                </a:moveTo>
                <a:cubicBezTo>
                  <a:pt x="2070117" y="148097"/>
                  <a:pt x="2062037" y="156134"/>
                  <a:pt x="2053957" y="156134"/>
                </a:cubicBezTo>
                <a:cubicBezTo>
                  <a:pt x="2053957" y="188281"/>
                  <a:pt x="2078198" y="196318"/>
                  <a:pt x="2094359" y="180245"/>
                </a:cubicBezTo>
                <a:cubicBezTo>
                  <a:pt x="2094359" y="164170"/>
                  <a:pt x="2094359" y="156134"/>
                  <a:pt x="2078198" y="148097"/>
                </a:cubicBezTo>
                <a:close/>
                <a:moveTo>
                  <a:pt x="2515784" y="143875"/>
                </a:moveTo>
                <a:cubicBezTo>
                  <a:pt x="2507659" y="143100"/>
                  <a:pt x="2498373" y="149291"/>
                  <a:pt x="2498373" y="155482"/>
                </a:cubicBezTo>
                <a:cubicBezTo>
                  <a:pt x="2506627" y="163736"/>
                  <a:pt x="2523136" y="155482"/>
                  <a:pt x="2523136" y="147227"/>
                </a:cubicBezTo>
                <a:cubicBezTo>
                  <a:pt x="2521072" y="145164"/>
                  <a:pt x="2518492" y="144132"/>
                  <a:pt x="2515784" y="143875"/>
                </a:cubicBezTo>
                <a:close/>
                <a:moveTo>
                  <a:pt x="2112686" y="143046"/>
                </a:moveTo>
                <a:cubicBezTo>
                  <a:pt x="2106577" y="141009"/>
                  <a:pt x="2098431" y="143046"/>
                  <a:pt x="2094359" y="147119"/>
                </a:cubicBezTo>
                <a:cubicBezTo>
                  <a:pt x="2094359" y="155265"/>
                  <a:pt x="2102504" y="163410"/>
                  <a:pt x="2102504" y="171556"/>
                </a:cubicBezTo>
                <a:cubicBezTo>
                  <a:pt x="2110650" y="171556"/>
                  <a:pt x="2110650" y="163410"/>
                  <a:pt x="2118795" y="163410"/>
                </a:cubicBezTo>
                <a:cubicBezTo>
                  <a:pt x="2122868" y="151192"/>
                  <a:pt x="2118795" y="145082"/>
                  <a:pt x="2112686" y="143046"/>
                </a:cubicBezTo>
                <a:close/>
                <a:moveTo>
                  <a:pt x="3816850" y="131154"/>
                </a:moveTo>
                <a:cubicBezTo>
                  <a:pt x="3808597" y="131154"/>
                  <a:pt x="3808597" y="131154"/>
                  <a:pt x="3800342" y="139408"/>
                </a:cubicBezTo>
                <a:cubicBezTo>
                  <a:pt x="3800342" y="147662"/>
                  <a:pt x="3808597" y="155916"/>
                  <a:pt x="3825104" y="147662"/>
                </a:cubicBezTo>
                <a:cubicBezTo>
                  <a:pt x="3825104" y="139408"/>
                  <a:pt x="3816850" y="139408"/>
                  <a:pt x="3816850" y="131154"/>
                </a:cubicBezTo>
                <a:close/>
                <a:moveTo>
                  <a:pt x="2213500" y="125615"/>
                </a:moveTo>
                <a:cubicBezTo>
                  <a:pt x="2205245" y="127635"/>
                  <a:pt x="2199055" y="135715"/>
                  <a:pt x="2199055" y="147836"/>
                </a:cubicBezTo>
                <a:cubicBezTo>
                  <a:pt x="2190801" y="163996"/>
                  <a:pt x="2215563" y="172076"/>
                  <a:pt x="2207309" y="188237"/>
                </a:cubicBezTo>
                <a:cubicBezTo>
                  <a:pt x="2215563" y="188237"/>
                  <a:pt x="2215563" y="196317"/>
                  <a:pt x="2223817" y="188237"/>
                </a:cubicBezTo>
                <a:cubicBezTo>
                  <a:pt x="2232071" y="172076"/>
                  <a:pt x="2240325" y="163996"/>
                  <a:pt x="2240325" y="139755"/>
                </a:cubicBezTo>
                <a:cubicBezTo>
                  <a:pt x="2232071" y="127635"/>
                  <a:pt x="2221753" y="123594"/>
                  <a:pt x="2213500" y="125615"/>
                </a:cubicBezTo>
                <a:close/>
                <a:moveTo>
                  <a:pt x="2417570" y="123334"/>
                </a:moveTo>
                <a:cubicBezTo>
                  <a:pt x="2417570" y="131154"/>
                  <a:pt x="2417570" y="131154"/>
                  <a:pt x="2417570" y="138973"/>
                </a:cubicBezTo>
                <a:cubicBezTo>
                  <a:pt x="2417570" y="138973"/>
                  <a:pt x="2425390" y="138973"/>
                  <a:pt x="2425390" y="138973"/>
                </a:cubicBezTo>
                <a:cubicBezTo>
                  <a:pt x="2425390" y="131154"/>
                  <a:pt x="2425390" y="123334"/>
                  <a:pt x="2417570" y="123334"/>
                </a:cubicBezTo>
                <a:close/>
                <a:moveTo>
                  <a:pt x="2951912" y="123334"/>
                </a:moveTo>
                <a:cubicBezTo>
                  <a:pt x="2943657" y="123334"/>
                  <a:pt x="2927149" y="131588"/>
                  <a:pt x="2935403" y="148097"/>
                </a:cubicBezTo>
                <a:cubicBezTo>
                  <a:pt x="2951912" y="148097"/>
                  <a:pt x="2951912" y="131588"/>
                  <a:pt x="2951912" y="123334"/>
                </a:cubicBezTo>
                <a:close/>
                <a:moveTo>
                  <a:pt x="2100224" y="114537"/>
                </a:moveTo>
                <a:cubicBezTo>
                  <a:pt x="2096313" y="117469"/>
                  <a:pt x="2094359" y="123334"/>
                  <a:pt x="2094359" y="131154"/>
                </a:cubicBezTo>
                <a:cubicBezTo>
                  <a:pt x="2109998" y="131154"/>
                  <a:pt x="2117818" y="131154"/>
                  <a:pt x="2117818" y="115515"/>
                </a:cubicBezTo>
                <a:cubicBezTo>
                  <a:pt x="2109998" y="111604"/>
                  <a:pt x="2104133" y="111604"/>
                  <a:pt x="2100224" y="114537"/>
                </a:cubicBezTo>
                <a:close/>
                <a:moveTo>
                  <a:pt x="2032128" y="110627"/>
                </a:moveTo>
                <a:cubicBezTo>
                  <a:pt x="2029195" y="109650"/>
                  <a:pt x="2025285" y="111604"/>
                  <a:pt x="2021375" y="115515"/>
                </a:cubicBezTo>
                <a:cubicBezTo>
                  <a:pt x="2021375" y="123334"/>
                  <a:pt x="2029195" y="131154"/>
                  <a:pt x="2037015" y="123334"/>
                </a:cubicBezTo>
                <a:cubicBezTo>
                  <a:pt x="2037015" y="115515"/>
                  <a:pt x="2035060" y="111604"/>
                  <a:pt x="2032128" y="110627"/>
                </a:cubicBezTo>
                <a:close/>
                <a:moveTo>
                  <a:pt x="1890560" y="82241"/>
                </a:moveTo>
                <a:cubicBezTo>
                  <a:pt x="1883489" y="85295"/>
                  <a:pt x="1879449" y="91405"/>
                  <a:pt x="1883489" y="99550"/>
                </a:cubicBezTo>
                <a:cubicBezTo>
                  <a:pt x="1891570" y="107696"/>
                  <a:pt x="1915811" y="99550"/>
                  <a:pt x="1915811" y="83259"/>
                </a:cubicBezTo>
                <a:cubicBezTo>
                  <a:pt x="1907730" y="79186"/>
                  <a:pt x="1897630" y="79186"/>
                  <a:pt x="1890560" y="82241"/>
                </a:cubicBezTo>
                <a:close/>
                <a:moveTo>
                  <a:pt x="1834029" y="80978"/>
                </a:moveTo>
                <a:cubicBezTo>
                  <a:pt x="1833052" y="79023"/>
                  <a:pt x="1831097" y="79023"/>
                  <a:pt x="1827187" y="82933"/>
                </a:cubicBezTo>
                <a:cubicBezTo>
                  <a:pt x="1827187" y="82933"/>
                  <a:pt x="1819368" y="82933"/>
                  <a:pt x="1819368" y="90753"/>
                </a:cubicBezTo>
                <a:cubicBezTo>
                  <a:pt x="1827187" y="90753"/>
                  <a:pt x="1827187" y="98572"/>
                  <a:pt x="1835007" y="90753"/>
                </a:cubicBezTo>
                <a:cubicBezTo>
                  <a:pt x="1835007" y="86843"/>
                  <a:pt x="1835007" y="82933"/>
                  <a:pt x="1834029" y="80978"/>
                </a:cubicBezTo>
                <a:close/>
                <a:moveTo>
                  <a:pt x="1991678" y="73159"/>
                </a:moveTo>
                <a:cubicBezTo>
                  <a:pt x="1988712" y="72670"/>
                  <a:pt x="1985101" y="73159"/>
                  <a:pt x="1980974" y="75114"/>
                </a:cubicBezTo>
                <a:cubicBezTo>
                  <a:pt x="1980974" y="82933"/>
                  <a:pt x="1989228" y="82933"/>
                  <a:pt x="1997481" y="90753"/>
                </a:cubicBezTo>
                <a:cubicBezTo>
                  <a:pt x="2003672" y="84888"/>
                  <a:pt x="2000577" y="74625"/>
                  <a:pt x="1991678" y="73159"/>
                </a:cubicBezTo>
                <a:close/>
                <a:moveTo>
                  <a:pt x="2555065" y="67294"/>
                </a:moveTo>
                <a:cubicBezTo>
                  <a:pt x="2555065" y="67294"/>
                  <a:pt x="2546594" y="67294"/>
                  <a:pt x="2546594" y="67294"/>
                </a:cubicBezTo>
                <a:cubicBezTo>
                  <a:pt x="2546594" y="67294"/>
                  <a:pt x="2546594" y="75114"/>
                  <a:pt x="2546594" y="82933"/>
                </a:cubicBezTo>
                <a:cubicBezTo>
                  <a:pt x="2546594" y="75114"/>
                  <a:pt x="2546594" y="82933"/>
                  <a:pt x="2555065" y="82933"/>
                </a:cubicBezTo>
                <a:cubicBezTo>
                  <a:pt x="2563537" y="75114"/>
                  <a:pt x="2563537" y="67294"/>
                  <a:pt x="2555065" y="67294"/>
                </a:cubicBezTo>
                <a:close/>
                <a:moveTo>
                  <a:pt x="3048354" y="67294"/>
                </a:moveTo>
                <a:cubicBezTo>
                  <a:pt x="3056499" y="83367"/>
                  <a:pt x="3064645" y="107478"/>
                  <a:pt x="3080936" y="115515"/>
                </a:cubicBezTo>
                <a:cubicBezTo>
                  <a:pt x="3072791" y="99442"/>
                  <a:pt x="3064645" y="83367"/>
                  <a:pt x="3048354" y="67294"/>
                </a:cubicBezTo>
                <a:close/>
                <a:moveTo>
                  <a:pt x="2241649" y="55252"/>
                </a:moveTo>
                <a:cubicBezTo>
                  <a:pt x="2235844" y="54478"/>
                  <a:pt x="2231202" y="60669"/>
                  <a:pt x="2231202" y="66860"/>
                </a:cubicBezTo>
                <a:cubicBezTo>
                  <a:pt x="2239456" y="75114"/>
                  <a:pt x="2255964" y="66860"/>
                  <a:pt x="2247710" y="58605"/>
                </a:cubicBezTo>
                <a:cubicBezTo>
                  <a:pt x="2245647" y="56542"/>
                  <a:pt x="2243583" y="55510"/>
                  <a:pt x="2241649" y="55252"/>
                </a:cubicBezTo>
                <a:close/>
                <a:moveTo>
                  <a:pt x="2334731" y="47721"/>
                </a:moveTo>
                <a:cubicBezTo>
                  <a:pt x="2322512" y="44719"/>
                  <a:pt x="2308258" y="50724"/>
                  <a:pt x="2312331" y="66735"/>
                </a:cubicBezTo>
                <a:cubicBezTo>
                  <a:pt x="2312331" y="82747"/>
                  <a:pt x="2328621" y="90753"/>
                  <a:pt x="2344912" y="82747"/>
                </a:cubicBezTo>
                <a:cubicBezTo>
                  <a:pt x="2357130" y="62732"/>
                  <a:pt x="2346949" y="50724"/>
                  <a:pt x="2334731" y="47721"/>
                </a:cubicBezTo>
                <a:close/>
                <a:moveTo>
                  <a:pt x="1957983" y="47432"/>
                </a:moveTo>
                <a:cubicBezTo>
                  <a:pt x="1949858" y="46658"/>
                  <a:pt x="1940573" y="52849"/>
                  <a:pt x="1940573" y="59040"/>
                </a:cubicBezTo>
                <a:cubicBezTo>
                  <a:pt x="1957080" y="67294"/>
                  <a:pt x="1965335" y="59040"/>
                  <a:pt x="1965335" y="50785"/>
                </a:cubicBezTo>
                <a:cubicBezTo>
                  <a:pt x="1963271" y="48722"/>
                  <a:pt x="1960692" y="47690"/>
                  <a:pt x="1957983" y="47432"/>
                </a:cubicBezTo>
                <a:close/>
                <a:moveTo>
                  <a:pt x="2013121" y="26892"/>
                </a:moveTo>
                <a:cubicBezTo>
                  <a:pt x="2004867" y="26892"/>
                  <a:pt x="1996613" y="34712"/>
                  <a:pt x="1996613" y="42531"/>
                </a:cubicBezTo>
                <a:cubicBezTo>
                  <a:pt x="1996613" y="50351"/>
                  <a:pt x="2013121" y="50351"/>
                  <a:pt x="2021375" y="42531"/>
                </a:cubicBezTo>
                <a:cubicBezTo>
                  <a:pt x="2021375" y="42531"/>
                  <a:pt x="2021375" y="34712"/>
                  <a:pt x="2013121" y="26892"/>
                </a:cubicBezTo>
                <a:close/>
                <a:moveTo>
                  <a:pt x="1853076" y="19677"/>
                </a:moveTo>
                <a:cubicBezTo>
                  <a:pt x="1849395" y="18494"/>
                  <a:pt x="1845550" y="18424"/>
                  <a:pt x="1842358" y="19837"/>
                </a:cubicBezTo>
                <a:cubicBezTo>
                  <a:pt x="1838102" y="21720"/>
                  <a:pt x="1835007" y="26241"/>
                  <a:pt x="1835007" y="34278"/>
                </a:cubicBezTo>
                <a:cubicBezTo>
                  <a:pt x="1843261" y="42315"/>
                  <a:pt x="1843261" y="50352"/>
                  <a:pt x="1859769" y="50352"/>
                </a:cubicBezTo>
                <a:cubicBezTo>
                  <a:pt x="1873698" y="36790"/>
                  <a:pt x="1864122" y="23227"/>
                  <a:pt x="1853076" y="19677"/>
                </a:cubicBezTo>
                <a:close/>
                <a:moveTo>
                  <a:pt x="3169558" y="9950"/>
                </a:moveTo>
                <a:cubicBezTo>
                  <a:pt x="3161738" y="26241"/>
                  <a:pt x="3177377" y="42532"/>
                  <a:pt x="3185197" y="26241"/>
                </a:cubicBezTo>
                <a:cubicBezTo>
                  <a:pt x="3185197" y="26241"/>
                  <a:pt x="3185197" y="9950"/>
                  <a:pt x="3169558" y="9950"/>
                </a:cubicBezTo>
                <a:close/>
                <a:moveTo>
                  <a:pt x="3767760" y="9950"/>
                </a:moveTo>
                <a:cubicBezTo>
                  <a:pt x="3759941" y="18204"/>
                  <a:pt x="3752121" y="18204"/>
                  <a:pt x="3752121" y="34713"/>
                </a:cubicBezTo>
                <a:cubicBezTo>
                  <a:pt x="3759941" y="34713"/>
                  <a:pt x="3775580" y="18204"/>
                  <a:pt x="3767760" y="9950"/>
                </a:cubicBezTo>
                <a:close/>
                <a:moveTo>
                  <a:pt x="3566853" y="176"/>
                </a:moveTo>
                <a:cubicBezTo>
                  <a:pt x="3564776" y="-314"/>
                  <a:pt x="3561843" y="176"/>
                  <a:pt x="3557933" y="2130"/>
                </a:cubicBezTo>
                <a:cubicBezTo>
                  <a:pt x="3550114" y="9950"/>
                  <a:pt x="3565753" y="9950"/>
                  <a:pt x="3565753" y="17770"/>
                </a:cubicBezTo>
                <a:cubicBezTo>
                  <a:pt x="3571618" y="11905"/>
                  <a:pt x="3573084" y="1642"/>
                  <a:pt x="3566853" y="17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</a:p>
        </p:txBody>
      </p:sp>
      <p:sp>
        <p:nvSpPr>
          <p:cNvPr id="264" name="ïšļíḓe"/>
          <p:cNvSpPr/>
          <p:nvPr userDrawn="1"/>
        </p:nvSpPr>
        <p:spPr bwMode="auto">
          <a:xfrm flipH="1">
            <a:off x="7982686" y="1607448"/>
            <a:ext cx="640059" cy="873478"/>
          </a:xfrm>
          <a:custGeom>
            <a:avLst/>
            <a:gdLst>
              <a:gd name="connsiteX0" fmla="*/ 20429 w 779648"/>
              <a:gd name="connsiteY0" fmla="*/ 1031379 h 1063973"/>
              <a:gd name="connsiteX1" fmla="*/ 26713 w 779648"/>
              <a:gd name="connsiteY1" fmla="*/ 1043781 h 1063973"/>
              <a:gd name="connsiteX2" fmla="*/ 16658 w 779648"/>
              <a:gd name="connsiteY2" fmla="*/ 1063625 h 1063973"/>
              <a:gd name="connsiteX3" fmla="*/ 6604 w 779648"/>
              <a:gd name="connsiteY3" fmla="*/ 1033859 h 1063973"/>
              <a:gd name="connsiteX4" fmla="*/ 20429 w 779648"/>
              <a:gd name="connsiteY4" fmla="*/ 1031379 h 1063973"/>
              <a:gd name="connsiteX5" fmla="*/ 301990 w 779648"/>
              <a:gd name="connsiteY5" fmla="*/ 1010895 h 1063973"/>
              <a:gd name="connsiteX6" fmla="*/ 292354 w 779648"/>
              <a:gd name="connsiteY6" fmla="*/ 1063337 h 1063973"/>
              <a:gd name="connsiteX7" fmla="*/ 282564 w 779648"/>
              <a:gd name="connsiteY7" fmla="*/ 1033896 h 1063973"/>
              <a:gd name="connsiteX8" fmla="*/ 301990 w 779648"/>
              <a:gd name="connsiteY8" fmla="*/ 1010895 h 1063973"/>
              <a:gd name="connsiteX9" fmla="*/ 617262 w 779648"/>
              <a:gd name="connsiteY9" fmla="*/ 806450 h 1063973"/>
              <a:gd name="connsiteX10" fmla="*/ 637371 w 779648"/>
              <a:gd name="connsiteY10" fmla="*/ 806450 h 1063973"/>
              <a:gd name="connsiteX11" fmla="*/ 637371 w 779648"/>
              <a:gd name="connsiteY11" fmla="*/ 827088 h 1063973"/>
              <a:gd name="connsiteX12" fmla="*/ 617262 w 779648"/>
              <a:gd name="connsiteY12" fmla="*/ 806450 h 1063973"/>
              <a:gd name="connsiteX13" fmla="*/ 656723 w 779648"/>
              <a:gd name="connsiteY13" fmla="*/ 748109 h 1063973"/>
              <a:gd name="connsiteX14" fmla="*/ 666475 w 779648"/>
              <a:gd name="connsiteY14" fmla="*/ 787797 h 1063973"/>
              <a:gd name="connsiteX15" fmla="*/ 656723 w 779648"/>
              <a:gd name="connsiteY15" fmla="*/ 748109 h 1063973"/>
              <a:gd name="connsiteX16" fmla="*/ 352150 w 779648"/>
              <a:gd name="connsiteY16" fmla="*/ 679450 h 1063973"/>
              <a:gd name="connsiteX17" fmla="*/ 371200 w 779648"/>
              <a:gd name="connsiteY17" fmla="*/ 698500 h 1063973"/>
              <a:gd name="connsiteX18" fmla="*/ 352150 w 779648"/>
              <a:gd name="connsiteY18" fmla="*/ 679450 h 1063973"/>
              <a:gd name="connsiteX19" fmla="*/ 554754 w 779648"/>
              <a:gd name="connsiteY19" fmla="*/ 196503 h 1063973"/>
              <a:gd name="connsiteX20" fmla="*/ 617262 w 779648"/>
              <a:gd name="connsiteY20" fmla="*/ 246063 h 1063973"/>
              <a:gd name="connsiteX21" fmla="*/ 528362 w 779648"/>
              <a:gd name="connsiteY21" fmla="*/ 197114 h 1063973"/>
              <a:gd name="connsiteX22" fmla="*/ 554754 w 779648"/>
              <a:gd name="connsiteY22" fmla="*/ 196503 h 1063973"/>
              <a:gd name="connsiteX23" fmla="*/ 765430 w 779648"/>
              <a:gd name="connsiteY23" fmla="*/ 150150 h 1063973"/>
              <a:gd name="connsiteX24" fmla="*/ 775484 w 779648"/>
              <a:gd name="connsiteY24" fmla="*/ 157691 h 1063973"/>
              <a:gd name="connsiteX25" fmla="*/ 765430 w 779648"/>
              <a:gd name="connsiteY25" fmla="*/ 177800 h 1063973"/>
              <a:gd name="connsiteX26" fmla="*/ 755375 w 779648"/>
              <a:gd name="connsiteY26" fmla="*/ 157691 h 1063973"/>
              <a:gd name="connsiteX27" fmla="*/ 765430 w 779648"/>
              <a:gd name="connsiteY27" fmla="*/ 150150 h 1063973"/>
              <a:gd name="connsiteX28" fmla="*/ 174350 w 779648"/>
              <a:gd name="connsiteY28" fmla="*/ 0 h 1063973"/>
              <a:gd name="connsiteX29" fmla="*/ 183875 w 779648"/>
              <a:gd name="connsiteY29" fmla="*/ 19050 h 1063973"/>
              <a:gd name="connsiteX30" fmla="*/ 174350 w 779648"/>
              <a:gd name="connsiteY30" fmla="*/ 0 h 1063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79648" h="1063973">
                <a:moveTo>
                  <a:pt x="20429" y="1031379"/>
                </a:moveTo>
                <a:cubicBezTo>
                  <a:pt x="24199" y="1033859"/>
                  <a:pt x="26713" y="1038820"/>
                  <a:pt x="26713" y="1043781"/>
                </a:cubicBezTo>
                <a:cubicBezTo>
                  <a:pt x="26713" y="1053703"/>
                  <a:pt x="26713" y="1063625"/>
                  <a:pt x="16658" y="1063625"/>
                </a:cubicBezTo>
                <a:cubicBezTo>
                  <a:pt x="-3450" y="1063625"/>
                  <a:pt x="-3450" y="1043781"/>
                  <a:pt x="6604" y="1033859"/>
                </a:cubicBezTo>
                <a:cubicBezTo>
                  <a:pt x="11631" y="1028898"/>
                  <a:pt x="16658" y="1028898"/>
                  <a:pt x="20429" y="1031379"/>
                </a:cubicBezTo>
                <a:close/>
                <a:moveTo>
                  <a:pt x="301990" y="1010895"/>
                </a:moveTo>
                <a:cubicBezTo>
                  <a:pt x="329065" y="1011815"/>
                  <a:pt x="365776" y="1070697"/>
                  <a:pt x="292354" y="1063337"/>
                </a:cubicBezTo>
                <a:cubicBezTo>
                  <a:pt x="292354" y="1043709"/>
                  <a:pt x="272775" y="1043709"/>
                  <a:pt x="282564" y="1033896"/>
                </a:cubicBezTo>
                <a:cubicBezTo>
                  <a:pt x="285012" y="1016722"/>
                  <a:pt x="292966" y="1010588"/>
                  <a:pt x="301990" y="1010895"/>
                </a:cubicBezTo>
                <a:close/>
                <a:moveTo>
                  <a:pt x="617262" y="806450"/>
                </a:moveTo>
                <a:cubicBezTo>
                  <a:pt x="627317" y="806450"/>
                  <a:pt x="637371" y="806450"/>
                  <a:pt x="637371" y="806450"/>
                </a:cubicBezTo>
                <a:cubicBezTo>
                  <a:pt x="637371" y="806450"/>
                  <a:pt x="647425" y="816769"/>
                  <a:pt x="637371" y="827088"/>
                </a:cubicBezTo>
                <a:cubicBezTo>
                  <a:pt x="637371" y="827088"/>
                  <a:pt x="617262" y="816769"/>
                  <a:pt x="617262" y="806450"/>
                </a:cubicBezTo>
                <a:close/>
                <a:moveTo>
                  <a:pt x="656723" y="748109"/>
                </a:moveTo>
                <a:cubicBezTo>
                  <a:pt x="656723" y="758031"/>
                  <a:pt x="666475" y="767953"/>
                  <a:pt x="666475" y="787797"/>
                </a:cubicBezTo>
                <a:cubicBezTo>
                  <a:pt x="627468" y="817562"/>
                  <a:pt x="598212" y="738187"/>
                  <a:pt x="656723" y="748109"/>
                </a:cubicBezTo>
                <a:close/>
                <a:moveTo>
                  <a:pt x="352150" y="679450"/>
                </a:moveTo>
                <a:cubicBezTo>
                  <a:pt x="371200" y="679450"/>
                  <a:pt x="371200" y="688975"/>
                  <a:pt x="371200" y="698500"/>
                </a:cubicBezTo>
                <a:cubicBezTo>
                  <a:pt x="352150" y="708025"/>
                  <a:pt x="352150" y="688975"/>
                  <a:pt x="352150" y="679450"/>
                </a:cubicBezTo>
                <a:close/>
                <a:moveTo>
                  <a:pt x="554754" y="196503"/>
                </a:moveTo>
                <a:cubicBezTo>
                  <a:pt x="583924" y="202009"/>
                  <a:pt x="617262" y="224036"/>
                  <a:pt x="617262" y="246063"/>
                </a:cubicBezTo>
                <a:cubicBezTo>
                  <a:pt x="587628" y="236273"/>
                  <a:pt x="548117" y="226483"/>
                  <a:pt x="528362" y="197114"/>
                </a:cubicBezTo>
                <a:cubicBezTo>
                  <a:pt x="535770" y="194667"/>
                  <a:pt x="545031" y="194667"/>
                  <a:pt x="554754" y="196503"/>
                </a:cubicBezTo>
                <a:close/>
                <a:moveTo>
                  <a:pt x="765430" y="150150"/>
                </a:moveTo>
                <a:cubicBezTo>
                  <a:pt x="767943" y="150150"/>
                  <a:pt x="770457" y="152664"/>
                  <a:pt x="775484" y="157691"/>
                </a:cubicBezTo>
                <a:cubicBezTo>
                  <a:pt x="785538" y="167745"/>
                  <a:pt x="775484" y="177800"/>
                  <a:pt x="765430" y="177800"/>
                </a:cubicBezTo>
                <a:cubicBezTo>
                  <a:pt x="755375" y="177800"/>
                  <a:pt x="755375" y="167745"/>
                  <a:pt x="755375" y="157691"/>
                </a:cubicBezTo>
                <a:cubicBezTo>
                  <a:pt x="760403" y="152664"/>
                  <a:pt x="762916" y="150150"/>
                  <a:pt x="765430" y="150150"/>
                </a:cubicBezTo>
                <a:close/>
                <a:moveTo>
                  <a:pt x="174350" y="0"/>
                </a:moveTo>
                <a:cubicBezTo>
                  <a:pt x="183875" y="0"/>
                  <a:pt x="183875" y="9525"/>
                  <a:pt x="183875" y="19050"/>
                </a:cubicBezTo>
                <a:cubicBezTo>
                  <a:pt x="174350" y="9525"/>
                  <a:pt x="164825" y="9525"/>
                  <a:pt x="17435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grpSp>
        <p:nvGrpSpPr>
          <p:cNvPr id="268" name="675965cf-ac6f-497e-b57c-73e50b9e96a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7"/>
            </p:custDataLst>
          </p:nvPr>
        </p:nvGrpSpPr>
        <p:grpSpPr>
          <a:xfrm>
            <a:off x="695014" y="563015"/>
            <a:ext cx="2068782" cy="581798"/>
            <a:chOff x="2805112" y="2505075"/>
            <a:chExt cx="6580822" cy="1850706"/>
          </a:xfrm>
          <a:solidFill>
            <a:schemeClr val="accent1"/>
          </a:solidFill>
        </p:grpSpPr>
        <p:sp>
          <p:nvSpPr>
            <p:cNvPr id="269" name="ïSḷíḓe"/>
            <p:cNvSpPr/>
            <p:nvPr/>
          </p:nvSpPr>
          <p:spPr>
            <a:xfrm>
              <a:off x="2805112" y="2505075"/>
              <a:ext cx="1849754" cy="1850706"/>
            </a:xfrm>
            <a:custGeom>
              <a:avLst/>
              <a:gdLst>
                <a:gd name="connsiteX0" fmla="*/ 807720 w 1849755"/>
                <a:gd name="connsiteY0" fmla="*/ 1710690 h 1850707"/>
                <a:gd name="connsiteX1" fmla="*/ 789622 w 1849755"/>
                <a:gd name="connsiteY1" fmla="*/ 1733550 h 1850707"/>
                <a:gd name="connsiteX2" fmla="*/ 791527 w 1849755"/>
                <a:gd name="connsiteY2" fmla="*/ 1747837 h 1850707"/>
                <a:gd name="connsiteX3" fmla="*/ 812482 w 1849755"/>
                <a:gd name="connsiteY3" fmla="*/ 1763077 h 1850707"/>
                <a:gd name="connsiteX4" fmla="*/ 829627 w 1849755"/>
                <a:gd name="connsiteY4" fmla="*/ 1759267 h 1850707"/>
                <a:gd name="connsiteX5" fmla="*/ 838200 w 1849755"/>
                <a:gd name="connsiteY5" fmla="*/ 1744027 h 1850707"/>
                <a:gd name="connsiteX6" fmla="*/ 827722 w 1849755"/>
                <a:gd name="connsiteY6" fmla="*/ 1722120 h 1850707"/>
                <a:gd name="connsiteX7" fmla="*/ 810577 w 1849755"/>
                <a:gd name="connsiteY7" fmla="*/ 1711642 h 1850707"/>
                <a:gd name="connsiteX8" fmla="*/ 1232535 w 1849755"/>
                <a:gd name="connsiteY8" fmla="*/ 1657350 h 1850707"/>
                <a:gd name="connsiteX9" fmla="*/ 1229678 w 1849755"/>
                <a:gd name="connsiteY9" fmla="*/ 1685925 h 1850707"/>
                <a:gd name="connsiteX10" fmla="*/ 1238250 w 1849755"/>
                <a:gd name="connsiteY10" fmla="*/ 1697355 h 1850707"/>
                <a:gd name="connsiteX11" fmla="*/ 1263968 w 1849755"/>
                <a:gd name="connsiteY11" fmla="*/ 1699260 h 1850707"/>
                <a:gd name="connsiteX12" fmla="*/ 1276350 w 1849755"/>
                <a:gd name="connsiteY12" fmla="*/ 1686878 h 1850707"/>
                <a:gd name="connsiteX13" fmla="*/ 1275397 w 1849755"/>
                <a:gd name="connsiteY13" fmla="*/ 1670685 h 1850707"/>
                <a:gd name="connsiteX14" fmla="*/ 1255395 w 1849755"/>
                <a:gd name="connsiteY14" fmla="*/ 1657350 h 1850707"/>
                <a:gd name="connsiteX15" fmla="*/ 1235393 w 1849755"/>
                <a:gd name="connsiteY15" fmla="*/ 1657350 h 1850707"/>
                <a:gd name="connsiteX16" fmla="*/ 1024890 w 1849755"/>
                <a:gd name="connsiteY16" fmla="*/ 1654493 h 1850707"/>
                <a:gd name="connsiteX17" fmla="*/ 1010602 w 1849755"/>
                <a:gd name="connsiteY17" fmla="*/ 1667828 h 1850707"/>
                <a:gd name="connsiteX18" fmla="*/ 1010602 w 1849755"/>
                <a:gd name="connsiteY18" fmla="*/ 1683068 h 1850707"/>
                <a:gd name="connsiteX19" fmla="*/ 1019175 w 1849755"/>
                <a:gd name="connsiteY19" fmla="*/ 1704023 h 1850707"/>
                <a:gd name="connsiteX20" fmla="*/ 1035367 w 1849755"/>
                <a:gd name="connsiteY20" fmla="*/ 1708785 h 1850707"/>
                <a:gd name="connsiteX21" fmla="*/ 1049655 w 1849755"/>
                <a:gd name="connsiteY21" fmla="*/ 1697355 h 1850707"/>
                <a:gd name="connsiteX22" fmla="*/ 1049655 w 1849755"/>
                <a:gd name="connsiteY22" fmla="*/ 1684020 h 1850707"/>
                <a:gd name="connsiteX23" fmla="*/ 1041082 w 1849755"/>
                <a:gd name="connsiteY23" fmla="*/ 1660208 h 1850707"/>
                <a:gd name="connsiteX24" fmla="*/ 1024890 w 1849755"/>
                <a:gd name="connsiteY24" fmla="*/ 1654493 h 1850707"/>
                <a:gd name="connsiteX25" fmla="*/ 827722 w 1849755"/>
                <a:gd name="connsiteY25" fmla="*/ 1653540 h 1850707"/>
                <a:gd name="connsiteX26" fmla="*/ 812482 w 1849755"/>
                <a:gd name="connsiteY26" fmla="*/ 1656397 h 1850707"/>
                <a:gd name="connsiteX27" fmla="*/ 805815 w 1849755"/>
                <a:gd name="connsiteY27" fmla="*/ 1667827 h 1850707"/>
                <a:gd name="connsiteX28" fmla="*/ 810577 w 1849755"/>
                <a:gd name="connsiteY28" fmla="*/ 1681162 h 1850707"/>
                <a:gd name="connsiteX29" fmla="*/ 820102 w 1849755"/>
                <a:gd name="connsiteY29" fmla="*/ 1688782 h 1850707"/>
                <a:gd name="connsiteX30" fmla="*/ 826770 w 1849755"/>
                <a:gd name="connsiteY30" fmla="*/ 1692592 h 1850707"/>
                <a:gd name="connsiteX31" fmla="*/ 831532 w 1849755"/>
                <a:gd name="connsiteY31" fmla="*/ 1695450 h 1850707"/>
                <a:gd name="connsiteX32" fmla="*/ 846772 w 1849755"/>
                <a:gd name="connsiteY32" fmla="*/ 1676400 h 1850707"/>
                <a:gd name="connsiteX33" fmla="*/ 842962 w 1849755"/>
                <a:gd name="connsiteY33" fmla="*/ 1661160 h 1850707"/>
                <a:gd name="connsiteX34" fmla="*/ 827722 w 1849755"/>
                <a:gd name="connsiteY34" fmla="*/ 1653540 h 1850707"/>
                <a:gd name="connsiteX35" fmla="*/ 831532 w 1849755"/>
                <a:gd name="connsiteY35" fmla="*/ 1644967 h 1850707"/>
                <a:gd name="connsiteX36" fmla="*/ 858202 w 1849755"/>
                <a:gd name="connsiteY36" fmla="*/ 1656397 h 1850707"/>
                <a:gd name="connsiteX37" fmla="*/ 864870 w 1849755"/>
                <a:gd name="connsiteY37" fmla="*/ 1677352 h 1850707"/>
                <a:gd name="connsiteX38" fmla="*/ 842010 w 1849755"/>
                <a:gd name="connsiteY38" fmla="*/ 1701165 h 1850707"/>
                <a:gd name="connsiteX39" fmla="*/ 860107 w 1849755"/>
                <a:gd name="connsiteY39" fmla="*/ 1717357 h 1850707"/>
                <a:gd name="connsiteX40" fmla="*/ 862012 w 1849755"/>
                <a:gd name="connsiteY40" fmla="*/ 1736407 h 1850707"/>
                <a:gd name="connsiteX41" fmla="*/ 855345 w 1849755"/>
                <a:gd name="connsiteY41" fmla="*/ 1754505 h 1850707"/>
                <a:gd name="connsiteX42" fmla="*/ 825817 w 1849755"/>
                <a:gd name="connsiteY42" fmla="*/ 1772602 h 1850707"/>
                <a:gd name="connsiteX43" fmla="*/ 807720 w 1849755"/>
                <a:gd name="connsiteY43" fmla="*/ 1772602 h 1850707"/>
                <a:gd name="connsiteX44" fmla="*/ 774382 w 1849755"/>
                <a:gd name="connsiteY44" fmla="*/ 1752600 h 1850707"/>
                <a:gd name="connsiteX45" fmla="*/ 771525 w 1849755"/>
                <a:gd name="connsiteY45" fmla="*/ 1733550 h 1850707"/>
                <a:gd name="connsiteX46" fmla="*/ 784860 w 1849755"/>
                <a:gd name="connsiteY46" fmla="*/ 1712595 h 1850707"/>
                <a:gd name="connsiteX47" fmla="*/ 800100 w 1849755"/>
                <a:gd name="connsiteY47" fmla="*/ 1705927 h 1850707"/>
                <a:gd name="connsiteX48" fmla="*/ 783907 w 1849755"/>
                <a:gd name="connsiteY48" fmla="*/ 1674495 h 1850707"/>
                <a:gd name="connsiteX49" fmla="*/ 809625 w 1849755"/>
                <a:gd name="connsiteY49" fmla="*/ 1645920 h 1850707"/>
                <a:gd name="connsiteX50" fmla="*/ 831532 w 1849755"/>
                <a:gd name="connsiteY50" fmla="*/ 1644967 h 1850707"/>
                <a:gd name="connsiteX51" fmla="*/ 1028700 w 1849755"/>
                <a:gd name="connsiteY51" fmla="*/ 1644015 h 1850707"/>
                <a:gd name="connsiteX52" fmla="*/ 1070610 w 1849755"/>
                <a:gd name="connsiteY52" fmla="*/ 1661160 h 1850707"/>
                <a:gd name="connsiteX53" fmla="*/ 1077277 w 1849755"/>
                <a:gd name="connsiteY53" fmla="*/ 1689735 h 1850707"/>
                <a:gd name="connsiteX54" fmla="*/ 1073467 w 1849755"/>
                <a:gd name="connsiteY54" fmla="*/ 1730693 h 1850707"/>
                <a:gd name="connsiteX55" fmla="*/ 1050607 w 1849755"/>
                <a:gd name="connsiteY55" fmla="*/ 1761173 h 1850707"/>
                <a:gd name="connsiteX56" fmla="*/ 1014412 w 1849755"/>
                <a:gd name="connsiteY56" fmla="*/ 1776413 h 1850707"/>
                <a:gd name="connsiteX57" fmla="*/ 1005840 w 1849755"/>
                <a:gd name="connsiteY57" fmla="*/ 1771650 h 1850707"/>
                <a:gd name="connsiteX58" fmla="*/ 1007745 w 1849755"/>
                <a:gd name="connsiteY58" fmla="*/ 1767840 h 1850707"/>
                <a:gd name="connsiteX59" fmla="*/ 1015365 w 1849755"/>
                <a:gd name="connsiteY59" fmla="*/ 1767840 h 1850707"/>
                <a:gd name="connsiteX60" fmla="*/ 1042035 w 1849755"/>
                <a:gd name="connsiteY60" fmla="*/ 1753553 h 1850707"/>
                <a:gd name="connsiteX61" fmla="*/ 1049655 w 1849755"/>
                <a:gd name="connsiteY61" fmla="*/ 1741170 h 1850707"/>
                <a:gd name="connsiteX62" fmla="*/ 1054417 w 1849755"/>
                <a:gd name="connsiteY62" fmla="*/ 1706880 h 1850707"/>
                <a:gd name="connsiteX63" fmla="*/ 1039177 w 1849755"/>
                <a:gd name="connsiteY63" fmla="*/ 1722120 h 1850707"/>
                <a:gd name="connsiteX64" fmla="*/ 1024890 w 1849755"/>
                <a:gd name="connsiteY64" fmla="*/ 1725930 h 1850707"/>
                <a:gd name="connsiteX65" fmla="*/ 1002030 w 1849755"/>
                <a:gd name="connsiteY65" fmla="*/ 1720215 h 1850707"/>
                <a:gd name="connsiteX66" fmla="*/ 989647 w 1849755"/>
                <a:gd name="connsiteY66" fmla="*/ 1695450 h 1850707"/>
                <a:gd name="connsiteX67" fmla="*/ 1004887 w 1849755"/>
                <a:gd name="connsiteY67" fmla="*/ 1653540 h 1850707"/>
                <a:gd name="connsiteX68" fmla="*/ 1028700 w 1849755"/>
                <a:gd name="connsiteY68" fmla="*/ 1644015 h 1850707"/>
                <a:gd name="connsiteX69" fmla="*/ 1236345 w 1849755"/>
                <a:gd name="connsiteY69" fmla="*/ 1598295 h 1850707"/>
                <a:gd name="connsiteX70" fmla="*/ 1219200 w 1849755"/>
                <a:gd name="connsiteY70" fmla="*/ 1600200 h 1850707"/>
                <a:gd name="connsiteX71" fmla="*/ 1207770 w 1849755"/>
                <a:gd name="connsiteY71" fmla="*/ 1610678 h 1850707"/>
                <a:gd name="connsiteX72" fmla="*/ 1207770 w 1849755"/>
                <a:gd name="connsiteY72" fmla="*/ 1624013 h 1850707"/>
                <a:gd name="connsiteX73" fmla="*/ 1219200 w 1849755"/>
                <a:gd name="connsiteY73" fmla="*/ 1633538 h 1850707"/>
                <a:gd name="connsiteX74" fmla="*/ 1230630 w 1849755"/>
                <a:gd name="connsiteY74" fmla="*/ 1634490 h 1850707"/>
                <a:gd name="connsiteX75" fmla="*/ 1238250 w 1849755"/>
                <a:gd name="connsiteY75" fmla="*/ 1634490 h 1850707"/>
                <a:gd name="connsiteX76" fmla="*/ 1243965 w 1849755"/>
                <a:gd name="connsiteY76" fmla="*/ 1634490 h 1850707"/>
                <a:gd name="connsiteX77" fmla="*/ 1247775 w 1849755"/>
                <a:gd name="connsiteY77" fmla="*/ 1608773 h 1850707"/>
                <a:gd name="connsiteX78" fmla="*/ 1236345 w 1849755"/>
                <a:gd name="connsiteY78" fmla="*/ 1598295 h 1850707"/>
                <a:gd name="connsiteX79" fmla="*/ 580073 w 1849755"/>
                <a:gd name="connsiteY79" fmla="*/ 1586865 h 1850707"/>
                <a:gd name="connsiteX80" fmla="*/ 639128 w 1849755"/>
                <a:gd name="connsiteY80" fmla="*/ 1592580 h 1850707"/>
                <a:gd name="connsiteX81" fmla="*/ 640080 w 1849755"/>
                <a:gd name="connsiteY81" fmla="*/ 1594485 h 1850707"/>
                <a:gd name="connsiteX82" fmla="*/ 632460 w 1849755"/>
                <a:gd name="connsiteY82" fmla="*/ 1608772 h 1850707"/>
                <a:gd name="connsiteX83" fmla="*/ 622935 w 1849755"/>
                <a:gd name="connsiteY83" fmla="*/ 1627822 h 1850707"/>
                <a:gd name="connsiteX84" fmla="*/ 607695 w 1849755"/>
                <a:gd name="connsiteY84" fmla="*/ 1660207 h 1850707"/>
                <a:gd name="connsiteX85" fmla="*/ 591503 w 1849755"/>
                <a:gd name="connsiteY85" fmla="*/ 1698307 h 1850707"/>
                <a:gd name="connsiteX86" fmla="*/ 593408 w 1849755"/>
                <a:gd name="connsiteY86" fmla="*/ 1702117 h 1850707"/>
                <a:gd name="connsiteX87" fmla="*/ 608648 w 1849755"/>
                <a:gd name="connsiteY87" fmla="*/ 1710690 h 1850707"/>
                <a:gd name="connsiteX88" fmla="*/ 609600 w 1849755"/>
                <a:gd name="connsiteY88" fmla="*/ 1711642 h 1850707"/>
                <a:gd name="connsiteX89" fmla="*/ 609600 w 1849755"/>
                <a:gd name="connsiteY89" fmla="*/ 1717357 h 1850707"/>
                <a:gd name="connsiteX90" fmla="*/ 608648 w 1849755"/>
                <a:gd name="connsiteY90" fmla="*/ 1718310 h 1850707"/>
                <a:gd name="connsiteX91" fmla="*/ 580073 w 1849755"/>
                <a:gd name="connsiteY91" fmla="*/ 1704975 h 1850707"/>
                <a:gd name="connsiteX92" fmla="*/ 544830 w 1849755"/>
                <a:gd name="connsiteY92" fmla="*/ 1689735 h 1850707"/>
                <a:gd name="connsiteX93" fmla="*/ 543878 w 1849755"/>
                <a:gd name="connsiteY93" fmla="*/ 1688782 h 1850707"/>
                <a:gd name="connsiteX94" fmla="*/ 545783 w 1849755"/>
                <a:gd name="connsiteY94" fmla="*/ 1684020 h 1850707"/>
                <a:gd name="connsiteX95" fmla="*/ 546735 w 1849755"/>
                <a:gd name="connsiteY95" fmla="*/ 1684020 h 1850707"/>
                <a:gd name="connsiteX96" fmla="*/ 555308 w 1849755"/>
                <a:gd name="connsiteY96" fmla="*/ 1686877 h 1850707"/>
                <a:gd name="connsiteX97" fmla="*/ 564833 w 1849755"/>
                <a:gd name="connsiteY97" fmla="*/ 1689735 h 1850707"/>
                <a:gd name="connsiteX98" fmla="*/ 568643 w 1849755"/>
                <a:gd name="connsiteY98" fmla="*/ 1687830 h 1850707"/>
                <a:gd name="connsiteX99" fmla="*/ 584835 w 1849755"/>
                <a:gd name="connsiteY99" fmla="*/ 1656397 h 1850707"/>
                <a:gd name="connsiteX100" fmla="*/ 594360 w 1849755"/>
                <a:gd name="connsiteY100" fmla="*/ 1635442 h 1850707"/>
                <a:gd name="connsiteX101" fmla="*/ 604838 w 1849755"/>
                <a:gd name="connsiteY101" fmla="*/ 1611630 h 1850707"/>
                <a:gd name="connsiteX102" fmla="*/ 607695 w 1849755"/>
                <a:gd name="connsiteY102" fmla="*/ 1604962 h 1850707"/>
                <a:gd name="connsiteX103" fmla="*/ 607695 w 1849755"/>
                <a:gd name="connsiteY103" fmla="*/ 1600200 h 1850707"/>
                <a:gd name="connsiteX104" fmla="*/ 601980 w 1849755"/>
                <a:gd name="connsiteY104" fmla="*/ 1600200 h 1850707"/>
                <a:gd name="connsiteX105" fmla="*/ 578168 w 1849755"/>
                <a:gd name="connsiteY105" fmla="*/ 1600200 h 1850707"/>
                <a:gd name="connsiteX106" fmla="*/ 577215 w 1849755"/>
                <a:gd name="connsiteY106" fmla="*/ 1599247 h 1850707"/>
                <a:gd name="connsiteX107" fmla="*/ 580073 w 1849755"/>
                <a:gd name="connsiteY107" fmla="*/ 1587817 h 1850707"/>
                <a:gd name="connsiteX108" fmla="*/ 1245870 w 1849755"/>
                <a:gd name="connsiteY108" fmla="*/ 1585913 h 1850707"/>
                <a:gd name="connsiteX109" fmla="*/ 1263015 w 1849755"/>
                <a:gd name="connsiteY109" fmla="*/ 1600200 h 1850707"/>
                <a:gd name="connsiteX110" fmla="*/ 1256347 w 1849755"/>
                <a:gd name="connsiteY110" fmla="*/ 1632585 h 1850707"/>
                <a:gd name="connsiteX111" fmla="*/ 1280160 w 1849755"/>
                <a:gd name="connsiteY111" fmla="*/ 1636395 h 1850707"/>
                <a:gd name="connsiteX112" fmla="*/ 1292543 w 1849755"/>
                <a:gd name="connsiteY112" fmla="*/ 1651635 h 1850707"/>
                <a:gd name="connsiteX113" fmla="*/ 1296353 w 1849755"/>
                <a:gd name="connsiteY113" fmla="*/ 1670685 h 1850707"/>
                <a:gd name="connsiteX114" fmla="*/ 1280160 w 1849755"/>
                <a:gd name="connsiteY114" fmla="*/ 1701165 h 1850707"/>
                <a:gd name="connsiteX115" fmla="*/ 1263968 w 1849755"/>
                <a:gd name="connsiteY115" fmla="*/ 1710690 h 1850707"/>
                <a:gd name="connsiteX116" fmla="*/ 1224915 w 1849755"/>
                <a:gd name="connsiteY116" fmla="*/ 1710690 h 1850707"/>
                <a:gd name="connsiteX117" fmla="*/ 1212533 w 1849755"/>
                <a:gd name="connsiteY117" fmla="*/ 1696403 h 1850707"/>
                <a:gd name="connsiteX118" fmla="*/ 1212533 w 1849755"/>
                <a:gd name="connsiteY118" fmla="*/ 1671638 h 1850707"/>
                <a:gd name="connsiteX119" fmla="*/ 1222058 w 1849755"/>
                <a:gd name="connsiteY119" fmla="*/ 1658303 h 1850707"/>
                <a:gd name="connsiteX120" fmla="*/ 1191578 w 1849755"/>
                <a:gd name="connsiteY120" fmla="*/ 1639253 h 1850707"/>
                <a:gd name="connsiteX121" fmla="*/ 1199198 w 1849755"/>
                <a:gd name="connsiteY121" fmla="*/ 1602105 h 1850707"/>
                <a:gd name="connsiteX122" fmla="*/ 1217295 w 1849755"/>
                <a:gd name="connsiteY122" fmla="*/ 1589723 h 1850707"/>
                <a:gd name="connsiteX123" fmla="*/ 1245870 w 1849755"/>
                <a:gd name="connsiteY123" fmla="*/ 1585913 h 1850707"/>
                <a:gd name="connsiteX124" fmla="*/ 156210 w 1849755"/>
                <a:gd name="connsiteY124" fmla="*/ 1192530 h 1850707"/>
                <a:gd name="connsiteX125" fmla="*/ 139065 w 1849755"/>
                <a:gd name="connsiteY125" fmla="*/ 1204912 h 1850707"/>
                <a:gd name="connsiteX126" fmla="*/ 140018 w 1849755"/>
                <a:gd name="connsiteY126" fmla="*/ 1225867 h 1850707"/>
                <a:gd name="connsiteX127" fmla="*/ 142875 w 1849755"/>
                <a:gd name="connsiteY127" fmla="*/ 1232535 h 1850707"/>
                <a:gd name="connsiteX128" fmla="*/ 193358 w 1849755"/>
                <a:gd name="connsiteY128" fmla="*/ 1213485 h 1850707"/>
                <a:gd name="connsiteX129" fmla="*/ 192405 w 1849755"/>
                <a:gd name="connsiteY129" fmla="*/ 1209675 h 1850707"/>
                <a:gd name="connsiteX130" fmla="*/ 179070 w 1849755"/>
                <a:gd name="connsiteY130" fmla="*/ 1192530 h 1850707"/>
                <a:gd name="connsiteX131" fmla="*/ 156210 w 1849755"/>
                <a:gd name="connsiteY131" fmla="*/ 1192530 h 1850707"/>
                <a:gd name="connsiteX132" fmla="*/ 159068 w 1849755"/>
                <a:gd name="connsiteY132" fmla="*/ 1161097 h 1850707"/>
                <a:gd name="connsiteX133" fmla="*/ 174308 w 1849755"/>
                <a:gd name="connsiteY133" fmla="*/ 1167765 h 1850707"/>
                <a:gd name="connsiteX134" fmla="*/ 186690 w 1849755"/>
                <a:gd name="connsiteY134" fmla="*/ 1182052 h 1850707"/>
                <a:gd name="connsiteX135" fmla="*/ 196215 w 1849755"/>
                <a:gd name="connsiteY135" fmla="*/ 1202055 h 1850707"/>
                <a:gd name="connsiteX136" fmla="*/ 200025 w 1849755"/>
                <a:gd name="connsiteY136" fmla="*/ 1211580 h 1850707"/>
                <a:gd name="connsiteX137" fmla="*/ 232410 w 1849755"/>
                <a:gd name="connsiteY137" fmla="*/ 1199197 h 1850707"/>
                <a:gd name="connsiteX138" fmla="*/ 237173 w 1849755"/>
                <a:gd name="connsiteY138" fmla="*/ 1196340 h 1850707"/>
                <a:gd name="connsiteX139" fmla="*/ 239078 w 1849755"/>
                <a:gd name="connsiteY139" fmla="*/ 1190625 h 1850707"/>
                <a:gd name="connsiteX140" fmla="*/ 238125 w 1849755"/>
                <a:gd name="connsiteY140" fmla="*/ 1184910 h 1850707"/>
                <a:gd name="connsiteX141" fmla="*/ 237173 w 1849755"/>
                <a:gd name="connsiteY141" fmla="*/ 1178242 h 1850707"/>
                <a:gd name="connsiteX142" fmla="*/ 243840 w 1849755"/>
                <a:gd name="connsiteY142" fmla="*/ 1175385 h 1850707"/>
                <a:gd name="connsiteX143" fmla="*/ 267653 w 1849755"/>
                <a:gd name="connsiteY143" fmla="*/ 1237297 h 1850707"/>
                <a:gd name="connsiteX144" fmla="*/ 260985 w 1849755"/>
                <a:gd name="connsiteY144" fmla="*/ 1239202 h 1850707"/>
                <a:gd name="connsiteX145" fmla="*/ 258128 w 1849755"/>
                <a:gd name="connsiteY145" fmla="*/ 1233487 h 1850707"/>
                <a:gd name="connsiteX146" fmla="*/ 255270 w 1849755"/>
                <a:gd name="connsiteY146" fmla="*/ 1228725 h 1850707"/>
                <a:gd name="connsiteX147" fmla="*/ 250508 w 1849755"/>
                <a:gd name="connsiteY147" fmla="*/ 1225867 h 1850707"/>
                <a:gd name="connsiteX148" fmla="*/ 244793 w 1849755"/>
                <a:gd name="connsiteY148" fmla="*/ 1226820 h 1850707"/>
                <a:gd name="connsiteX149" fmla="*/ 164783 w 1849755"/>
                <a:gd name="connsiteY149" fmla="*/ 1257300 h 1850707"/>
                <a:gd name="connsiteX150" fmla="*/ 160020 w 1849755"/>
                <a:gd name="connsiteY150" fmla="*/ 1260157 h 1850707"/>
                <a:gd name="connsiteX151" fmla="*/ 158115 w 1849755"/>
                <a:gd name="connsiteY151" fmla="*/ 1265872 h 1850707"/>
                <a:gd name="connsiteX152" fmla="*/ 159068 w 1849755"/>
                <a:gd name="connsiteY152" fmla="*/ 1272540 h 1850707"/>
                <a:gd name="connsiteX153" fmla="*/ 160020 w 1849755"/>
                <a:gd name="connsiteY153" fmla="*/ 1278255 h 1850707"/>
                <a:gd name="connsiteX154" fmla="*/ 153353 w 1849755"/>
                <a:gd name="connsiteY154" fmla="*/ 1281112 h 1850707"/>
                <a:gd name="connsiteX155" fmla="*/ 129540 w 1849755"/>
                <a:gd name="connsiteY155" fmla="*/ 1218247 h 1850707"/>
                <a:gd name="connsiteX156" fmla="*/ 123825 w 1849755"/>
                <a:gd name="connsiteY156" fmla="*/ 1183005 h 1850707"/>
                <a:gd name="connsiteX157" fmla="*/ 140970 w 1849755"/>
                <a:gd name="connsiteY157" fmla="*/ 1163002 h 1850707"/>
                <a:gd name="connsiteX158" fmla="*/ 159068 w 1849755"/>
                <a:gd name="connsiteY158" fmla="*/ 1161097 h 1850707"/>
                <a:gd name="connsiteX159" fmla="*/ 1615440 w 1849755"/>
                <a:gd name="connsiteY159" fmla="*/ 1152525 h 1850707"/>
                <a:gd name="connsiteX160" fmla="*/ 1622107 w 1849755"/>
                <a:gd name="connsiteY160" fmla="*/ 1154430 h 1850707"/>
                <a:gd name="connsiteX161" fmla="*/ 1620202 w 1849755"/>
                <a:gd name="connsiteY161" fmla="*/ 1161097 h 1850707"/>
                <a:gd name="connsiteX162" fmla="*/ 1619250 w 1849755"/>
                <a:gd name="connsiteY162" fmla="*/ 1167765 h 1850707"/>
                <a:gd name="connsiteX163" fmla="*/ 1621155 w 1849755"/>
                <a:gd name="connsiteY163" fmla="*/ 1173480 h 1850707"/>
                <a:gd name="connsiteX164" fmla="*/ 1625917 w 1849755"/>
                <a:gd name="connsiteY164" fmla="*/ 1176337 h 1850707"/>
                <a:gd name="connsiteX165" fmla="*/ 1645920 w 1849755"/>
                <a:gd name="connsiteY165" fmla="*/ 1183957 h 1850707"/>
                <a:gd name="connsiteX166" fmla="*/ 1650682 w 1849755"/>
                <a:gd name="connsiteY166" fmla="*/ 1185862 h 1850707"/>
                <a:gd name="connsiteX167" fmla="*/ 1654492 w 1849755"/>
                <a:gd name="connsiteY167" fmla="*/ 1186815 h 1850707"/>
                <a:gd name="connsiteX168" fmla="*/ 1659255 w 1849755"/>
                <a:gd name="connsiteY168" fmla="*/ 1186815 h 1850707"/>
                <a:gd name="connsiteX169" fmla="*/ 1666875 w 1849755"/>
                <a:gd name="connsiteY169" fmla="*/ 1185862 h 1850707"/>
                <a:gd name="connsiteX170" fmla="*/ 1691640 w 1849755"/>
                <a:gd name="connsiteY170" fmla="*/ 1182052 h 1850707"/>
                <a:gd name="connsiteX171" fmla="*/ 1714500 w 1849755"/>
                <a:gd name="connsiteY171" fmla="*/ 1178242 h 1850707"/>
                <a:gd name="connsiteX172" fmla="*/ 1724025 w 1849755"/>
                <a:gd name="connsiteY172" fmla="*/ 1175385 h 1850707"/>
                <a:gd name="connsiteX173" fmla="*/ 1730692 w 1849755"/>
                <a:gd name="connsiteY173" fmla="*/ 1171575 h 1850707"/>
                <a:gd name="connsiteX174" fmla="*/ 1734502 w 1849755"/>
                <a:gd name="connsiteY174" fmla="*/ 1166812 h 1850707"/>
                <a:gd name="connsiteX175" fmla="*/ 1737360 w 1849755"/>
                <a:gd name="connsiteY175" fmla="*/ 1162050 h 1850707"/>
                <a:gd name="connsiteX176" fmla="*/ 1744027 w 1849755"/>
                <a:gd name="connsiteY176" fmla="*/ 1164907 h 1850707"/>
                <a:gd name="connsiteX177" fmla="*/ 1719262 w 1849755"/>
                <a:gd name="connsiteY177" fmla="*/ 1229677 h 1850707"/>
                <a:gd name="connsiteX178" fmla="*/ 1712595 w 1849755"/>
                <a:gd name="connsiteY178" fmla="*/ 1226820 h 1850707"/>
                <a:gd name="connsiteX179" fmla="*/ 1716405 w 1849755"/>
                <a:gd name="connsiteY179" fmla="*/ 1214437 h 1850707"/>
                <a:gd name="connsiteX180" fmla="*/ 1714500 w 1849755"/>
                <a:gd name="connsiteY180" fmla="*/ 1210627 h 1850707"/>
                <a:gd name="connsiteX181" fmla="*/ 1710690 w 1849755"/>
                <a:gd name="connsiteY181" fmla="*/ 1210627 h 1850707"/>
                <a:gd name="connsiteX182" fmla="*/ 1701165 w 1849755"/>
                <a:gd name="connsiteY182" fmla="*/ 1211580 h 1850707"/>
                <a:gd name="connsiteX183" fmla="*/ 1684020 w 1849755"/>
                <a:gd name="connsiteY183" fmla="*/ 1214437 h 1850707"/>
                <a:gd name="connsiteX184" fmla="*/ 1657350 w 1849755"/>
                <a:gd name="connsiteY184" fmla="*/ 1219200 h 1850707"/>
                <a:gd name="connsiteX185" fmla="*/ 1683067 w 1849755"/>
                <a:gd name="connsiteY185" fmla="*/ 1253490 h 1850707"/>
                <a:gd name="connsiteX186" fmla="*/ 1692592 w 1849755"/>
                <a:gd name="connsiteY186" fmla="*/ 1263967 h 1850707"/>
                <a:gd name="connsiteX187" fmla="*/ 1698307 w 1849755"/>
                <a:gd name="connsiteY187" fmla="*/ 1262062 h 1850707"/>
                <a:gd name="connsiteX188" fmla="*/ 1704022 w 1849755"/>
                <a:gd name="connsiteY188" fmla="*/ 1251585 h 1850707"/>
                <a:gd name="connsiteX189" fmla="*/ 1710690 w 1849755"/>
                <a:gd name="connsiteY189" fmla="*/ 1253490 h 1850707"/>
                <a:gd name="connsiteX190" fmla="*/ 1694497 w 1849755"/>
                <a:gd name="connsiteY190" fmla="*/ 1295400 h 1850707"/>
                <a:gd name="connsiteX191" fmla="*/ 1686877 w 1849755"/>
                <a:gd name="connsiteY191" fmla="*/ 1292542 h 1850707"/>
                <a:gd name="connsiteX192" fmla="*/ 1687830 w 1849755"/>
                <a:gd name="connsiteY192" fmla="*/ 1286827 h 1850707"/>
                <a:gd name="connsiteX193" fmla="*/ 1687830 w 1849755"/>
                <a:gd name="connsiteY193" fmla="*/ 1281112 h 1850707"/>
                <a:gd name="connsiteX194" fmla="*/ 1684972 w 1849755"/>
                <a:gd name="connsiteY194" fmla="*/ 1273492 h 1850707"/>
                <a:gd name="connsiteX195" fmla="*/ 1680210 w 1849755"/>
                <a:gd name="connsiteY195" fmla="*/ 1265872 h 1850707"/>
                <a:gd name="connsiteX196" fmla="*/ 1667827 w 1849755"/>
                <a:gd name="connsiteY196" fmla="*/ 1248727 h 1850707"/>
                <a:gd name="connsiteX197" fmla="*/ 1652587 w 1849755"/>
                <a:gd name="connsiteY197" fmla="*/ 1228725 h 1850707"/>
                <a:gd name="connsiteX198" fmla="*/ 1644015 w 1849755"/>
                <a:gd name="connsiteY198" fmla="*/ 1219200 h 1850707"/>
                <a:gd name="connsiteX199" fmla="*/ 1631632 w 1849755"/>
                <a:gd name="connsiteY199" fmla="*/ 1213485 h 1850707"/>
                <a:gd name="connsiteX200" fmla="*/ 1615440 w 1849755"/>
                <a:gd name="connsiteY200" fmla="*/ 1206817 h 1850707"/>
                <a:gd name="connsiteX201" fmla="*/ 1609725 w 1849755"/>
                <a:gd name="connsiteY201" fmla="*/ 1205865 h 1850707"/>
                <a:gd name="connsiteX202" fmla="*/ 1604962 w 1849755"/>
                <a:gd name="connsiteY202" fmla="*/ 1208722 h 1850707"/>
                <a:gd name="connsiteX203" fmla="*/ 1601152 w 1849755"/>
                <a:gd name="connsiteY203" fmla="*/ 1213485 h 1850707"/>
                <a:gd name="connsiteX204" fmla="*/ 1597342 w 1849755"/>
                <a:gd name="connsiteY204" fmla="*/ 1219200 h 1850707"/>
                <a:gd name="connsiteX205" fmla="*/ 1590675 w 1849755"/>
                <a:gd name="connsiteY205" fmla="*/ 1216342 h 1850707"/>
                <a:gd name="connsiteX206" fmla="*/ 1739265 w 1849755"/>
                <a:gd name="connsiteY206" fmla="*/ 964883 h 1850707"/>
                <a:gd name="connsiteX207" fmla="*/ 1773555 w 1849755"/>
                <a:gd name="connsiteY207" fmla="*/ 968693 h 1850707"/>
                <a:gd name="connsiteX208" fmla="*/ 1759267 w 1849755"/>
                <a:gd name="connsiteY208" fmla="*/ 1085850 h 1850707"/>
                <a:gd name="connsiteX209" fmla="*/ 1726882 w 1849755"/>
                <a:gd name="connsiteY209" fmla="*/ 1081088 h 1850707"/>
                <a:gd name="connsiteX210" fmla="*/ 1727835 w 1849755"/>
                <a:gd name="connsiteY210" fmla="*/ 1074420 h 1850707"/>
                <a:gd name="connsiteX211" fmla="*/ 1744980 w 1849755"/>
                <a:gd name="connsiteY211" fmla="*/ 1067753 h 1850707"/>
                <a:gd name="connsiteX212" fmla="*/ 1755457 w 1849755"/>
                <a:gd name="connsiteY212" fmla="*/ 1058228 h 1850707"/>
                <a:gd name="connsiteX213" fmla="*/ 1756410 w 1849755"/>
                <a:gd name="connsiteY213" fmla="*/ 1051560 h 1850707"/>
                <a:gd name="connsiteX214" fmla="*/ 1757362 w 1849755"/>
                <a:gd name="connsiteY214" fmla="*/ 1044893 h 1850707"/>
                <a:gd name="connsiteX215" fmla="*/ 1757362 w 1849755"/>
                <a:gd name="connsiteY215" fmla="*/ 1041083 h 1850707"/>
                <a:gd name="connsiteX216" fmla="*/ 1662112 w 1849755"/>
                <a:gd name="connsiteY216" fmla="*/ 1029653 h 1850707"/>
                <a:gd name="connsiteX217" fmla="*/ 1656397 w 1849755"/>
                <a:gd name="connsiteY217" fmla="*/ 1030605 h 1850707"/>
                <a:gd name="connsiteX218" fmla="*/ 1652587 w 1849755"/>
                <a:gd name="connsiteY218" fmla="*/ 1034415 h 1850707"/>
                <a:gd name="connsiteX219" fmla="*/ 1650682 w 1849755"/>
                <a:gd name="connsiteY219" fmla="*/ 1040130 h 1850707"/>
                <a:gd name="connsiteX220" fmla="*/ 1648777 w 1849755"/>
                <a:gd name="connsiteY220" fmla="*/ 1046798 h 1850707"/>
                <a:gd name="connsiteX221" fmla="*/ 1642110 w 1849755"/>
                <a:gd name="connsiteY221" fmla="*/ 1045845 h 1850707"/>
                <a:gd name="connsiteX222" fmla="*/ 1649730 w 1849755"/>
                <a:gd name="connsiteY222" fmla="*/ 978218 h 1850707"/>
                <a:gd name="connsiteX223" fmla="*/ 1656397 w 1849755"/>
                <a:gd name="connsiteY223" fmla="*/ 979170 h 1850707"/>
                <a:gd name="connsiteX224" fmla="*/ 1656397 w 1849755"/>
                <a:gd name="connsiteY224" fmla="*/ 985838 h 1850707"/>
                <a:gd name="connsiteX225" fmla="*/ 1656397 w 1849755"/>
                <a:gd name="connsiteY225" fmla="*/ 992505 h 1850707"/>
                <a:gd name="connsiteX226" fmla="*/ 1659255 w 1849755"/>
                <a:gd name="connsiteY226" fmla="*/ 997268 h 1850707"/>
                <a:gd name="connsiteX227" fmla="*/ 1664970 w 1849755"/>
                <a:gd name="connsiteY227" fmla="*/ 999173 h 1850707"/>
                <a:gd name="connsiteX228" fmla="*/ 1761172 w 1849755"/>
                <a:gd name="connsiteY228" fmla="*/ 1010603 h 1850707"/>
                <a:gd name="connsiteX229" fmla="*/ 1761172 w 1849755"/>
                <a:gd name="connsiteY229" fmla="*/ 1006793 h 1850707"/>
                <a:gd name="connsiteX230" fmla="*/ 1762125 w 1849755"/>
                <a:gd name="connsiteY230" fmla="*/ 1000125 h 1850707"/>
                <a:gd name="connsiteX231" fmla="*/ 1762125 w 1849755"/>
                <a:gd name="connsiteY231" fmla="*/ 993458 h 1850707"/>
                <a:gd name="connsiteX232" fmla="*/ 1753552 w 1849755"/>
                <a:gd name="connsiteY232" fmla="*/ 982028 h 1850707"/>
                <a:gd name="connsiteX233" fmla="*/ 1738312 w 1849755"/>
                <a:gd name="connsiteY233" fmla="*/ 971550 h 1850707"/>
                <a:gd name="connsiteX234" fmla="*/ 199073 w 1849755"/>
                <a:gd name="connsiteY234" fmla="*/ 952500 h 1850707"/>
                <a:gd name="connsiteX235" fmla="*/ 212408 w 1849755"/>
                <a:gd name="connsiteY235" fmla="*/ 1065847 h 1850707"/>
                <a:gd name="connsiteX236" fmla="*/ 205740 w 1849755"/>
                <a:gd name="connsiteY236" fmla="*/ 1066800 h 1850707"/>
                <a:gd name="connsiteX237" fmla="*/ 203835 w 1849755"/>
                <a:gd name="connsiteY237" fmla="*/ 1060132 h 1850707"/>
                <a:gd name="connsiteX238" fmla="*/ 201930 w 1849755"/>
                <a:gd name="connsiteY238" fmla="*/ 1054417 h 1850707"/>
                <a:gd name="connsiteX239" fmla="*/ 198120 w 1849755"/>
                <a:gd name="connsiteY239" fmla="*/ 1050607 h 1850707"/>
                <a:gd name="connsiteX240" fmla="*/ 192405 w 1849755"/>
                <a:gd name="connsiteY240" fmla="*/ 1050607 h 1850707"/>
                <a:gd name="connsiteX241" fmla="*/ 106680 w 1849755"/>
                <a:gd name="connsiteY241" fmla="*/ 1060132 h 1850707"/>
                <a:gd name="connsiteX242" fmla="*/ 101918 w 1849755"/>
                <a:gd name="connsiteY242" fmla="*/ 1062037 h 1850707"/>
                <a:gd name="connsiteX243" fmla="*/ 99060 w 1849755"/>
                <a:gd name="connsiteY243" fmla="*/ 1066800 h 1850707"/>
                <a:gd name="connsiteX244" fmla="*/ 98108 w 1849755"/>
                <a:gd name="connsiteY244" fmla="*/ 1073467 h 1850707"/>
                <a:gd name="connsiteX245" fmla="*/ 98108 w 1849755"/>
                <a:gd name="connsiteY245" fmla="*/ 1080135 h 1850707"/>
                <a:gd name="connsiteX246" fmla="*/ 91440 w 1849755"/>
                <a:gd name="connsiteY246" fmla="*/ 1081087 h 1850707"/>
                <a:gd name="connsiteX247" fmla="*/ 79058 w 1849755"/>
                <a:gd name="connsiteY247" fmla="*/ 973455 h 1850707"/>
                <a:gd name="connsiteX248" fmla="*/ 108585 w 1849755"/>
                <a:gd name="connsiteY248" fmla="*/ 971550 h 1850707"/>
                <a:gd name="connsiteX249" fmla="*/ 109538 w 1849755"/>
                <a:gd name="connsiteY249" fmla="*/ 978217 h 1850707"/>
                <a:gd name="connsiteX250" fmla="*/ 96203 w 1849755"/>
                <a:gd name="connsiteY250" fmla="*/ 988695 h 1850707"/>
                <a:gd name="connsiteX251" fmla="*/ 89535 w 1849755"/>
                <a:gd name="connsiteY251" fmla="*/ 1002030 h 1850707"/>
                <a:gd name="connsiteX252" fmla="*/ 89535 w 1849755"/>
                <a:gd name="connsiteY252" fmla="*/ 1008697 h 1850707"/>
                <a:gd name="connsiteX253" fmla="*/ 90488 w 1849755"/>
                <a:gd name="connsiteY253" fmla="*/ 1016317 h 1850707"/>
                <a:gd name="connsiteX254" fmla="*/ 92393 w 1849755"/>
                <a:gd name="connsiteY254" fmla="*/ 1033462 h 1850707"/>
                <a:gd name="connsiteX255" fmla="*/ 139065 w 1849755"/>
                <a:gd name="connsiteY255" fmla="*/ 1027747 h 1850707"/>
                <a:gd name="connsiteX256" fmla="*/ 137160 w 1849755"/>
                <a:gd name="connsiteY256" fmla="*/ 1015365 h 1850707"/>
                <a:gd name="connsiteX257" fmla="*/ 135255 w 1849755"/>
                <a:gd name="connsiteY257" fmla="*/ 1006792 h 1850707"/>
                <a:gd name="connsiteX258" fmla="*/ 130493 w 1849755"/>
                <a:gd name="connsiteY258" fmla="*/ 1000125 h 1850707"/>
                <a:gd name="connsiteX259" fmla="*/ 122873 w 1849755"/>
                <a:gd name="connsiteY259" fmla="*/ 997267 h 1850707"/>
                <a:gd name="connsiteX260" fmla="*/ 114300 w 1849755"/>
                <a:gd name="connsiteY260" fmla="*/ 995362 h 1850707"/>
                <a:gd name="connsiteX261" fmla="*/ 113348 w 1849755"/>
                <a:gd name="connsiteY261" fmla="*/ 988695 h 1850707"/>
                <a:gd name="connsiteX262" fmla="*/ 163830 w 1849755"/>
                <a:gd name="connsiteY262" fmla="*/ 982980 h 1850707"/>
                <a:gd name="connsiteX263" fmla="*/ 164783 w 1849755"/>
                <a:gd name="connsiteY263" fmla="*/ 989647 h 1850707"/>
                <a:gd name="connsiteX264" fmla="*/ 156210 w 1849755"/>
                <a:gd name="connsiteY264" fmla="*/ 993457 h 1850707"/>
                <a:gd name="connsiteX265" fmla="*/ 149543 w 1849755"/>
                <a:gd name="connsiteY265" fmla="*/ 998220 h 1850707"/>
                <a:gd name="connsiteX266" fmla="*/ 145733 w 1849755"/>
                <a:gd name="connsiteY266" fmla="*/ 1004887 h 1850707"/>
                <a:gd name="connsiteX267" fmla="*/ 145733 w 1849755"/>
                <a:gd name="connsiteY267" fmla="*/ 1013460 h 1850707"/>
                <a:gd name="connsiteX268" fmla="*/ 146685 w 1849755"/>
                <a:gd name="connsiteY268" fmla="*/ 1025842 h 1850707"/>
                <a:gd name="connsiteX269" fmla="*/ 181928 w 1849755"/>
                <a:gd name="connsiteY269" fmla="*/ 1022032 h 1850707"/>
                <a:gd name="connsiteX270" fmla="*/ 190500 w 1849755"/>
                <a:gd name="connsiteY270" fmla="*/ 1020127 h 1850707"/>
                <a:gd name="connsiteX271" fmla="*/ 195263 w 1849755"/>
                <a:gd name="connsiteY271" fmla="*/ 1016317 h 1850707"/>
                <a:gd name="connsiteX272" fmla="*/ 196215 w 1849755"/>
                <a:gd name="connsiteY272" fmla="*/ 1010602 h 1850707"/>
                <a:gd name="connsiteX273" fmla="*/ 195263 w 1849755"/>
                <a:gd name="connsiteY273" fmla="*/ 1000125 h 1850707"/>
                <a:gd name="connsiteX274" fmla="*/ 194310 w 1849755"/>
                <a:gd name="connsiteY274" fmla="*/ 992505 h 1850707"/>
                <a:gd name="connsiteX275" fmla="*/ 193358 w 1849755"/>
                <a:gd name="connsiteY275" fmla="*/ 984885 h 1850707"/>
                <a:gd name="connsiteX276" fmla="*/ 191453 w 1849755"/>
                <a:gd name="connsiteY276" fmla="*/ 978217 h 1850707"/>
                <a:gd name="connsiteX277" fmla="*/ 188595 w 1849755"/>
                <a:gd name="connsiteY277" fmla="*/ 973455 h 1850707"/>
                <a:gd name="connsiteX278" fmla="*/ 175260 w 1849755"/>
                <a:gd name="connsiteY278" fmla="*/ 965835 h 1850707"/>
                <a:gd name="connsiteX279" fmla="*/ 161925 w 1849755"/>
                <a:gd name="connsiteY279" fmla="*/ 961072 h 1850707"/>
                <a:gd name="connsiteX280" fmla="*/ 160973 w 1849755"/>
                <a:gd name="connsiteY280" fmla="*/ 954405 h 1850707"/>
                <a:gd name="connsiteX281" fmla="*/ 925830 w 1849755"/>
                <a:gd name="connsiteY281" fmla="*/ 826770 h 1850707"/>
                <a:gd name="connsiteX282" fmla="*/ 876300 w 1849755"/>
                <a:gd name="connsiteY282" fmla="*/ 876300 h 1850707"/>
                <a:gd name="connsiteX283" fmla="*/ 876300 w 1849755"/>
                <a:gd name="connsiteY283" fmla="*/ 905828 h 1850707"/>
                <a:gd name="connsiteX284" fmla="*/ 801053 w 1849755"/>
                <a:gd name="connsiteY284" fmla="*/ 929640 h 1850707"/>
                <a:gd name="connsiteX285" fmla="*/ 693420 w 1849755"/>
                <a:gd name="connsiteY285" fmla="*/ 1003935 h 1850707"/>
                <a:gd name="connsiteX286" fmla="*/ 604838 w 1849755"/>
                <a:gd name="connsiteY286" fmla="*/ 1112520 h 1850707"/>
                <a:gd name="connsiteX287" fmla="*/ 534353 w 1849755"/>
                <a:gd name="connsiteY287" fmla="*/ 1245870 h 1850707"/>
                <a:gd name="connsiteX288" fmla="*/ 559118 w 1849755"/>
                <a:gd name="connsiteY288" fmla="*/ 1308735 h 1850707"/>
                <a:gd name="connsiteX289" fmla="*/ 621983 w 1849755"/>
                <a:gd name="connsiteY289" fmla="*/ 1283018 h 1850707"/>
                <a:gd name="connsiteX290" fmla="*/ 759143 w 1849755"/>
                <a:gd name="connsiteY290" fmla="*/ 1072515 h 1850707"/>
                <a:gd name="connsiteX291" fmla="*/ 875348 w 1849755"/>
                <a:gd name="connsiteY291" fmla="*/ 1002983 h 1850707"/>
                <a:gd name="connsiteX292" fmla="*/ 875348 w 1849755"/>
                <a:gd name="connsiteY292" fmla="*/ 1081088 h 1850707"/>
                <a:gd name="connsiteX293" fmla="*/ 846773 w 1849755"/>
                <a:gd name="connsiteY293" fmla="*/ 1123950 h 1850707"/>
                <a:gd name="connsiteX294" fmla="*/ 834390 w 1849755"/>
                <a:gd name="connsiteY294" fmla="*/ 1131570 h 1850707"/>
                <a:gd name="connsiteX295" fmla="*/ 775335 w 1849755"/>
                <a:gd name="connsiteY295" fmla="*/ 1187768 h 1850707"/>
                <a:gd name="connsiteX296" fmla="*/ 697230 w 1849755"/>
                <a:gd name="connsiteY296" fmla="*/ 1363980 h 1850707"/>
                <a:gd name="connsiteX297" fmla="*/ 734378 w 1849755"/>
                <a:gd name="connsiteY297" fmla="*/ 1421130 h 1850707"/>
                <a:gd name="connsiteX298" fmla="*/ 791528 w 1849755"/>
                <a:gd name="connsiteY298" fmla="*/ 1383983 h 1850707"/>
                <a:gd name="connsiteX299" fmla="*/ 851535 w 1849755"/>
                <a:gd name="connsiteY299" fmla="*/ 1246823 h 1850707"/>
                <a:gd name="connsiteX300" fmla="*/ 925830 w 1849755"/>
                <a:gd name="connsiteY300" fmla="*/ 1199198 h 1850707"/>
                <a:gd name="connsiteX301" fmla="*/ 1000125 w 1849755"/>
                <a:gd name="connsiteY301" fmla="*/ 1246823 h 1850707"/>
                <a:gd name="connsiteX302" fmla="*/ 1060133 w 1849755"/>
                <a:gd name="connsiteY302" fmla="*/ 1383983 h 1850707"/>
                <a:gd name="connsiteX303" fmla="*/ 1117283 w 1849755"/>
                <a:gd name="connsiteY303" fmla="*/ 1421130 h 1850707"/>
                <a:gd name="connsiteX304" fmla="*/ 1154430 w 1849755"/>
                <a:gd name="connsiteY304" fmla="*/ 1363980 h 1850707"/>
                <a:gd name="connsiteX305" fmla="*/ 1076325 w 1849755"/>
                <a:gd name="connsiteY305" fmla="*/ 1187768 h 1850707"/>
                <a:gd name="connsiteX306" fmla="*/ 1017270 w 1849755"/>
                <a:gd name="connsiteY306" fmla="*/ 1131570 h 1850707"/>
                <a:gd name="connsiteX307" fmla="*/ 1004888 w 1849755"/>
                <a:gd name="connsiteY307" fmla="*/ 1123950 h 1850707"/>
                <a:gd name="connsiteX308" fmla="*/ 976313 w 1849755"/>
                <a:gd name="connsiteY308" fmla="*/ 1081088 h 1850707"/>
                <a:gd name="connsiteX309" fmla="*/ 976313 w 1849755"/>
                <a:gd name="connsiteY309" fmla="*/ 1002983 h 1850707"/>
                <a:gd name="connsiteX310" fmla="*/ 1092518 w 1849755"/>
                <a:gd name="connsiteY310" fmla="*/ 1072515 h 1850707"/>
                <a:gd name="connsiteX311" fmla="*/ 1229678 w 1849755"/>
                <a:gd name="connsiteY311" fmla="*/ 1283018 h 1850707"/>
                <a:gd name="connsiteX312" fmla="*/ 1292543 w 1849755"/>
                <a:gd name="connsiteY312" fmla="*/ 1308735 h 1850707"/>
                <a:gd name="connsiteX313" fmla="*/ 1317308 w 1849755"/>
                <a:gd name="connsiteY313" fmla="*/ 1245870 h 1850707"/>
                <a:gd name="connsiteX314" fmla="*/ 1246823 w 1849755"/>
                <a:gd name="connsiteY314" fmla="*/ 1112520 h 1850707"/>
                <a:gd name="connsiteX315" fmla="*/ 1158240 w 1849755"/>
                <a:gd name="connsiteY315" fmla="*/ 1003935 h 1850707"/>
                <a:gd name="connsiteX316" fmla="*/ 1050608 w 1849755"/>
                <a:gd name="connsiteY316" fmla="*/ 929640 h 1850707"/>
                <a:gd name="connsiteX317" fmla="*/ 975360 w 1849755"/>
                <a:gd name="connsiteY317" fmla="*/ 905828 h 1850707"/>
                <a:gd name="connsiteX318" fmla="*/ 975360 w 1849755"/>
                <a:gd name="connsiteY318" fmla="*/ 876300 h 1850707"/>
                <a:gd name="connsiteX319" fmla="*/ 925830 w 1849755"/>
                <a:gd name="connsiteY319" fmla="*/ 826770 h 1850707"/>
                <a:gd name="connsiteX320" fmla="*/ 1765935 w 1849755"/>
                <a:gd name="connsiteY320" fmla="*/ 802958 h 1850707"/>
                <a:gd name="connsiteX321" fmla="*/ 1772603 w 1849755"/>
                <a:gd name="connsiteY321" fmla="*/ 870585 h 1850707"/>
                <a:gd name="connsiteX322" fmla="*/ 1765935 w 1849755"/>
                <a:gd name="connsiteY322" fmla="*/ 871538 h 1850707"/>
                <a:gd name="connsiteX323" fmla="*/ 1764983 w 1849755"/>
                <a:gd name="connsiteY323" fmla="*/ 864870 h 1850707"/>
                <a:gd name="connsiteX324" fmla="*/ 1763078 w 1849755"/>
                <a:gd name="connsiteY324" fmla="*/ 858203 h 1850707"/>
                <a:gd name="connsiteX325" fmla="*/ 1759268 w 1849755"/>
                <a:gd name="connsiteY325" fmla="*/ 854393 h 1850707"/>
                <a:gd name="connsiteX326" fmla="*/ 1753553 w 1849755"/>
                <a:gd name="connsiteY326" fmla="*/ 853440 h 1850707"/>
                <a:gd name="connsiteX327" fmla="*/ 1667828 w 1849755"/>
                <a:gd name="connsiteY327" fmla="*/ 862013 h 1850707"/>
                <a:gd name="connsiteX328" fmla="*/ 1662113 w 1849755"/>
                <a:gd name="connsiteY328" fmla="*/ 863918 h 1850707"/>
                <a:gd name="connsiteX329" fmla="*/ 1659255 w 1849755"/>
                <a:gd name="connsiteY329" fmla="*/ 868680 h 1850707"/>
                <a:gd name="connsiteX330" fmla="*/ 1658303 w 1849755"/>
                <a:gd name="connsiteY330" fmla="*/ 874395 h 1850707"/>
                <a:gd name="connsiteX331" fmla="*/ 1658303 w 1849755"/>
                <a:gd name="connsiteY331" fmla="*/ 881063 h 1850707"/>
                <a:gd name="connsiteX332" fmla="*/ 1651635 w 1849755"/>
                <a:gd name="connsiteY332" fmla="*/ 883920 h 1850707"/>
                <a:gd name="connsiteX333" fmla="*/ 1644968 w 1849755"/>
                <a:gd name="connsiteY333" fmla="*/ 816293 h 1850707"/>
                <a:gd name="connsiteX334" fmla="*/ 1651635 w 1849755"/>
                <a:gd name="connsiteY334" fmla="*/ 815340 h 1850707"/>
                <a:gd name="connsiteX335" fmla="*/ 1652588 w 1849755"/>
                <a:gd name="connsiteY335" fmla="*/ 822008 h 1850707"/>
                <a:gd name="connsiteX336" fmla="*/ 1654493 w 1849755"/>
                <a:gd name="connsiteY336" fmla="*/ 827723 h 1850707"/>
                <a:gd name="connsiteX337" fmla="*/ 1658303 w 1849755"/>
                <a:gd name="connsiteY337" fmla="*/ 831533 h 1850707"/>
                <a:gd name="connsiteX338" fmla="*/ 1664018 w 1849755"/>
                <a:gd name="connsiteY338" fmla="*/ 832485 h 1850707"/>
                <a:gd name="connsiteX339" fmla="*/ 1749743 w 1849755"/>
                <a:gd name="connsiteY339" fmla="*/ 823913 h 1850707"/>
                <a:gd name="connsiteX340" fmla="*/ 1754505 w 1849755"/>
                <a:gd name="connsiteY340" fmla="*/ 822008 h 1850707"/>
                <a:gd name="connsiteX341" fmla="*/ 1757363 w 1849755"/>
                <a:gd name="connsiteY341" fmla="*/ 817245 h 1850707"/>
                <a:gd name="connsiteX342" fmla="*/ 1758315 w 1849755"/>
                <a:gd name="connsiteY342" fmla="*/ 810578 h 1850707"/>
                <a:gd name="connsiteX343" fmla="*/ 1759268 w 1849755"/>
                <a:gd name="connsiteY343" fmla="*/ 803910 h 1850707"/>
                <a:gd name="connsiteX344" fmla="*/ 94297 w 1849755"/>
                <a:gd name="connsiteY344" fmla="*/ 735330 h 1850707"/>
                <a:gd name="connsiteX345" fmla="*/ 100965 w 1849755"/>
                <a:gd name="connsiteY345" fmla="*/ 736282 h 1850707"/>
                <a:gd name="connsiteX346" fmla="*/ 101917 w 1849755"/>
                <a:gd name="connsiteY346" fmla="*/ 752475 h 1850707"/>
                <a:gd name="connsiteX347" fmla="*/ 108585 w 1849755"/>
                <a:gd name="connsiteY347" fmla="*/ 766762 h 1850707"/>
                <a:gd name="connsiteX348" fmla="*/ 120967 w 1849755"/>
                <a:gd name="connsiteY348" fmla="*/ 783907 h 1850707"/>
                <a:gd name="connsiteX349" fmla="*/ 134302 w 1849755"/>
                <a:gd name="connsiteY349" fmla="*/ 801052 h 1850707"/>
                <a:gd name="connsiteX350" fmla="*/ 161925 w 1849755"/>
                <a:gd name="connsiteY350" fmla="*/ 784860 h 1850707"/>
                <a:gd name="connsiteX351" fmla="*/ 193357 w 1849755"/>
                <a:gd name="connsiteY351" fmla="*/ 765810 h 1850707"/>
                <a:gd name="connsiteX352" fmla="*/ 200977 w 1849755"/>
                <a:gd name="connsiteY352" fmla="*/ 760095 h 1850707"/>
                <a:gd name="connsiteX353" fmla="*/ 207645 w 1849755"/>
                <a:gd name="connsiteY353" fmla="*/ 752475 h 1850707"/>
                <a:gd name="connsiteX354" fmla="*/ 209550 w 1849755"/>
                <a:gd name="connsiteY354" fmla="*/ 747712 h 1850707"/>
                <a:gd name="connsiteX355" fmla="*/ 210502 w 1849755"/>
                <a:gd name="connsiteY355" fmla="*/ 742950 h 1850707"/>
                <a:gd name="connsiteX356" fmla="*/ 218122 w 1849755"/>
                <a:gd name="connsiteY356" fmla="*/ 745807 h 1850707"/>
                <a:gd name="connsiteX357" fmla="*/ 211455 w 1849755"/>
                <a:gd name="connsiteY357" fmla="*/ 793432 h 1850707"/>
                <a:gd name="connsiteX358" fmla="*/ 180975 w 1849755"/>
                <a:gd name="connsiteY358" fmla="*/ 808672 h 1850707"/>
                <a:gd name="connsiteX359" fmla="*/ 149542 w 1849755"/>
                <a:gd name="connsiteY359" fmla="*/ 826770 h 1850707"/>
                <a:gd name="connsiteX360" fmla="*/ 148590 w 1849755"/>
                <a:gd name="connsiteY360" fmla="*/ 831532 h 1850707"/>
                <a:gd name="connsiteX361" fmla="*/ 186690 w 1849755"/>
                <a:gd name="connsiteY361" fmla="*/ 837247 h 1850707"/>
                <a:gd name="connsiteX362" fmla="*/ 192405 w 1849755"/>
                <a:gd name="connsiteY362" fmla="*/ 837247 h 1850707"/>
                <a:gd name="connsiteX363" fmla="*/ 196215 w 1849755"/>
                <a:gd name="connsiteY363" fmla="*/ 833437 h 1850707"/>
                <a:gd name="connsiteX364" fmla="*/ 198120 w 1849755"/>
                <a:gd name="connsiteY364" fmla="*/ 829627 h 1850707"/>
                <a:gd name="connsiteX365" fmla="*/ 200025 w 1849755"/>
                <a:gd name="connsiteY365" fmla="*/ 823912 h 1850707"/>
                <a:gd name="connsiteX366" fmla="*/ 206692 w 1849755"/>
                <a:gd name="connsiteY366" fmla="*/ 824865 h 1850707"/>
                <a:gd name="connsiteX367" fmla="*/ 197167 w 1849755"/>
                <a:gd name="connsiteY367" fmla="*/ 888682 h 1850707"/>
                <a:gd name="connsiteX368" fmla="*/ 190500 w 1849755"/>
                <a:gd name="connsiteY368" fmla="*/ 886777 h 1850707"/>
                <a:gd name="connsiteX369" fmla="*/ 190500 w 1849755"/>
                <a:gd name="connsiteY369" fmla="*/ 880110 h 1850707"/>
                <a:gd name="connsiteX370" fmla="*/ 190500 w 1849755"/>
                <a:gd name="connsiteY370" fmla="*/ 874395 h 1850707"/>
                <a:gd name="connsiteX371" fmla="*/ 187642 w 1849755"/>
                <a:gd name="connsiteY371" fmla="*/ 869632 h 1850707"/>
                <a:gd name="connsiteX372" fmla="*/ 182880 w 1849755"/>
                <a:gd name="connsiteY372" fmla="*/ 867727 h 1850707"/>
                <a:gd name="connsiteX373" fmla="*/ 97155 w 1849755"/>
                <a:gd name="connsiteY373" fmla="*/ 855345 h 1850707"/>
                <a:gd name="connsiteX374" fmla="*/ 92392 w 1849755"/>
                <a:gd name="connsiteY374" fmla="*/ 855345 h 1850707"/>
                <a:gd name="connsiteX375" fmla="*/ 88582 w 1849755"/>
                <a:gd name="connsiteY375" fmla="*/ 859155 h 1850707"/>
                <a:gd name="connsiteX376" fmla="*/ 85725 w 1849755"/>
                <a:gd name="connsiteY376" fmla="*/ 864870 h 1850707"/>
                <a:gd name="connsiteX377" fmla="*/ 83820 w 1849755"/>
                <a:gd name="connsiteY377" fmla="*/ 870585 h 1850707"/>
                <a:gd name="connsiteX378" fmla="*/ 76200 w 1849755"/>
                <a:gd name="connsiteY378" fmla="*/ 869632 h 1850707"/>
                <a:gd name="connsiteX379" fmla="*/ 85725 w 1849755"/>
                <a:gd name="connsiteY379" fmla="*/ 802957 h 1850707"/>
                <a:gd name="connsiteX380" fmla="*/ 92392 w 1849755"/>
                <a:gd name="connsiteY380" fmla="*/ 803910 h 1850707"/>
                <a:gd name="connsiteX381" fmla="*/ 92392 w 1849755"/>
                <a:gd name="connsiteY381" fmla="*/ 810577 h 1850707"/>
                <a:gd name="connsiteX382" fmla="*/ 92392 w 1849755"/>
                <a:gd name="connsiteY382" fmla="*/ 817245 h 1850707"/>
                <a:gd name="connsiteX383" fmla="*/ 95250 w 1849755"/>
                <a:gd name="connsiteY383" fmla="*/ 822007 h 1850707"/>
                <a:gd name="connsiteX384" fmla="*/ 100012 w 1849755"/>
                <a:gd name="connsiteY384" fmla="*/ 823912 h 1850707"/>
                <a:gd name="connsiteX385" fmla="*/ 140970 w 1849755"/>
                <a:gd name="connsiteY385" fmla="*/ 829627 h 1850707"/>
                <a:gd name="connsiteX386" fmla="*/ 141922 w 1849755"/>
                <a:gd name="connsiteY386" fmla="*/ 825817 h 1850707"/>
                <a:gd name="connsiteX387" fmla="*/ 129540 w 1849755"/>
                <a:gd name="connsiteY387" fmla="*/ 808672 h 1850707"/>
                <a:gd name="connsiteX388" fmla="*/ 117157 w 1849755"/>
                <a:gd name="connsiteY388" fmla="*/ 792480 h 1850707"/>
                <a:gd name="connsiteX389" fmla="*/ 106680 w 1849755"/>
                <a:gd name="connsiteY389" fmla="*/ 781050 h 1850707"/>
                <a:gd name="connsiteX390" fmla="*/ 99060 w 1849755"/>
                <a:gd name="connsiteY390" fmla="*/ 776287 h 1850707"/>
                <a:gd name="connsiteX391" fmla="*/ 96202 w 1849755"/>
                <a:gd name="connsiteY391" fmla="*/ 779145 h 1850707"/>
                <a:gd name="connsiteX392" fmla="*/ 93345 w 1849755"/>
                <a:gd name="connsiteY392" fmla="*/ 788670 h 1850707"/>
                <a:gd name="connsiteX393" fmla="*/ 86677 w 1849755"/>
                <a:gd name="connsiteY393" fmla="*/ 787717 h 1850707"/>
                <a:gd name="connsiteX394" fmla="*/ 1698308 w 1849755"/>
                <a:gd name="connsiteY394" fmla="*/ 618173 h 1850707"/>
                <a:gd name="connsiteX395" fmla="*/ 1712595 w 1849755"/>
                <a:gd name="connsiteY395" fmla="*/ 622935 h 1850707"/>
                <a:gd name="connsiteX396" fmla="*/ 1724978 w 1849755"/>
                <a:gd name="connsiteY396" fmla="*/ 634365 h 1850707"/>
                <a:gd name="connsiteX397" fmla="*/ 1734503 w 1849755"/>
                <a:gd name="connsiteY397" fmla="*/ 651510 h 1850707"/>
                <a:gd name="connsiteX398" fmla="*/ 1738313 w 1849755"/>
                <a:gd name="connsiteY398" fmla="*/ 670560 h 1850707"/>
                <a:gd name="connsiteX399" fmla="*/ 1737360 w 1849755"/>
                <a:gd name="connsiteY399" fmla="*/ 685800 h 1850707"/>
                <a:gd name="connsiteX400" fmla="*/ 1744028 w 1849755"/>
                <a:gd name="connsiteY400" fmla="*/ 688658 h 1850707"/>
                <a:gd name="connsiteX401" fmla="*/ 1746885 w 1849755"/>
                <a:gd name="connsiteY401" fmla="*/ 695325 h 1850707"/>
                <a:gd name="connsiteX402" fmla="*/ 1707833 w 1849755"/>
                <a:gd name="connsiteY402" fmla="*/ 709613 h 1850707"/>
                <a:gd name="connsiteX403" fmla="*/ 1705928 w 1849755"/>
                <a:gd name="connsiteY403" fmla="*/ 702945 h 1850707"/>
                <a:gd name="connsiteX404" fmla="*/ 1717358 w 1849755"/>
                <a:gd name="connsiteY404" fmla="*/ 692468 h 1850707"/>
                <a:gd name="connsiteX405" fmla="*/ 1725930 w 1849755"/>
                <a:gd name="connsiteY405" fmla="*/ 681990 h 1850707"/>
                <a:gd name="connsiteX406" fmla="*/ 1730693 w 1849755"/>
                <a:gd name="connsiteY406" fmla="*/ 670560 h 1850707"/>
                <a:gd name="connsiteX407" fmla="*/ 1729740 w 1849755"/>
                <a:gd name="connsiteY407" fmla="*/ 657225 h 1850707"/>
                <a:gd name="connsiteX408" fmla="*/ 1720215 w 1849755"/>
                <a:gd name="connsiteY408" fmla="*/ 644843 h 1850707"/>
                <a:gd name="connsiteX409" fmla="*/ 1705928 w 1849755"/>
                <a:gd name="connsiteY409" fmla="*/ 642938 h 1850707"/>
                <a:gd name="connsiteX410" fmla="*/ 1696403 w 1849755"/>
                <a:gd name="connsiteY410" fmla="*/ 651510 h 1850707"/>
                <a:gd name="connsiteX411" fmla="*/ 1693545 w 1849755"/>
                <a:gd name="connsiteY411" fmla="*/ 669608 h 1850707"/>
                <a:gd name="connsiteX412" fmla="*/ 1693545 w 1849755"/>
                <a:gd name="connsiteY412" fmla="*/ 682943 h 1850707"/>
                <a:gd name="connsiteX413" fmla="*/ 1693545 w 1849755"/>
                <a:gd name="connsiteY413" fmla="*/ 695325 h 1850707"/>
                <a:gd name="connsiteX414" fmla="*/ 1686878 w 1849755"/>
                <a:gd name="connsiteY414" fmla="*/ 717233 h 1850707"/>
                <a:gd name="connsiteX415" fmla="*/ 1668780 w 1849755"/>
                <a:gd name="connsiteY415" fmla="*/ 730568 h 1850707"/>
                <a:gd name="connsiteX416" fmla="*/ 1653540 w 1849755"/>
                <a:gd name="connsiteY416" fmla="*/ 731520 h 1850707"/>
                <a:gd name="connsiteX417" fmla="*/ 1638300 w 1849755"/>
                <a:gd name="connsiteY417" fmla="*/ 725805 h 1850707"/>
                <a:gd name="connsiteX418" fmla="*/ 1624965 w 1849755"/>
                <a:gd name="connsiteY418" fmla="*/ 713423 h 1850707"/>
                <a:gd name="connsiteX419" fmla="*/ 1611630 w 1849755"/>
                <a:gd name="connsiteY419" fmla="*/ 696278 h 1850707"/>
                <a:gd name="connsiteX420" fmla="*/ 1607820 w 1849755"/>
                <a:gd name="connsiteY420" fmla="*/ 675323 h 1850707"/>
                <a:gd name="connsiteX421" fmla="*/ 1608773 w 1849755"/>
                <a:gd name="connsiteY421" fmla="*/ 658178 h 1850707"/>
                <a:gd name="connsiteX422" fmla="*/ 1601153 w 1849755"/>
                <a:gd name="connsiteY422" fmla="*/ 654368 h 1850707"/>
                <a:gd name="connsiteX423" fmla="*/ 1599248 w 1849755"/>
                <a:gd name="connsiteY423" fmla="*/ 647700 h 1850707"/>
                <a:gd name="connsiteX424" fmla="*/ 1641158 w 1849755"/>
                <a:gd name="connsiteY424" fmla="*/ 632460 h 1850707"/>
                <a:gd name="connsiteX425" fmla="*/ 1643063 w 1849755"/>
                <a:gd name="connsiteY425" fmla="*/ 639128 h 1850707"/>
                <a:gd name="connsiteX426" fmla="*/ 1632585 w 1849755"/>
                <a:gd name="connsiteY426" fmla="*/ 649605 h 1850707"/>
                <a:gd name="connsiteX427" fmla="*/ 1624013 w 1849755"/>
                <a:gd name="connsiteY427" fmla="*/ 661988 h 1850707"/>
                <a:gd name="connsiteX428" fmla="*/ 1619250 w 1849755"/>
                <a:gd name="connsiteY428" fmla="*/ 676275 h 1850707"/>
                <a:gd name="connsiteX429" fmla="*/ 1620203 w 1849755"/>
                <a:gd name="connsiteY429" fmla="*/ 691515 h 1850707"/>
                <a:gd name="connsiteX430" fmla="*/ 1631633 w 1849755"/>
                <a:gd name="connsiteY430" fmla="*/ 706755 h 1850707"/>
                <a:gd name="connsiteX431" fmla="*/ 1646873 w 1849755"/>
                <a:gd name="connsiteY431" fmla="*/ 707708 h 1850707"/>
                <a:gd name="connsiteX432" fmla="*/ 1656398 w 1849755"/>
                <a:gd name="connsiteY432" fmla="*/ 699135 h 1850707"/>
                <a:gd name="connsiteX433" fmla="*/ 1659255 w 1849755"/>
                <a:gd name="connsiteY433" fmla="*/ 681038 h 1850707"/>
                <a:gd name="connsiteX434" fmla="*/ 1659255 w 1849755"/>
                <a:gd name="connsiteY434" fmla="*/ 666750 h 1850707"/>
                <a:gd name="connsiteX435" fmla="*/ 1659255 w 1849755"/>
                <a:gd name="connsiteY435" fmla="*/ 654368 h 1850707"/>
                <a:gd name="connsiteX436" fmla="*/ 1666875 w 1849755"/>
                <a:gd name="connsiteY436" fmla="*/ 632460 h 1850707"/>
                <a:gd name="connsiteX437" fmla="*/ 1684020 w 1849755"/>
                <a:gd name="connsiteY437" fmla="*/ 620078 h 1850707"/>
                <a:gd name="connsiteX438" fmla="*/ 1698308 w 1849755"/>
                <a:gd name="connsiteY438" fmla="*/ 618173 h 1850707"/>
                <a:gd name="connsiteX439" fmla="*/ 148590 w 1849755"/>
                <a:gd name="connsiteY439" fmla="*/ 579120 h 1850707"/>
                <a:gd name="connsiteX440" fmla="*/ 155257 w 1849755"/>
                <a:gd name="connsiteY440" fmla="*/ 581977 h 1850707"/>
                <a:gd name="connsiteX441" fmla="*/ 153352 w 1849755"/>
                <a:gd name="connsiteY441" fmla="*/ 588645 h 1850707"/>
                <a:gd name="connsiteX442" fmla="*/ 152400 w 1849755"/>
                <a:gd name="connsiteY442" fmla="*/ 595312 h 1850707"/>
                <a:gd name="connsiteX443" fmla="*/ 154305 w 1849755"/>
                <a:gd name="connsiteY443" fmla="*/ 601027 h 1850707"/>
                <a:gd name="connsiteX444" fmla="*/ 159067 w 1849755"/>
                <a:gd name="connsiteY444" fmla="*/ 603885 h 1850707"/>
                <a:gd name="connsiteX445" fmla="*/ 239077 w 1849755"/>
                <a:gd name="connsiteY445" fmla="*/ 636270 h 1850707"/>
                <a:gd name="connsiteX446" fmla="*/ 243840 w 1849755"/>
                <a:gd name="connsiteY446" fmla="*/ 637222 h 1850707"/>
                <a:gd name="connsiteX447" fmla="*/ 248602 w 1849755"/>
                <a:gd name="connsiteY447" fmla="*/ 634365 h 1850707"/>
                <a:gd name="connsiteX448" fmla="*/ 252412 w 1849755"/>
                <a:gd name="connsiteY448" fmla="*/ 629602 h 1850707"/>
                <a:gd name="connsiteX449" fmla="*/ 256222 w 1849755"/>
                <a:gd name="connsiteY449" fmla="*/ 622935 h 1850707"/>
                <a:gd name="connsiteX450" fmla="*/ 263842 w 1849755"/>
                <a:gd name="connsiteY450" fmla="*/ 624840 h 1850707"/>
                <a:gd name="connsiteX451" fmla="*/ 238125 w 1849755"/>
                <a:gd name="connsiteY451" fmla="*/ 687705 h 1850707"/>
                <a:gd name="connsiteX452" fmla="*/ 231457 w 1849755"/>
                <a:gd name="connsiteY452" fmla="*/ 684847 h 1850707"/>
                <a:gd name="connsiteX453" fmla="*/ 233362 w 1849755"/>
                <a:gd name="connsiteY453" fmla="*/ 678180 h 1850707"/>
                <a:gd name="connsiteX454" fmla="*/ 234315 w 1849755"/>
                <a:gd name="connsiteY454" fmla="*/ 672465 h 1850707"/>
                <a:gd name="connsiteX455" fmla="*/ 232410 w 1849755"/>
                <a:gd name="connsiteY455" fmla="*/ 667702 h 1850707"/>
                <a:gd name="connsiteX456" fmla="*/ 227647 w 1849755"/>
                <a:gd name="connsiteY456" fmla="*/ 664845 h 1850707"/>
                <a:gd name="connsiteX457" fmla="*/ 147637 w 1849755"/>
                <a:gd name="connsiteY457" fmla="*/ 632460 h 1850707"/>
                <a:gd name="connsiteX458" fmla="*/ 142875 w 1849755"/>
                <a:gd name="connsiteY458" fmla="*/ 631507 h 1850707"/>
                <a:gd name="connsiteX459" fmla="*/ 138112 w 1849755"/>
                <a:gd name="connsiteY459" fmla="*/ 634365 h 1850707"/>
                <a:gd name="connsiteX460" fmla="*/ 134302 w 1849755"/>
                <a:gd name="connsiteY460" fmla="*/ 639127 h 1850707"/>
                <a:gd name="connsiteX461" fmla="*/ 130492 w 1849755"/>
                <a:gd name="connsiteY461" fmla="*/ 644842 h 1850707"/>
                <a:gd name="connsiteX462" fmla="*/ 123825 w 1849755"/>
                <a:gd name="connsiteY462" fmla="*/ 641985 h 1850707"/>
                <a:gd name="connsiteX463" fmla="*/ 1624013 w 1849755"/>
                <a:gd name="connsiteY463" fmla="*/ 458153 h 1850707"/>
                <a:gd name="connsiteX464" fmla="*/ 1581150 w 1849755"/>
                <a:gd name="connsiteY464" fmla="*/ 485775 h 1850707"/>
                <a:gd name="connsiteX465" fmla="*/ 1584960 w 1849755"/>
                <a:gd name="connsiteY465" fmla="*/ 491490 h 1850707"/>
                <a:gd name="connsiteX466" fmla="*/ 1601153 w 1849755"/>
                <a:gd name="connsiteY466" fmla="*/ 503873 h 1850707"/>
                <a:gd name="connsiteX467" fmla="*/ 1622108 w 1849755"/>
                <a:gd name="connsiteY467" fmla="*/ 498158 h 1850707"/>
                <a:gd name="connsiteX468" fmla="*/ 1633538 w 1849755"/>
                <a:gd name="connsiteY468" fmla="*/ 482918 h 1850707"/>
                <a:gd name="connsiteX469" fmla="*/ 1627823 w 1849755"/>
                <a:gd name="connsiteY469" fmla="*/ 463868 h 1850707"/>
                <a:gd name="connsiteX470" fmla="*/ 1603058 w 1849755"/>
                <a:gd name="connsiteY470" fmla="*/ 412433 h 1850707"/>
                <a:gd name="connsiteX471" fmla="*/ 1640205 w 1849755"/>
                <a:gd name="connsiteY471" fmla="*/ 469583 h 1850707"/>
                <a:gd name="connsiteX472" fmla="*/ 1653540 w 1849755"/>
                <a:gd name="connsiteY472" fmla="*/ 502920 h 1850707"/>
                <a:gd name="connsiteX473" fmla="*/ 1642110 w 1849755"/>
                <a:gd name="connsiteY473" fmla="*/ 524828 h 1850707"/>
                <a:gd name="connsiteX474" fmla="*/ 1621155 w 1849755"/>
                <a:gd name="connsiteY474" fmla="*/ 529590 h 1850707"/>
                <a:gd name="connsiteX475" fmla="*/ 1599248 w 1849755"/>
                <a:gd name="connsiteY475" fmla="*/ 517208 h 1850707"/>
                <a:gd name="connsiteX476" fmla="*/ 1591628 w 1849755"/>
                <a:gd name="connsiteY476" fmla="*/ 538163 h 1850707"/>
                <a:gd name="connsiteX477" fmla="*/ 1583055 w 1849755"/>
                <a:gd name="connsiteY477" fmla="*/ 562928 h 1850707"/>
                <a:gd name="connsiteX478" fmla="*/ 1580198 w 1849755"/>
                <a:gd name="connsiteY478" fmla="*/ 573405 h 1850707"/>
                <a:gd name="connsiteX479" fmla="*/ 1579245 w 1849755"/>
                <a:gd name="connsiteY479" fmla="*/ 583883 h 1850707"/>
                <a:gd name="connsiteX480" fmla="*/ 1581150 w 1849755"/>
                <a:gd name="connsiteY480" fmla="*/ 588645 h 1850707"/>
                <a:gd name="connsiteX481" fmla="*/ 1583055 w 1849755"/>
                <a:gd name="connsiteY481" fmla="*/ 592455 h 1850707"/>
                <a:gd name="connsiteX482" fmla="*/ 1577340 w 1849755"/>
                <a:gd name="connsiteY482" fmla="*/ 596265 h 1850707"/>
                <a:gd name="connsiteX483" fmla="*/ 1551623 w 1849755"/>
                <a:gd name="connsiteY483" fmla="*/ 557213 h 1850707"/>
                <a:gd name="connsiteX484" fmla="*/ 1565910 w 1849755"/>
                <a:gd name="connsiteY484" fmla="*/ 524828 h 1850707"/>
                <a:gd name="connsiteX485" fmla="*/ 1576388 w 1849755"/>
                <a:gd name="connsiteY485" fmla="*/ 494348 h 1850707"/>
                <a:gd name="connsiteX486" fmla="*/ 1573530 w 1849755"/>
                <a:gd name="connsiteY486" fmla="*/ 490538 h 1850707"/>
                <a:gd name="connsiteX487" fmla="*/ 1542098 w 1849755"/>
                <a:gd name="connsiteY487" fmla="*/ 510540 h 1850707"/>
                <a:gd name="connsiteX488" fmla="*/ 1538288 w 1849755"/>
                <a:gd name="connsiteY488" fmla="*/ 514350 h 1850707"/>
                <a:gd name="connsiteX489" fmla="*/ 1537335 w 1849755"/>
                <a:gd name="connsiteY489" fmla="*/ 520065 h 1850707"/>
                <a:gd name="connsiteX490" fmla="*/ 1539240 w 1849755"/>
                <a:gd name="connsiteY490" fmla="*/ 524828 h 1850707"/>
                <a:gd name="connsiteX491" fmla="*/ 1541145 w 1849755"/>
                <a:gd name="connsiteY491" fmla="*/ 530543 h 1850707"/>
                <a:gd name="connsiteX492" fmla="*/ 1535430 w 1849755"/>
                <a:gd name="connsiteY492" fmla="*/ 534353 h 1850707"/>
                <a:gd name="connsiteX493" fmla="*/ 1500188 w 1849755"/>
                <a:gd name="connsiteY493" fmla="*/ 479108 h 1850707"/>
                <a:gd name="connsiteX494" fmla="*/ 1505903 w 1849755"/>
                <a:gd name="connsiteY494" fmla="*/ 475298 h 1850707"/>
                <a:gd name="connsiteX495" fmla="*/ 1509713 w 1849755"/>
                <a:gd name="connsiteY495" fmla="*/ 481013 h 1850707"/>
                <a:gd name="connsiteX496" fmla="*/ 1513523 w 1849755"/>
                <a:gd name="connsiteY496" fmla="*/ 484823 h 1850707"/>
                <a:gd name="connsiteX497" fmla="*/ 1519238 w 1849755"/>
                <a:gd name="connsiteY497" fmla="*/ 486728 h 1850707"/>
                <a:gd name="connsiteX498" fmla="*/ 1524000 w 1849755"/>
                <a:gd name="connsiteY498" fmla="*/ 484823 h 1850707"/>
                <a:gd name="connsiteX499" fmla="*/ 1596390 w 1849755"/>
                <a:gd name="connsiteY499" fmla="*/ 438150 h 1850707"/>
                <a:gd name="connsiteX500" fmla="*/ 1600200 w 1849755"/>
                <a:gd name="connsiteY500" fmla="*/ 434340 h 1850707"/>
                <a:gd name="connsiteX501" fmla="*/ 1601153 w 1849755"/>
                <a:gd name="connsiteY501" fmla="*/ 428625 h 1850707"/>
                <a:gd name="connsiteX502" fmla="*/ 1599248 w 1849755"/>
                <a:gd name="connsiteY502" fmla="*/ 421958 h 1850707"/>
                <a:gd name="connsiteX503" fmla="*/ 1597343 w 1849755"/>
                <a:gd name="connsiteY503" fmla="*/ 416243 h 1850707"/>
                <a:gd name="connsiteX504" fmla="*/ 1016318 w 1849755"/>
                <a:gd name="connsiteY504" fmla="*/ 398145 h 1850707"/>
                <a:gd name="connsiteX505" fmla="*/ 968693 w 1849755"/>
                <a:gd name="connsiteY505" fmla="*/ 447675 h 1850707"/>
                <a:gd name="connsiteX506" fmla="*/ 968693 w 1849755"/>
                <a:gd name="connsiteY506" fmla="*/ 449580 h 1850707"/>
                <a:gd name="connsiteX507" fmla="*/ 968693 w 1849755"/>
                <a:gd name="connsiteY507" fmla="*/ 733425 h 1850707"/>
                <a:gd name="connsiteX508" fmla="*/ 968693 w 1849755"/>
                <a:gd name="connsiteY508" fmla="*/ 758190 h 1850707"/>
                <a:gd name="connsiteX509" fmla="*/ 1005840 w 1849755"/>
                <a:gd name="connsiteY509" fmla="*/ 803910 h 1850707"/>
                <a:gd name="connsiteX510" fmla="*/ 1188720 w 1849755"/>
                <a:gd name="connsiteY510" fmla="*/ 899160 h 1850707"/>
                <a:gd name="connsiteX511" fmla="*/ 1351598 w 1849755"/>
                <a:gd name="connsiteY511" fmla="*/ 1087755 h 1850707"/>
                <a:gd name="connsiteX512" fmla="*/ 1418273 w 1849755"/>
                <a:gd name="connsiteY512" fmla="*/ 1102043 h 1850707"/>
                <a:gd name="connsiteX513" fmla="*/ 1440180 w 1849755"/>
                <a:gd name="connsiteY513" fmla="*/ 1062038 h 1850707"/>
                <a:gd name="connsiteX514" fmla="*/ 1432560 w 1849755"/>
                <a:gd name="connsiteY514" fmla="*/ 1035368 h 1850707"/>
                <a:gd name="connsiteX515" fmla="*/ 1249680 w 1849755"/>
                <a:gd name="connsiteY515" fmla="*/ 825818 h 1850707"/>
                <a:gd name="connsiteX516" fmla="*/ 1066800 w 1849755"/>
                <a:gd name="connsiteY516" fmla="*/ 721995 h 1850707"/>
                <a:gd name="connsiteX517" fmla="*/ 1066800 w 1849755"/>
                <a:gd name="connsiteY517" fmla="*/ 611505 h 1850707"/>
                <a:gd name="connsiteX518" fmla="*/ 1331595 w 1849755"/>
                <a:gd name="connsiteY518" fmla="*/ 757238 h 1850707"/>
                <a:gd name="connsiteX519" fmla="*/ 1399223 w 1849755"/>
                <a:gd name="connsiteY519" fmla="*/ 751523 h 1850707"/>
                <a:gd name="connsiteX520" fmla="*/ 1393508 w 1849755"/>
                <a:gd name="connsiteY520" fmla="*/ 683895 h 1850707"/>
                <a:gd name="connsiteX521" fmla="*/ 1223010 w 1849755"/>
                <a:gd name="connsiteY521" fmla="*/ 570548 h 1850707"/>
                <a:gd name="connsiteX522" fmla="*/ 1065848 w 1849755"/>
                <a:gd name="connsiteY522" fmla="*/ 512445 h 1850707"/>
                <a:gd name="connsiteX523" fmla="*/ 1065848 w 1849755"/>
                <a:gd name="connsiteY523" fmla="*/ 447675 h 1850707"/>
                <a:gd name="connsiteX524" fmla="*/ 1016318 w 1849755"/>
                <a:gd name="connsiteY524" fmla="*/ 398145 h 1850707"/>
                <a:gd name="connsiteX525" fmla="*/ 833438 w 1849755"/>
                <a:gd name="connsiteY525" fmla="*/ 398145 h 1850707"/>
                <a:gd name="connsiteX526" fmla="*/ 783908 w 1849755"/>
                <a:gd name="connsiteY526" fmla="*/ 447675 h 1850707"/>
                <a:gd name="connsiteX527" fmla="*/ 783908 w 1849755"/>
                <a:gd name="connsiteY527" fmla="*/ 512445 h 1850707"/>
                <a:gd name="connsiteX528" fmla="*/ 626745 w 1849755"/>
                <a:gd name="connsiteY528" fmla="*/ 570548 h 1850707"/>
                <a:gd name="connsiteX529" fmla="*/ 456248 w 1849755"/>
                <a:gd name="connsiteY529" fmla="*/ 683895 h 1850707"/>
                <a:gd name="connsiteX530" fmla="*/ 451485 w 1849755"/>
                <a:gd name="connsiteY530" fmla="*/ 751523 h 1850707"/>
                <a:gd name="connsiteX531" fmla="*/ 519113 w 1849755"/>
                <a:gd name="connsiteY531" fmla="*/ 757238 h 1850707"/>
                <a:gd name="connsiteX532" fmla="*/ 783908 w 1849755"/>
                <a:gd name="connsiteY532" fmla="*/ 611505 h 1850707"/>
                <a:gd name="connsiteX533" fmla="*/ 783908 w 1849755"/>
                <a:gd name="connsiteY533" fmla="*/ 721995 h 1850707"/>
                <a:gd name="connsiteX534" fmla="*/ 601028 w 1849755"/>
                <a:gd name="connsiteY534" fmla="*/ 825818 h 1850707"/>
                <a:gd name="connsiteX535" fmla="*/ 418148 w 1849755"/>
                <a:gd name="connsiteY535" fmla="*/ 1035368 h 1850707"/>
                <a:gd name="connsiteX536" fmla="*/ 410528 w 1849755"/>
                <a:gd name="connsiteY536" fmla="*/ 1062038 h 1850707"/>
                <a:gd name="connsiteX537" fmla="*/ 432435 w 1849755"/>
                <a:gd name="connsiteY537" fmla="*/ 1102043 h 1850707"/>
                <a:gd name="connsiteX538" fmla="*/ 499110 w 1849755"/>
                <a:gd name="connsiteY538" fmla="*/ 1087755 h 1850707"/>
                <a:gd name="connsiteX539" fmla="*/ 661988 w 1849755"/>
                <a:gd name="connsiteY539" fmla="*/ 899160 h 1850707"/>
                <a:gd name="connsiteX540" fmla="*/ 844868 w 1849755"/>
                <a:gd name="connsiteY540" fmla="*/ 803910 h 1850707"/>
                <a:gd name="connsiteX541" fmla="*/ 882015 w 1849755"/>
                <a:gd name="connsiteY541" fmla="*/ 758190 h 1850707"/>
                <a:gd name="connsiteX542" fmla="*/ 882015 w 1849755"/>
                <a:gd name="connsiteY542" fmla="*/ 733425 h 1850707"/>
                <a:gd name="connsiteX543" fmla="*/ 882015 w 1849755"/>
                <a:gd name="connsiteY543" fmla="*/ 449580 h 1850707"/>
                <a:gd name="connsiteX544" fmla="*/ 882015 w 1849755"/>
                <a:gd name="connsiteY544" fmla="*/ 447675 h 1850707"/>
                <a:gd name="connsiteX545" fmla="*/ 833438 w 1849755"/>
                <a:gd name="connsiteY545" fmla="*/ 398145 h 1850707"/>
                <a:gd name="connsiteX546" fmla="*/ 278130 w 1849755"/>
                <a:gd name="connsiteY546" fmla="*/ 373380 h 1850707"/>
                <a:gd name="connsiteX547" fmla="*/ 283845 w 1849755"/>
                <a:gd name="connsiteY547" fmla="*/ 377190 h 1850707"/>
                <a:gd name="connsiteX548" fmla="*/ 280987 w 1849755"/>
                <a:gd name="connsiteY548" fmla="*/ 382905 h 1850707"/>
                <a:gd name="connsiteX549" fmla="*/ 279082 w 1849755"/>
                <a:gd name="connsiteY549" fmla="*/ 391477 h 1850707"/>
                <a:gd name="connsiteX550" fmla="*/ 282892 w 1849755"/>
                <a:gd name="connsiteY550" fmla="*/ 400050 h 1850707"/>
                <a:gd name="connsiteX551" fmla="*/ 295275 w 1849755"/>
                <a:gd name="connsiteY551" fmla="*/ 410527 h 1850707"/>
                <a:gd name="connsiteX552" fmla="*/ 366712 w 1849755"/>
                <a:gd name="connsiteY552" fmla="*/ 461962 h 1850707"/>
                <a:gd name="connsiteX553" fmla="*/ 358140 w 1849755"/>
                <a:gd name="connsiteY553" fmla="*/ 474345 h 1850707"/>
                <a:gd name="connsiteX554" fmla="*/ 237172 w 1849755"/>
                <a:gd name="connsiteY554" fmla="*/ 481012 h 1850707"/>
                <a:gd name="connsiteX555" fmla="*/ 283845 w 1849755"/>
                <a:gd name="connsiteY555" fmla="*/ 514350 h 1850707"/>
                <a:gd name="connsiteX556" fmla="*/ 298132 w 1849755"/>
                <a:gd name="connsiteY556" fmla="*/ 522922 h 1850707"/>
                <a:gd name="connsiteX557" fmla="*/ 307657 w 1849755"/>
                <a:gd name="connsiteY557" fmla="*/ 523875 h 1850707"/>
                <a:gd name="connsiteX558" fmla="*/ 314325 w 1849755"/>
                <a:gd name="connsiteY558" fmla="*/ 520065 h 1850707"/>
                <a:gd name="connsiteX559" fmla="*/ 320992 w 1849755"/>
                <a:gd name="connsiteY559" fmla="*/ 514350 h 1850707"/>
                <a:gd name="connsiteX560" fmla="*/ 326707 w 1849755"/>
                <a:gd name="connsiteY560" fmla="*/ 518160 h 1850707"/>
                <a:gd name="connsiteX561" fmla="*/ 296227 w 1849755"/>
                <a:gd name="connsiteY561" fmla="*/ 561022 h 1850707"/>
                <a:gd name="connsiteX562" fmla="*/ 290512 w 1849755"/>
                <a:gd name="connsiteY562" fmla="*/ 557212 h 1850707"/>
                <a:gd name="connsiteX563" fmla="*/ 294322 w 1849755"/>
                <a:gd name="connsiteY563" fmla="*/ 550545 h 1850707"/>
                <a:gd name="connsiteX564" fmla="*/ 296227 w 1849755"/>
                <a:gd name="connsiteY564" fmla="*/ 542925 h 1850707"/>
                <a:gd name="connsiteX565" fmla="*/ 292417 w 1849755"/>
                <a:gd name="connsiteY565" fmla="*/ 534352 h 1850707"/>
                <a:gd name="connsiteX566" fmla="*/ 279082 w 1849755"/>
                <a:gd name="connsiteY566" fmla="*/ 523875 h 1850707"/>
                <a:gd name="connsiteX567" fmla="*/ 232410 w 1849755"/>
                <a:gd name="connsiteY567" fmla="*/ 490537 h 1850707"/>
                <a:gd name="connsiteX568" fmla="*/ 224790 w 1849755"/>
                <a:gd name="connsiteY568" fmla="*/ 486727 h 1850707"/>
                <a:gd name="connsiteX569" fmla="*/ 217170 w 1849755"/>
                <a:gd name="connsiteY569" fmla="*/ 485775 h 1850707"/>
                <a:gd name="connsiteX570" fmla="*/ 209550 w 1849755"/>
                <a:gd name="connsiteY570" fmla="*/ 488632 h 1850707"/>
                <a:gd name="connsiteX571" fmla="*/ 201930 w 1849755"/>
                <a:gd name="connsiteY571" fmla="*/ 494347 h 1850707"/>
                <a:gd name="connsiteX572" fmla="*/ 196215 w 1849755"/>
                <a:gd name="connsiteY572" fmla="*/ 490537 h 1850707"/>
                <a:gd name="connsiteX573" fmla="*/ 222885 w 1849755"/>
                <a:gd name="connsiteY573" fmla="*/ 453390 h 1850707"/>
                <a:gd name="connsiteX574" fmla="*/ 328612 w 1849755"/>
                <a:gd name="connsiteY574" fmla="*/ 447675 h 1850707"/>
                <a:gd name="connsiteX575" fmla="*/ 290512 w 1849755"/>
                <a:gd name="connsiteY575" fmla="*/ 421005 h 1850707"/>
                <a:gd name="connsiteX576" fmla="*/ 276225 w 1849755"/>
                <a:gd name="connsiteY576" fmla="*/ 412432 h 1850707"/>
                <a:gd name="connsiteX577" fmla="*/ 266700 w 1849755"/>
                <a:gd name="connsiteY577" fmla="*/ 411480 h 1850707"/>
                <a:gd name="connsiteX578" fmla="*/ 260032 w 1849755"/>
                <a:gd name="connsiteY578" fmla="*/ 415290 h 1850707"/>
                <a:gd name="connsiteX579" fmla="*/ 253365 w 1849755"/>
                <a:gd name="connsiteY579" fmla="*/ 420052 h 1850707"/>
                <a:gd name="connsiteX580" fmla="*/ 247650 w 1849755"/>
                <a:gd name="connsiteY580" fmla="*/ 415290 h 1850707"/>
                <a:gd name="connsiteX581" fmla="*/ 925830 w 1849755"/>
                <a:gd name="connsiteY581" fmla="*/ 296228 h 1850707"/>
                <a:gd name="connsiteX582" fmla="*/ 1555433 w 1849755"/>
                <a:gd name="connsiteY582" fmla="*/ 925830 h 1850707"/>
                <a:gd name="connsiteX583" fmla="*/ 925830 w 1849755"/>
                <a:gd name="connsiteY583" fmla="*/ 1555433 h 1850707"/>
                <a:gd name="connsiteX584" fmla="*/ 296228 w 1849755"/>
                <a:gd name="connsiteY584" fmla="*/ 925830 h 1850707"/>
                <a:gd name="connsiteX585" fmla="*/ 925830 w 1849755"/>
                <a:gd name="connsiteY585" fmla="*/ 296228 h 1850707"/>
                <a:gd name="connsiteX586" fmla="*/ 925830 w 1849755"/>
                <a:gd name="connsiteY586" fmla="*/ 261937 h 1850707"/>
                <a:gd name="connsiteX587" fmla="*/ 667702 w 1849755"/>
                <a:gd name="connsiteY587" fmla="*/ 314325 h 1850707"/>
                <a:gd name="connsiteX588" fmla="*/ 456247 w 1849755"/>
                <a:gd name="connsiteY588" fmla="*/ 456247 h 1850707"/>
                <a:gd name="connsiteX589" fmla="*/ 314325 w 1849755"/>
                <a:gd name="connsiteY589" fmla="*/ 667702 h 1850707"/>
                <a:gd name="connsiteX590" fmla="*/ 261937 w 1849755"/>
                <a:gd name="connsiteY590" fmla="*/ 925830 h 1850707"/>
                <a:gd name="connsiteX591" fmla="*/ 314325 w 1849755"/>
                <a:gd name="connsiteY591" fmla="*/ 1183957 h 1850707"/>
                <a:gd name="connsiteX592" fmla="*/ 456247 w 1849755"/>
                <a:gd name="connsiteY592" fmla="*/ 1395412 h 1850707"/>
                <a:gd name="connsiteX593" fmla="*/ 667702 w 1849755"/>
                <a:gd name="connsiteY593" fmla="*/ 1537335 h 1850707"/>
                <a:gd name="connsiteX594" fmla="*/ 925830 w 1849755"/>
                <a:gd name="connsiteY594" fmla="*/ 1589722 h 1850707"/>
                <a:gd name="connsiteX595" fmla="*/ 1183957 w 1849755"/>
                <a:gd name="connsiteY595" fmla="*/ 1537335 h 1850707"/>
                <a:gd name="connsiteX596" fmla="*/ 1395412 w 1849755"/>
                <a:gd name="connsiteY596" fmla="*/ 1395412 h 1850707"/>
                <a:gd name="connsiteX597" fmla="*/ 1537335 w 1849755"/>
                <a:gd name="connsiteY597" fmla="*/ 1183957 h 1850707"/>
                <a:gd name="connsiteX598" fmla="*/ 1589722 w 1849755"/>
                <a:gd name="connsiteY598" fmla="*/ 925830 h 1850707"/>
                <a:gd name="connsiteX599" fmla="*/ 1537335 w 1849755"/>
                <a:gd name="connsiteY599" fmla="*/ 667702 h 1850707"/>
                <a:gd name="connsiteX600" fmla="*/ 1395412 w 1849755"/>
                <a:gd name="connsiteY600" fmla="*/ 456247 h 1850707"/>
                <a:gd name="connsiteX601" fmla="*/ 1183957 w 1849755"/>
                <a:gd name="connsiteY601" fmla="*/ 314325 h 1850707"/>
                <a:gd name="connsiteX602" fmla="*/ 925830 w 1849755"/>
                <a:gd name="connsiteY602" fmla="*/ 261937 h 1850707"/>
                <a:gd name="connsiteX603" fmla="*/ 1454467 w 1849755"/>
                <a:gd name="connsiteY603" fmla="*/ 259080 h 1850707"/>
                <a:gd name="connsiteX604" fmla="*/ 1534477 w 1849755"/>
                <a:gd name="connsiteY604" fmla="*/ 331470 h 1850707"/>
                <a:gd name="connsiteX605" fmla="*/ 1514475 w 1849755"/>
                <a:gd name="connsiteY605" fmla="*/ 356235 h 1850707"/>
                <a:gd name="connsiteX606" fmla="*/ 1509712 w 1849755"/>
                <a:gd name="connsiteY606" fmla="*/ 351472 h 1850707"/>
                <a:gd name="connsiteX607" fmla="*/ 1512570 w 1849755"/>
                <a:gd name="connsiteY607" fmla="*/ 335280 h 1850707"/>
                <a:gd name="connsiteX608" fmla="*/ 1509712 w 1849755"/>
                <a:gd name="connsiteY608" fmla="*/ 320992 h 1850707"/>
                <a:gd name="connsiteX609" fmla="*/ 1504950 w 1849755"/>
                <a:gd name="connsiteY609" fmla="*/ 315277 h 1850707"/>
                <a:gd name="connsiteX610" fmla="*/ 1499235 w 1849755"/>
                <a:gd name="connsiteY610" fmla="*/ 309562 h 1850707"/>
                <a:gd name="connsiteX611" fmla="*/ 1485900 w 1849755"/>
                <a:gd name="connsiteY611" fmla="*/ 298132 h 1850707"/>
                <a:gd name="connsiteX612" fmla="*/ 1454467 w 1849755"/>
                <a:gd name="connsiteY612" fmla="*/ 332422 h 1850707"/>
                <a:gd name="connsiteX613" fmla="*/ 1463992 w 1849755"/>
                <a:gd name="connsiteY613" fmla="*/ 340995 h 1850707"/>
                <a:gd name="connsiteX614" fmla="*/ 1470660 w 1849755"/>
                <a:gd name="connsiteY614" fmla="*/ 345757 h 1850707"/>
                <a:gd name="connsiteX615" fmla="*/ 1479232 w 1849755"/>
                <a:gd name="connsiteY615" fmla="*/ 347662 h 1850707"/>
                <a:gd name="connsiteX616" fmla="*/ 1486852 w 1849755"/>
                <a:gd name="connsiteY616" fmla="*/ 344805 h 1850707"/>
                <a:gd name="connsiteX617" fmla="*/ 1494472 w 1849755"/>
                <a:gd name="connsiteY617" fmla="*/ 340042 h 1850707"/>
                <a:gd name="connsiteX618" fmla="*/ 1499235 w 1849755"/>
                <a:gd name="connsiteY618" fmla="*/ 344805 h 1850707"/>
                <a:gd name="connsiteX619" fmla="*/ 1464945 w 1849755"/>
                <a:gd name="connsiteY619" fmla="*/ 381952 h 1850707"/>
                <a:gd name="connsiteX620" fmla="*/ 1460182 w 1849755"/>
                <a:gd name="connsiteY620" fmla="*/ 377190 h 1850707"/>
                <a:gd name="connsiteX621" fmla="*/ 1463992 w 1849755"/>
                <a:gd name="connsiteY621" fmla="*/ 368617 h 1850707"/>
                <a:gd name="connsiteX622" fmla="*/ 1465897 w 1849755"/>
                <a:gd name="connsiteY622" fmla="*/ 360045 h 1850707"/>
                <a:gd name="connsiteX623" fmla="*/ 1463992 w 1849755"/>
                <a:gd name="connsiteY623" fmla="*/ 352425 h 1850707"/>
                <a:gd name="connsiteX624" fmla="*/ 1458277 w 1849755"/>
                <a:gd name="connsiteY624" fmla="*/ 345757 h 1850707"/>
                <a:gd name="connsiteX625" fmla="*/ 1448752 w 1849755"/>
                <a:gd name="connsiteY625" fmla="*/ 337185 h 1850707"/>
                <a:gd name="connsiteX626" fmla="*/ 1424940 w 1849755"/>
                <a:gd name="connsiteY626" fmla="*/ 362902 h 1850707"/>
                <a:gd name="connsiteX627" fmla="*/ 1419225 w 1849755"/>
                <a:gd name="connsiteY627" fmla="*/ 369570 h 1850707"/>
                <a:gd name="connsiteX628" fmla="*/ 1418272 w 1849755"/>
                <a:gd name="connsiteY628" fmla="*/ 375285 h 1850707"/>
                <a:gd name="connsiteX629" fmla="*/ 1421130 w 1849755"/>
                <a:gd name="connsiteY629" fmla="*/ 381000 h 1850707"/>
                <a:gd name="connsiteX630" fmla="*/ 1428750 w 1849755"/>
                <a:gd name="connsiteY630" fmla="*/ 388620 h 1850707"/>
                <a:gd name="connsiteX631" fmla="*/ 1434465 w 1849755"/>
                <a:gd name="connsiteY631" fmla="*/ 393382 h 1850707"/>
                <a:gd name="connsiteX632" fmla="*/ 1440180 w 1849755"/>
                <a:gd name="connsiteY632" fmla="*/ 398145 h 1850707"/>
                <a:gd name="connsiteX633" fmla="*/ 1445895 w 1849755"/>
                <a:gd name="connsiteY633" fmla="*/ 401955 h 1850707"/>
                <a:gd name="connsiteX634" fmla="*/ 1450657 w 1849755"/>
                <a:gd name="connsiteY634" fmla="*/ 402907 h 1850707"/>
                <a:gd name="connsiteX635" fmla="*/ 1465897 w 1849755"/>
                <a:gd name="connsiteY635" fmla="*/ 400050 h 1850707"/>
                <a:gd name="connsiteX636" fmla="*/ 1479232 w 1849755"/>
                <a:gd name="connsiteY636" fmla="*/ 395287 h 1850707"/>
                <a:gd name="connsiteX637" fmla="*/ 1483995 w 1849755"/>
                <a:gd name="connsiteY637" fmla="*/ 399097 h 1850707"/>
                <a:gd name="connsiteX638" fmla="*/ 1456372 w 1849755"/>
                <a:gd name="connsiteY638" fmla="*/ 425767 h 1850707"/>
                <a:gd name="connsiteX639" fmla="*/ 1371600 w 1849755"/>
                <a:gd name="connsiteY639" fmla="*/ 348615 h 1850707"/>
                <a:gd name="connsiteX640" fmla="*/ 1376362 w 1849755"/>
                <a:gd name="connsiteY640" fmla="*/ 343852 h 1850707"/>
                <a:gd name="connsiteX641" fmla="*/ 1382077 w 1849755"/>
                <a:gd name="connsiteY641" fmla="*/ 347662 h 1850707"/>
                <a:gd name="connsiteX642" fmla="*/ 1386840 w 1849755"/>
                <a:gd name="connsiteY642" fmla="*/ 350520 h 1850707"/>
                <a:gd name="connsiteX643" fmla="*/ 1392555 w 1849755"/>
                <a:gd name="connsiteY643" fmla="*/ 351472 h 1850707"/>
                <a:gd name="connsiteX644" fmla="*/ 1397317 w 1849755"/>
                <a:gd name="connsiteY644" fmla="*/ 348615 h 1850707"/>
                <a:gd name="connsiteX645" fmla="*/ 1455420 w 1849755"/>
                <a:gd name="connsiteY645" fmla="*/ 284797 h 1850707"/>
                <a:gd name="connsiteX646" fmla="*/ 1458277 w 1849755"/>
                <a:gd name="connsiteY646" fmla="*/ 280035 h 1850707"/>
                <a:gd name="connsiteX647" fmla="*/ 1457325 w 1849755"/>
                <a:gd name="connsiteY647" fmla="*/ 274320 h 1850707"/>
                <a:gd name="connsiteX648" fmla="*/ 1453515 w 1849755"/>
                <a:gd name="connsiteY648" fmla="*/ 268605 h 1850707"/>
                <a:gd name="connsiteX649" fmla="*/ 1449705 w 1849755"/>
                <a:gd name="connsiteY649" fmla="*/ 263842 h 1850707"/>
                <a:gd name="connsiteX650" fmla="*/ 925830 w 1849755"/>
                <a:gd name="connsiteY650" fmla="*/ 241935 h 1850707"/>
                <a:gd name="connsiteX651" fmla="*/ 1192530 w 1849755"/>
                <a:gd name="connsiteY651" fmla="*/ 295275 h 1850707"/>
                <a:gd name="connsiteX652" fmla="*/ 1409700 w 1849755"/>
                <a:gd name="connsiteY652" fmla="*/ 441960 h 1850707"/>
                <a:gd name="connsiteX653" fmla="*/ 1556385 w 1849755"/>
                <a:gd name="connsiteY653" fmla="*/ 659130 h 1850707"/>
                <a:gd name="connsiteX654" fmla="*/ 1610677 w 1849755"/>
                <a:gd name="connsiteY654" fmla="*/ 925830 h 1850707"/>
                <a:gd name="connsiteX655" fmla="*/ 1556385 w 1849755"/>
                <a:gd name="connsiteY655" fmla="*/ 1192530 h 1850707"/>
                <a:gd name="connsiteX656" fmla="*/ 1409700 w 1849755"/>
                <a:gd name="connsiteY656" fmla="*/ 1409700 h 1850707"/>
                <a:gd name="connsiteX657" fmla="*/ 1192530 w 1849755"/>
                <a:gd name="connsiteY657" fmla="*/ 1556385 h 1850707"/>
                <a:gd name="connsiteX658" fmla="*/ 925830 w 1849755"/>
                <a:gd name="connsiteY658" fmla="*/ 1610677 h 1850707"/>
                <a:gd name="connsiteX659" fmla="*/ 659130 w 1849755"/>
                <a:gd name="connsiteY659" fmla="*/ 1556385 h 1850707"/>
                <a:gd name="connsiteX660" fmla="*/ 441960 w 1849755"/>
                <a:gd name="connsiteY660" fmla="*/ 1409700 h 1850707"/>
                <a:gd name="connsiteX661" fmla="*/ 295275 w 1849755"/>
                <a:gd name="connsiteY661" fmla="*/ 1192530 h 1850707"/>
                <a:gd name="connsiteX662" fmla="*/ 241935 w 1849755"/>
                <a:gd name="connsiteY662" fmla="*/ 925830 h 1850707"/>
                <a:gd name="connsiteX663" fmla="*/ 295275 w 1849755"/>
                <a:gd name="connsiteY663" fmla="*/ 659130 h 1850707"/>
                <a:gd name="connsiteX664" fmla="*/ 441960 w 1849755"/>
                <a:gd name="connsiteY664" fmla="*/ 441960 h 1850707"/>
                <a:gd name="connsiteX665" fmla="*/ 659130 w 1849755"/>
                <a:gd name="connsiteY665" fmla="*/ 295275 h 1850707"/>
                <a:gd name="connsiteX666" fmla="*/ 925830 w 1849755"/>
                <a:gd name="connsiteY666" fmla="*/ 241935 h 1850707"/>
                <a:gd name="connsiteX667" fmla="*/ 435292 w 1849755"/>
                <a:gd name="connsiteY667" fmla="*/ 233363 h 1850707"/>
                <a:gd name="connsiteX668" fmla="*/ 463867 w 1849755"/>
                <a:gd name="connsiteY668" fmla="*/ 267653 h 1850707"/>
                <a:gd name="connsiteX669" fmla="*/ 458152 w 1849755"/>
                <a:gd name="connsiteY669" fmla="*/ 272415 h 1850707"/>
                <a:gd name="connsiteX670" fmla="*/ 427672 w 1849755"/>
                <a:gd name="connsiteY670" fmla="*/ 259080 h 1850707"/>
                <a:gd name="connsiteX671" fmla="*/ 403860 w 1849755"/>
                <a:gd name="connsiteY671" fmla="*/ 265748 h 1850707"/>
                <a:gd name="connsiteX672" fmla="*/ 393382 w 1849755"/>
                <a:gd name="connsiteY672" fmla="*/ 293370 h 1850707"/>
                <a:gd name="connsiteX673" fmla="*/ 411480 w 1849755"/>
                <a:gd name="connsiteY673" fmla="*/ 329565 h 1850707"/>
                <a:gd name="connsiteX674" fmla="*/ 444817 w 1849755"/>
                <a:gd name="connsiteY674" fmla="*/ 357188 h 1850707"/>
                <a:gd name="connsiteX675" fmla="*/ 473392 w 1849755"/>
                <a:gd name="connsiteY675" fmla="*/ 353378 h 1850707"/>
                <a:gd name="connsiteX676" fmla="*/ 481965 w 1849755"/>
                <a:gd name="connsiteY676" fmla="*/ 342900 h 1850707"/>
                <a:gd name="connsiteX677" fmla="*/ 485775 w 1849755"/>
                <a:gd name="connsiteY677" fmla="*/ 333375 h 1850707"/>
                <a:gd name="connsiteX678" fmla="*/ 470535 w 1849755"/>
                <a:gd name="connsiteY678" fmla="*/ 314325 h 1850707"/>
                <a:gd name="connsiteX679" fmla="*/ 466725 w 1849755"/>
                <a:gd name="connsiteY679" fmla="*/ 311468 h 1850707"/>
                <a:gd name="connsiteX680" fmla="*/ 461010 w 1849755"/>
                <a:gd name="connsiteY680" fmla="*/ 311468 h 1850707"/>
                <a:gd name="connsiteX681" fmla="*/ 454342 w 1849755"/>
                <a:gd name="connsiteY681" fmla="*/ 314325 h 1850707"/>
                <a:gd name="connsiteX682" fmla="*/ 448627 w 1849755"/>
                <a:gd name="connsiteY682" fmla="*/ 317183 h 1850707"/>
                <a:gd name="connsiteX683" fmla="*/ 444817 w 1849755"/>
                <a:gd name="connsiteY683" fmla="*/ 312420 h 1850707"/>
                <a:gd name="connsiteX684" fmla="*/ 494347 w 1849755"/>
                <a:gd name="connsiteY684" fmla="*/ 272415 h 1850707"/>
                <a:gd name="connsiteX685" fmla="*/ 495300 w 1849755"/>
                <a:gd name="connsiteY685" fmla="*/ 276225 h 1850707"/>
                <a:gd name="connsiteX686" fmla="*/ 492442 w 1849755"/>
                <a:gd name="connsiteY686" fmla="*/ 280035 h 1850707"/>
                <a:gd name="connsiteX687" fmla="*/ 489585 w 1849755"/>
                <a:gd name="connsiteY687" fmla="*/ 283845 h 1850707"/>
                <a:gd name="connsiteX688" fmla="*/ 488632 w 1849755"/>
                <a:gd name="connsiteY688" fmla="*/ 289560 h 1850707"/>
                <a:gd name="connsiteX689" fmla="*/ 491490 w 1849755"/>
                <a:gd name="connsiteY689" fmla="*/ 294323 h 1850707"/>
                <a:gd name="connsiteX690" fmla="*/ 500062 w 1849755"/>
                <a:gd name="connsiteY690" fmla="*/ 305753 h 1850707"/>
                <a:gd name="connsiteX691" fmla="*/ 504825 w 1849755"/>
                <a:gd name="connsiteY691" fmla="*/ 311468 h 1850707"/>
                <a:gd name="connsiteX692" fmla="*/ 508635 w 1849755"/>
                <a:gd name="connsiteY692" fmla="*/ 316230 h 1850707"/>
                <a:gd name="connsiteX693" fmla="*/ 495300 w 1849755"/>
                <a:gd name="connsiteY693" fmla="*/ 340043 h 1850707"/>
                <a:gd name="connsiteX694" fmla="*/ 474345 w 1849755"/>
                <a:gd name="connsiteY694" fmla="*/ 362903 h 1850707"/>
                <a:gd name="connsiteX695" fmla="*/ 452437 w 1849755"/>
                <a:gd name="connsiteY695" fmla="*/ 375285 h 1850707"/>
                <a:gd name="connsiteX696" fmla="*/ 428625 w 1849755"/>
                <a:gd name="connsiteY696" fmla="*/ 378143 h 1850707"/>
                <a:gd name="connsiteX697" fmla="*/ 405765 w 1849755"/>
                <a:gd name="connsiteY697" fmla="*/ 371475 h 1850707"/>
                <a:gd name="connsiteX698" fmla="*/ 384810 w 1849755"/>
                <a:gd name="connsiteY698" fmla="*/ 353378 h 1850707"/>
                <a:gd name="connsiteX699" fmla="*/ 372427 w 1849755"/>
                <a:gd name="connsiteY699" fmla="*/ 329565 h 1850707"/>
                <a:gd name="connsiteX700" fmla="*/ 369570 w 1849755"/>
                <a:gd name="connsiteY700" fmla="*/ 304800 h 1850707"/>
                <a:gd name="connsiteX701" fmla="*/ 378142 w 1849755"/>
                <a:gd name="connsiteY701" fmla="*/ 280988 h 1850707"/>
                <a:gd name="connsiteX702" fmla="*/ 397192 w 1849755"/>
                <a:gd name="connsiteY702" fmla="*/ 260033 h 1850707"/>
                <a:gd name="connsiteX703" fmla="*/ 413385 w 1849755"/>
                <a:gd name="connsiteY703" fmla="*/ 249555 h 1850707"/>
                <a:gd name="connsiteX704" fmla="*/ 428625 w 1849755"/>
                <a:gd name="connsiteY704" fmla="*/ 244793 h 1850707"/>
                <a:gd name="connsiteX705" fmla="*/ 429577 w 1849755"/>
                <a:gd name="connsiteY705" fmla="*/ 238125 h 1850707"/>
                <a:gd name="connsiteX706" fmla="*/ 1258252 w 1849755"/>
                <a:gd name="connsiteY706" fmla="*/ 140970 h 1850707"/>
                <a:gd name="connsiteX707" fmla="*/ 1316355 w 1849755"/>
                <a:gd name="connsiteY707" fmla="*/ 172402 h 1850707"/>
                <a:gd name="connsiteX708" fmla="*/ 1313497 w 1849755"/>
                <a:gd name="connsiteY708" fmla="*/ 178117 h 1850707"/>
                <a:gd name="connsiteX709" fmla="*/ 1301115 w 1849755"/>
                <a:gd name="connsiteY709" fmla="*/ 174307 h 1850707"/>
                <a:gd name="connsiteX710" fmla="*/ 1296352 w 1849755"/>
                <a:gd name="connsiteY710" fmla="*/ 175260 h 1850707"/>
                <a:gd name="connsiteX711" fmla="*/ 1295400 w 1849755"/>
                <a:gd name="connsiteY711" fmla="*/ 177165 h 1850707"/>
                <a:gd name="connsiteX712" fmla="*/ 1294447 w 1849755"/>
                <a:gd name="connsiteY712" fmla="*/ 180022 h 1850707"/>
                <a:gd name="connsiteX713" fmla="*/ 1291590 w 1849755"/>
                <a:gd name="connsiteY713" fmla="*/ 206692 h 1850707"/>
                <a:gd name="connsiteX714" fmla="*/ 1285875 w 1849755"/>
                <a:gd name="connsiteY714" fmla="*/ 263842 h 1850707"/>
                <a:gd name="connsiteX715" fmla="*/ 1316355 w 1849755"/>
                <a:gd name="connsiteY715" fmla="*/ 238125 h 1850707"/>
                <a:gd name="connsiteX716" fmla="*/ 1337310 w 1849755"/>
                <a:gd name="connsiteY716" fmla="*/ 220027 h 1850707"/>
                <a:gd name="connsiteX717" fmla="*/ 1344930 w 1849755"/>
                <a:gd name="connsiteY717" fmla="*/ 212407 h 1850707"/>
                <a:gd name="connsiteX718" fmla="*/ 1349692 w 1849755"/>
                <a:gd name="connsiteY718" fmla="*/ 206692 h 1850707"/>
                <a:gd name="connsiteX719" fmla="*/ 1347787 w 1849755"/>
                <a:gd name="connsiteY719" fmla="*/ 200977 h 1850707"/>
                <a:gd name="connsiteX720" fmla="*/ 1336357 w 1849755"/>
                <a:gd name="connsiteY720" fmla="*/ 191452 h 1850707"/>
                <a:gd name="connsiteX721" fmla="*/ 1339215 w 1849755"/>
                <a:gd name="connsiteY721" fmla="*/ 185737 h 1850707"/>
                <a:gd name="connsiteX722" fmla="*/ 1383030 w 1849755"/>
                <a:gd name="connsiteY722" fmla="*/ 208597 h 1850707"/>
                <a:gd name="connsiteX723" fmla="*/ 1381125 w 1849755"/>
                <a:gd name="connsiteY723" fmla="*/ 214312 h 1850707"/>
                <a:gd name="connsiteX724" fmla="*/ 1375410 w 1849755"/>
                <a:gd name="connsiteY724" fmla="*/ 212407 h 1850707"/>
                <a:gd name="connsiteX725" fmla="*/ 1369695 w 1849755"/>
                <a:gd name="connsiteY725" fmla="*/ 212407 h 1850707"/>
                <a:gd name="connsiteX726" fmla="*/ 1362075 w 1849755"/>
                <a:gd name="connsiteY726" fmla="*/ 213360 h 1850707"/>
                <a:gd name="connsiteX727" fmla="*/ 1355407 w 1849755"/>
                <a:gd name="connsiteY727" fmla="*/ 217170 h 1850707"/>
                <a:gd name="connsiteX728" fmla="*/ 1341120 w 1849755"/>
                <a:gd name="connsiteY728" fmla="*/ 228600 h 1850707"/>
                <a:gd name="connsiteX729" fmla="*/ 1319212 w 1849755"/>
                <a:gd name="connsiteY729" fmla="*/ 246697 h 1850707"/>
                <a:gd name="connsiteX730" fmla="*/ 1295400 w 1849755"/>
                <a:gd name="connsiteY730" fmla="*/ 266700 h 1850707"/>
                <a:gd name="connsiteX731" fmla="*/ 1270635 w 1849755"/>
                <a:gd name="connsiteY731" fmla="*/ 287655 h 1850707"/>
                <a:gd name="connsiteX732" fmla="*/ 1255395 w 1849755"/>
                <a:gd name="connsiteY732" fmla="*/ 280035 h 1850707"/>
                <a:gd name="connsiteX733" fmla="*/ 1262062 w 1849755"/>
                <a:gd name="connsiteY733" fmla="*/ 215265 h 1850707"/>
                <a:gd name="connsiteX734" fmla="*/ 1266825 w 1849755"/>
                <a:gd name="connsiteY734" fmla="*/ 169545 h 1850707"/>
                <a:gd name="connsiteX735" fmla="*/ 1266825 w 1849755"/>
                <a:gd name="connsiteY735" fmla="*/ 161925 h 1850707"/>
                <a:gd name="connsiteX736" fmla="*/ 1263967 w 1849755"/>
                <a:gd name="connsiteY736" fmla="*/ 155257 h 1850707"/>
                <a:gd name="connsiteX737" fmla="*/ 1260157 w 1849755"/>
                <a:gd name="connsiteY737" fmla="*/ 150495 h 1850707"/>
                <a:gd name="connsiteX738" fmla="*/ 1255395 w 1849755"/>
                <a:gd name="connsiteY738" fmla="*/ 146685 h 1850707"/>
                <a:gd name="connsiteX739" fmla="*/ 1105853 w 1849755"/>
                <a:gd name="connsiteY739" fmla="*/ 95250 h 1850707"/>
                <a:gd name="connsiteX740" fmla="*/ 1171575 w 1849755"/>
                <a:gd name="connsiteY740" fmla="*/ 112395 h 1850707"/>
                <a:gd name="connsiteX741" fmla="*/ 1169670 w 1849755"/>
                <a:gd name="connsiteY741" fmla="*/ 119062 h 1850707"/>
                <a:gd name="connsiteX742" fmla="*/ 1163003 w 1849755"/>
                <a:gd name="connsiteY742" fmla="*/ 118110 h 1850707"/>
                <a:gd name="connsiteX743" fmla="*/ 1156335 w 1849755"/>
                <a:gd name="connsiteY743" fmla="*/ 118110 h 1850707"/>
                <a:gd name="connsiteX744" fmla="*/ 1151573 w 1849755"/>
                <a:gd name="connsiteY744" fmla="*/ 120015 h 1850707"/>
                <a:gd name="connsiteX745" fmla="*/ 1148715 w 1849755"/>
                <a:gd name="connsiteY745" fmla="*/ 124777 h 1850707"/>
                <a:gd name="connsiteX746" fmla="*/ 1126808 w 1849755"/>
                <a:gd name="connsiteY746" fmla="*/ 208597 h 1850707"/>
                <a:gd name="connsiteX747" fmla="*/ 1126808 w 1849755"/>
                <a:gd name="connsiteY747" fmla="*/ 214312 h 1850707"/>
                <a:gd name="connsiteX748" fmla="*/ 1130618 w 1849755"/>
                <a:gd name="connsiteY748" fmla="*/ 219075 h 1850707"/>
                <a:gd name="connsiteX749" fmla="*/ 1136333 w 1849755"/>
                <a:gd name="connsiteY749" fmla="*/ 221932 h 1850707"/>
                <a:gd name="connsiteX750" fmla="*/ 1143000 w 1849755"/>
                <a:gd name="connsiteY750" fmla="*/ 224790 h 1850707"/>
                <a:gd name="connsiteX751" fmla="*/ 1141095 w 1849755"/>
                <a:gd name="connsiteY751" fmla="*/ 230505 h 1850707"/>
                <a:gd name="connsiteX752" fmla="*/ 1075373 w 1849755"/>
                <a:gd name="connsiteY752" fmla="*/ 213360 h 1850707"/>
                <a:gd name="connsiteX753" fmla="*/ 1077278 w 1849755"/>
                <a:gd name="connsiteY753" fmla="*/ 206692 h 1850707"/>
                <a:gd name="connsiteX754" fmla="*/ 1083945 w 1849755"/>
                <a:gd name="connsiteY754" fmla="*/ 207645 h 1850707"/>
                <a:gd name="connsiteX755" fmla="*/ 1090613 w 1849755"/>
                <a:gd name="connsiteY755" fmla="*/ 208597 h 1850707"/>
                <a:gd name="connsiteX756" fmla="*/ 1095375 w 1849755"/>
                <a:gd name="connsiteY756" fmla="*/ 206692 h 1850707"/>
                <a:gd name="connsiteX757" fmla="*/ 1098233 w 1849755"/>
                <a:gd name="connsiteY757" fmla="*/ 201930 h 1850707"/>
                <a:gd name="connsiteX758" fmla="*/ 1120140 w 1849755"/>
                <a:gd name="connsiteY758" fmla="*/ 118110 h 1850707"/>
                <a:gd name="connsiteX759" fmla="*/ 1120140 w 1849755"/>
                <a:gd name="connsiteY759" fmla="*/ 112395 h 1850707"/>
                <a:gd name="connsiteX760" fmla="*/ 1116330 w 1849755"/>
                <a:gd name="connsiteY760" fmla="*/ 107632 h 1850707"/>
                <a:gd name="connsiteX761" fmla="*/ 1110615 w 1849755"/>
                <a:gd name="connsiteY761" fmla="*/ 104775 h 1850707"/>
                <a:gd name="connsiteX762" fmla="*/ 1103948 w 1849755"/>
                <a:gd name="connsiteY762" fmla="*/ 101917 h 1850707"/>
                <a:gd name="connsiteX763" fmla="*/ 777240 w 1849755"/>
                <a:gd name="connsiteY763" fmla="*/ 88583 h 1850707"/>
                <a:gd name="connsiteX764" fmla="*/ 779145 w 1849755"/>
                <a:gd name="connsiteY764" fmla="*/ 93345 h 1850707"/>
                <a:gd name="connsiteX765" fmla="*/ 772477 w 1849755"/>
                <a:gd name="connsiteY765" fmla="*/ 96203 h 1850707"/>
                <a:gd name="connsiteX766" fmla="*/ 765810 w 1849755"/>
                <a:gd name="connsiteY766" fmla="*/ 100965 h 1850707"/>
                <a:gd name="connsiteX767" fmla="*/ 762952 w 1849755"/>
                <a:gd name="connsiteY767" fmla="*/ 109538 h 1850707"/>
                <a:gd name="connsiteX768" fmla="*/ 765810 w 1849755"/>
                <a:gd name="connsiteY768" fmla="*/ 125730 h 1850707"/>
                <a:gd name="connsiteX769" fmla="*/ 777240 w 1849755"/>
                <a:gd name="connsiteY769" fmla="*/ 169545 h 1850707"/>
                <a:gd name="connsiteX770" fmla="*/ 772477 w 1849755"/>
                <a:gd name="connsiteY770" fmla="*/ 203835 h 1850707"/>
                <a:gd name="connsiteX771" fmla="*/ 741045 w 1849755"/>
                <a:gd name="connsiteY771" fmla="*/ 224790 h 1850707"/>
                <a:gd name="connsiteX772" fmla="*/ 699135 w 1849755"/>
                <a:gd name="connsiteY772" fmla="*/ 223838 h 1850707"/>
                <a:gd name="connsiteX773" fmla="*/ 677227 w 1849755"/>
                <a:gd name="connsiteY773" fmla="*/ 196215 h 1850707"/>
                <a:gd name="connsiteX774" fmla="*/ 661035 w 1849755"/>
                <a:gd name="connsiteY774" fmla="*/ 136208 h 1850707"/>
                <a:gd name="connsiteX775" fmla="*/ 658177 w 1849755"/>
                <a:gd name="connsiteY775" fmla="*/ 131445 h 1850707"/>
                <a:gd name="connsiteX776" fmla="*/ 653415 w 1849755"/>
                <a:gd name="connsiteY776" fmla="*/ 128588 h 1850707"/>
                <a:gd name="connsiteX777" fmla="*/ 647700 w 1849755"/>
                <a:gd name="connsiteY777" fmla="*/ 128588 h 1850707"/>
                <a:gd name="connsiteX778" fmla="*/ 641985 w 1849755"/>
                <a:gd name="connsiteY778" fmla="*/ 129540 h 1850707"/>
                <a:gd name="connsiteX779" fmla="*/ 640080 w 1849755"/>
                <a:gd name="connsiteY779" fmla="*/ 123825 h 1850707"/>
                <a:gd name="connsiteX780" fmla="*/ 701992 w 1849755"/>
                <a:gd name="connsiteY780" fmla="*/ 107633 h 1850707"/>
                <a:gd name="connsiteX781" fmla="*/ 703897 w 1849755"/>
                <a:gd name="connsiteY781" fmla="*/ 114300 h 1850707"/>
                <a:gd name="connsiteX782" fmla="*/ 699135 w 1849755"/>
                <a:gd name="connsiteY782" fmla="*/ 116205 h 1850707"/>
                <a:gd name="connsiteX783" fmla="*/ 694372 w 1849755"/>
                <a:gd name="connsiteY783" fmla="*/ 119063 h 1850707"/>
                <a:gd name="connsiteX784" fmla="*/ 690562 w 1849755"/>
                <a:gd name="connsiteY784" fmla="*/ 123825 h 1850707"/>
                <a:gd name="connsiteX785" fmla="*/ 690562 w 1849755"/>
                <a:gd name="connsiteY785" fmla="*/ 129540 h 1850707"/>
                <a:gd name="connsiteX786" fmla="*/ 706755 w 1849755"/>
                <a:gd name="connsiteY786" fmla="*/ 188595 h 1850707"/>
                <a:gd name="connsiteX787" fmla="*/ 721042 w 1849755"/>
                <a:gd name="connsiteY787" fmla="*/ 212408 h 1850707"/>
                <a:gd name="connsiteX788" fmla="*/ 745807 w 1849755"/>
                <a:gd name="connsiteY788" fmla="*/ 214313 h 1850707"/>
                <a:gd name="connsiteX789" fmla="*/ 765810 w 1849755"/>
                <a:gd name="connsiteY789" fmla="*/ 199073 h 1850707"/>
                <a:gd name="connsiteX790" fmla="*/ 766762 w 1849755"/>
                <a:gd name="connsiteY790" fmla="*/ 171450 h 1850707"/>
                <a:gd name="connsiteX791" fmla="*/ 756285 w 1849755"/>
                <a:gd name="connsiteY791" fmla="*/ 131445 h 1850707"/>
                <a:gd name="connsiteX792" fmla="*/ 750570 w 1849755"/>
                <a:gd name="connsiteY792" fmla="*/ 116205 h 1850707"/>
                <a:gd name="connsiteX793" fmla="*/ 743902 w 1849755"/>
                <a:gd name="connsiteY793" fmla="*/ 109538 h 1850707"/>
                <a:gd name="connsiteX794" fmla="*/ 735330 w 1849755"/>
                <a:gd name="connsiteY794" fmla="*/ 108585 h 1850707"/>
                <a:gd name="connsiteX795" fmla="*/ 727710 w 1849755"/>
                <a:gd name="connsiteY795" fmla="*/ 108585 h 1850707"/>
                <a:gd name="connsiteX796" fmla="*/ 725805 w 1849755"/>
                <a:gd name="connsiteY796" fmla="*/ 101918 h 1850707"/>
                <a:gd name="connsiteX797" fmla="*/ 867728 w 1849755"/>
                <a:gd name="connsiteY797" fmla="*/ 76200 h 1850707"/>
                <a:gd name="connsiteX798" fmla="*/ 913448 w 1849755"/>
                <a:gd name="connsiteY798" fmla="*/ 77152 h 1850707"/>
                <a:gd name="connsiteX799" fmla="*/ 979170 w 1849755"/>
                <a:gd name="connsiteY799" fmla="*/ 160972 h 1850707"/>
                <a:gd name="connsiteX800" fmla="*/ 980123 w 1849755"/>
                <a:gd name="connsiteY800" fmla="*/ 114300 h 1850707"/>
                <a:gd name="connsiteX801" fmla="*/ 979170 w 1849755"/>
                <a:gd name="connsiteY801" fmla="*/ 98107 h 1850707"/>
                <a:gd name="connsiteX802" fmla="*/ 974408 w 1849755"/>
                <a:gd name="connsiteY802" fmla="*/ 90487 h 1850707"/>
                <a:gd name="connsiteX803" fmla="*/ 966788 w 1849755"/>
                <a:gd name="connsiteY803" fmla="*/ 86677 h 1850707"/>
                <a:gd name="connsiteX804" fmla="*/ 959168 w 1849755"/>
                <a:gd name="connsiteY804" fmla="*/ 84772 h 1850707"/>
                <a:gd name="connsiteX805" fmla="*/ 959168 w 1849755"/>
                <a:gd name="connsiteY805" fmla="*/ 78105 h 1850707"/>
                <a:gd name="connsiteX806" fmla="*/ 1011555 w 1849755"/>
                <a:gd name="connsiteY806" fmla="*/ 79057 h 1850707"/>
                <a:gd name="connsiteX807" fmla="*/ 1009650 w 1849755"/>
                <a:gd name="connsiteY807" fmla="*/ 84772 h 1850707"/>
                <a:gd name="connsiteX808" fmla="*/ 1002983 w 1849755"/>
                <a:gd name="connsiteY808" fmla="*/ 85725 h 1850707"/>
                <a:gd name="connsiteX809" fmla="*/ 995363 w 1849755"/>
                <a:gd name="connsiteY809" fmla="*/ 88582 h 1850707"/>
                <a:gd name="connsiteX810" fmla="*/ 990600 w 1849755"/>
                <a:gd name="connsiteY810" fmla="*/ 96202 h 1850707"/>
                <a:gd name="connsiteX811" fmla="*/ 988695 w 1849755"/>
                <a:gd name="connsiteY811" fmla="*/ 112395 h 1850707"/>
                <a:gd name="connsiteX812" fmla="*/ 987743 w 1849755"/>
                <a:gd name="connsiteY812" fmla="*/ 200025 h 1850707"/>
                <a:gd name="connsiteX813" fmla="*/ 972503 w 1849755"/>
                <a:gd name="connsiteY813" fmla="*/ 200025 h 1850707"/>
                <a:gd name="connsiteX814" fmla="*/ 898208 w 1849755"/>
                <a:gd name="connsiteY814" fmla="*/ 104775 h 1850707"/>
                <a:gd name="connsiteX815" fmla="*/ 897255 w 1849755"/>
                <a:gd name="connsiteY815" fmla="*/ 161925 h 1850707"/>
                <a:gd name="connsiteX816" fmla="*/ 898208 w 1849755"/>
                <a:gd name="connsiteY816" fmla="*/ 178117 h 1850707"/>
                <a:gd name="connsiteX817" fmla="*/ 902970 w 1849755"/>
                <a:gd name="connsiteY817" fmla="*/ 186690 h 1850707"/>
                <a:gd name="connsiteX818" fmla="*/ 910590 w 1849755"/>
                <a:gd name="connsiteY818" fmla="*/ 190500 h 1850707"/>
                <a:gd name="connsiteX819" fmla="*/ 918210 w 1849755"/>
                <a:gd name="connsiteY819" fmla="*/ 192405 h 1850707"/>
                <a:gd name="connsiteX820" fmla="*/ 918210 w 1849755"/>
                <a:gd name="connsiteY820" fmla="*/ 199072 h 1850707"/>
                <a:gd name="connsiteX821" fmla="*/ 865823 w 1849755"/>
                <a:gd name="connsiteY821" fmla="*/ 198120 h 1850707"/>
                <a:gd name="connsiteX822" fmla="*/ 865823 w 1849755"/>
                <a:gd name="connsiteY822" fmla="*/ 191452 h 1850707"/>
                <a:gd name="connsiteX823" fmla="*/ 873443 w 1849755"/>
                <a:gd name="connsiteY823" fmla="*/ 190500 h 1850707"/>
                <a:gd name="connsiteX824" fmla="*/ 881063 w 1849755"/>
                <a:gd name="connsiteY824" fmla="*/ 187642 h 1850707"/>
                <a:gd name="connsiteX825" fmla="*/ 885825 w 1849755"/>
                <a:gd name="connsiteY825" fmla="*/ 180022 h 1850707"/>
                <a:gd name="connsiteX826" fmla="*/ 886778 w 1849755"/>
                <a:gd name="connsiteY826" fmla="*/ 162877 h 1850707"/>
                <a:gd name="connsiteX827" fmla="*/ 887730 w 1849755"/>
                <a:gd name="connsiteY827" fmla="*/ 104775 h 1850707"/>
                <a:gd name="connsiteX828" fmla="*/ 886778 w 1849755"/>
                <a:gd name="connsiteY828" fmla="*/ 96202 h 1850707"/>
                <a:gd name="connsiteX829" fmla="*/ 882968 w 1849755"/>
                <a:gd name="connsiteY829" fmla="*/ 89535 h 1850707"/>
                <a:gd name="connsiteX830" fmla="*/ 876300 w 1849755"/>
                <a:gd name="connsiteY830" fmla="*/ 84772 h 1850707"/>
                <a:gd name="connsiteX831" fmla="*/ 867728 w 1849755"/>
                <a:gd name="connsiteY831" fmla="*/ 81915 h 1850707"/>
                <a:gd name="connsiteX832" fmla="*/ 925830 w 1849755"/>
                <a:gd name="connsiteY832" fmla="*/ 29527 h 1850707"/>
                <a:gd name="connsiteX833" fmla="*/ 577215 w 1849755"/>
                <a:gd name="connsiteY833" fmla="*/ 100012 h 1850707"/>
                <a:gd name="connsiteX834" fmla="*/ 292417 w 1849755"/>
                <a:gd name="connsiteY834" fmla="*/ 292417 h 1850707"/>
                <a:gd name="connsiteX835" fmla="*/ 100965 w 1849755"/>
                <a:gd name="connsiteY835" fmla="*/ 577215 h 1850707"/>
                <a:gd name="connsiteX836" fmla="*/ 30480 w 1849755"/>
                <a:gd name="connsiteY836" fmla="*/ 925830 h 1850707"/>
                <a:gd name="connsiteX837" fmla="*/ 100965 w 1849755"/>
                <a:gd name="connsiteY837" fmla="*/ 1274445 h 1850707"/>
                <a:gd name="connsiteX838" fmla="*/ 292417 w 1849755"/>
                <a:gd name="connsiteY838" fmla="*/ 1559242 h 1850707"/>
                <a:gd name="connsiteX839" fmla="*/ 577215 w 1849755"/>
                <a:gd name="connsiteY839" fmla="*/ 1750695 h 1850707"/>
                <a:gd name="connsiteX840" fmla="*/ 925830 w 1849755"/>
                <a:gd name="connsiteY840" fmla="*/ 1821180 h 1850707"/>
                <a:gd name="connsiteX841" fmla="*/ 1274445 w 1849755"/>
                <a:gd name="connsiteY841" fmla="*/ 1750695 h 1850707"/>
                <a:gd name="connsiteX842" fmla="*/ 1559242 w 1849755"/>
                <a:gd name="connsiteY842" fmla="*/ 1559242 h 1850707"/>
                <a:gd name="connsiteX843" fmla="*/ 1750695 w 1849755"/>
                <a:gd name="connsiteY843" fmla="*/ 1274445 h 1850707"/>
                <a:gd name="connsiteX844" fmla="*/ 1821180 w 1849755"/>
                <a:gd name="connsiteY844" fmla="*/ 925830 h 1850707"/>
                <a:gd name="connsiteX845" fmla="*/ 1750695 w 1849755"/>
                <a:gd name="connsiteY845" fmla="*/ 577215 h 1850707"/>
                <a:gd name="connsiteX846" fmla="*/ 1559242 w 1849755"/>
                <a:gd name="connsiteY846" fmla="*/ 292417 h 1850707"/>
                <a:gd name="connsiteX847" fmla="*/ 1274445 w 1849755"/>
                <a:gd name="connsiteY847" fmla="*/ 100012 h 1850707"/>
                <a:gd name="connsiteX848" fmla="*/ 925830 w 1849755"/>
                <a:gd name="connsiteY848" fmla="*/ 29527 h 1850707"/>
                <a:gd name="connsiteX849" fmla="*/ 925830 w 1849755"/>
                <a:gd name="connsiteY849" fmla="*/ 0 h 1850707"/>
                <a:gd name="connsiteX850" fmla="*/ 1285875 w 1849755"/>
                <a:gd name="connsiteY850" fmla="*/ 72390 h 1850707"/>
                <a:gd name="connsiteX851" fmla="*/ 1579245 w 1849755"/>
                <a:gd name="connsiteY851" fmla="*/ 271462 h 1850707"/>
                <a:gd name="connsiteX852" fmla="*/ 1777365 w 1849755"/>
                <a:gd name="connsiteY852" fmla="*/ 565785 h 1850707"/>
                <a:gd name="connsiteX853" fmla="*/ 1849755 w 1849755"/>
                <a:gd name="connsiteY853" fmla="*/ 925830 h 1850707"/>
                <a:gd name="connsiteX854" fmla="*/ 1777365 w 1849755"/>
                <a:gd name="connsiteY854" fmla="*/ 1285875 h 1850707"/>
                <a:gd name="connsiteX855" fmla="*/ 1579245 w 1849755"/>
                <a:gd name="connsiteY855" fmla="*/ 1580197 h 1850707"/>
                <a:gd name="connsiteX856" fmla="*/ 1284922 w 1849755"/>
                <a:gd name="connsiteY856" fmla="*/ 1778317 h 1850707"/>
                <a:gd name="connsiteX857" fmla="*/ 924877 w 1849755"/>
                <a:gd name="connsiteY857" fmla="*/ 1850707 h 1850707"/>
                <a:gd name="connsiteX858" fmla="*/ 564832 w 1849755"/>
                <a:gd name="connsiteY858" fmla="*/ 1778317 h 1850707"/>
                <a:gd name="connsiteX859" fmla="*/ 270510 w 1849755"/>
                <a:gd name="connsiteY859" fmla="*/ 1580197 h 1850707"/>
                <a:gd name="connsiteX860" fmla="*/ 72390 w 1849755"/>
                <a:gd name="connsiteY860" fmla="*/ 1285875 h 1850707"/>
                <a:gd name="connsiteX861" fmla="*/ 0 w 1849755"/>
                <a:gd name="connsiteY861" fmla="*/ 925830 h 1850707"/>
                <a:gd name="connsiteX862" fmla="*/ 73342 w 1849755"/>
                <a:gd name="connsiteY862" fmla="*/ 564832 h 1850707"/>
                <a:gd name="connsiteX863" fmla="*/ 271462 w 1849755"/>
                <a:gd name="connsiteY863" fmla="*/ 270510 h 1850707"/>
                <a:gd name="connsiteX864" fmla="*/ 565785 w 1849755"/>
                <a:gd name="connsiteY864" fmla="*/ 72390 h 1850707"/>
                <a:gd name="connsiteX865" fmla="*/ 925830 w 1849755"/>
                <a:gd name="connsiteY865" fmla="*/ 0 h 185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</a:cxnLst>
              <a:rect l="l" t="t" r="r" b="b"/>
              <a:pathLst>
                <a:path w="1849755" h="1850707">
                  <a:moveTo>
                    <a:pt x="807720" y="1710690"/>
                  </a:moveTo>
                  <a:cubicBezTo>
                    <a:pt x="797242" y="1716405"/>
                    <a:pt x="791527" y="1724025"/>
                    <a:pt x="789622" y="1733550"/>
                  </a:cubicBezTo>
                  <a:cubicBezTo>
                    <a:pt x="788670" y="1739265"/>
                    <a:pt x="789622" y="1744027"/>
                    <a:pt x="791527" y="1747837"/>
                  </a:cubicBezTo>
                  <a:cubicBezTo>
                    <a:pt x="795337" y="1756410"/>
                    <a:pt x="802957" y="1761172"/>
                    <a:pt x="812482" y="1763077"/>
                  </a:cubicBezTo>
                  <a:cubicBezTo>
                    <a:pt x="819150" y="1764030"/>
                    <a:pt x="824865" y="1762125"/>
                    <a:pt x="829627" y="1759267"/>
                  </a:cubicBezTo>
                  <a:cubicBezTo>
                    <a:pt x="834390" y="1755457"/>
                    <a:pt x="837247" y="1750695"/>
                    <a:pt x="838200" y="1744027"/>
                  </a:cubicBezTo>
                  <a:cubicBezTo>
                    <a:pt x="839152" y="1735455"/>
                    <a:pt x="836295" y="1727835"/>
                    <a:pt x="827722" y="1722120"/>
                  </a:cubicBezTo>
                  <a:cubicBezTo>
                    <a:pt x="822007" y="1718310"/>
                    <a:pt x="816292" y="1715452"/>
                    <a:pt x="810577" y="1711642"/>
                  </a:cubicBezTo>
                  <a:close/>
                  <a:moveTo>
                    <a:pt x="1232535" y="1657350"/>
                  </a:moveTo>
                  <a:cubicBezTo>
                    <a:pt x="1225868" y="1666875"/>
                    <a:pt x="1224915" y="1677353"/>
                    <a:pt x="1229678" y="1685925"/>
                  </a:cubicBezTo>
                  <a:cubicBezTo>
                    <a:pt x="1231583" y="1691640"/>
                    <a:pt x="1235393" y="1695450"/>
                    <a:pt x="1238250" y="1697355"/>
                  </a:cubicBezTo>
                  <a:cubicBezTo>
                    <a:pt x="1246822" y="1703070"/>
                    <a:pt x="1254443" y="1703070"/>
                    <a:pt x="1263968" y="1699260"/>
                  </a:cubicBezTo>
                  <a:cubicBezTo>
                    <a:pt x="1269683" y="1696403"/>
                    <a:pt x="1274445" y="1692593"/>
                    <a:pt x="1276350" y="1686878"/>
                  </a:cubicBezTo>
                  <a:cubicBezTo>
                    <a:pt x="1278255" y="1682115"/>
                    <a:pt x="1278255" y="1676400"/>
                    <a:pt x="1275397" y="1670685"/>
                  </a:cubicBezTo>
                  <a:cubicBezTo>
                    <a:pt x="1271588" y="1663065"/>
                    <a:pt x="1264920" y="1658303"/>
                    <a:pt x="1255395" y="1657350"/>
                  </a:cubicBezTo>
                  <a:cubicBezTo>
                    <a:pt x="1248728" y="1657350"/>
                    <a:pt x="1242060" y="1657350"/>
                    <a:pt x="1235393" y="1657350"/>
                  </a:cubicBezTo>
                  <a:close/>
                  <a:moveTo>
                    <a:pt x="1024890" y="1654493"/>
                  </a:moveTo>
                  <a:cubicBezTo>
                    <a:pt x="1017270" y="1655445"/>
                    <a:pt x="1012507" y="1660208"/>
                    <a:pt x="1010602" y="1667828"/>
                  </a:cubicBezTo>
                  <a:cubicBezTo>
                    <a:pt x="1009650" y="1671638"/>
                    <a:pt x="1009650" y="1677353"/>
                    <a:pt x="1010602" y="1683068"/>
                  </a:cubicBezTo>
                  <a:cubicBezTo>
                    <a:pt x="1011555" y="1692593"/>
                    <a:pt x="1015365" y="1699260"/>
                    <a:pt x="1019175" y="1704023"/>
                  </a:cubicBezTo>
                  <a:cubicBezTo>
                    <a:pt x="1022985" y="1707833"/>
                    <a:pt x="1028700" y="1709738"/>
                    <a:pt x="1035367" y="1708785"/>
                  </a:cubicBezTo>
                  <a:cubicBezTo>
                    <a:pt x="1042987" y="1707833"/>
                    <a:pt x="1048702" y="1704023"/>
                    <a:pt x="1049655" y="1697355"/>
                  </a:cubicBezTo>
                  <a:cubicBezTo>
                    <a:pt x="1049655" y="1693545"/>
                    <a:pt x="1049655" y="1688783"/>
                    <a:pt x="1049655" y="1684020"/>
                  </a:cubicBezTo>
                  <a:cubicBezTo>
                    <a:pt x="1047750" y="1672590"/>
                    <a:pt x="1044892" y="1664970"/>
                    <a:pt x="1041082" y="1660208"/>
                  </a:cubicBezTo>
                  <a:cubicBezTo>
                    <a:pt x="1036320" y="1655445"/>
                    <a:pt x="1031557" y="1653540"/>
                    <a:pt x="1024890" y="1654493"/>
                  </a:cubicBezTo>
                  <a:close/>
                  <a:moveTo>
                    <a:pt x="827722" y="1653540"/>
                  </a:moveTo>
                  <a:cubicBezTo>
                    <a:pt x="822007" y="1652587"/>
                    <a:pt x="816292" y="1653540"/>
                    <a:pt x="812482" y="1656397"/>
                  </a:cubicBezTo>
                  <a:cubicBezTo>
                    <a:pt x="808672" y="1659255"/>
                    <a:pt x="806767" y="1663065"/>
                    <a:pt x="805815" y="1667827"/>
                  </a:cubicBezTo>
                  <a:cubicBezTo>
                    <a:pt x="804862" y="1672590"/>
                    <a:pt x="806767" y="1677352"/>
                    <a:pt x="810577" y="1681162"/>
                  </a:cubicBezTo>
                  <a:cubicBezTo>
                    <a:pt x="812482" y="1684020"/>
                    <a:pt x="816292" y="1685925"/>
                    <a:pt x="820102" y="1688782"/>
                  </a:cubicBezTo>
                  <a:cubicBezTo>
                    <a:pt x="822007" y="1689735"/>
                    <a:pt x="823912" y="1690687"/>
                    <a:pt x="826770" y="1692592"/>
                  </a:cubicBezTo>
                  <a:lnTo>
                    <a:pt x="831532" y="1695450"/>
                  </a:lnTo>
                  <a:cubicBezTo>
                    <a:pt x="840105" y="1692592"/>
                    <a:pt x="844867" y="1685925"/>
                    <a:pt x="846772" y="1676400"/>
                  </a:cubicBezTo>
                  <a:cubicBezTo>
                    <a:pt x="847725" y="1670685"/>
                    <a:pt x="845820" y="1665922"/>
                    <a:pt x="842962" y="1661160"/>
                  </a:cubicBezTo>
                  <a:cubicBezTo>
                    <a:pt x="839152" y="1657350"/>
                    <a:pt x="834390" y="1654492"/>
                    <a:pt x="827722" y="1653540"/>
                  </a:cubicBezTo>
                  <a:close/>
                  <a:moveTo>
                    <a:pt x="831532" y="1644967"/>
                  </a:moveTo>
                  <a:cubicBezTo>
                    <a:pt x="842962" y="1646872"/>
                    <a:pt x="851535" y="1650682"/>
                    <a:pt x="858202" y="1656397"/>
                  </a:cubicBezTo>
                  <a:cubicBezTo>
                    <a:pt x="863917" y="1662112"/>
                    <a:pt x="865822" y="1668780"/>
                    <a:pt x="864870" y="1677352"/>
                  </a:cubicBezTo>
                  <a:cubicBezTo>
                    <a:pt x="862965" y="1687830"/>
                    <a:pt x="855345" y="1696402"/>
                    <a:pt x="842010" y="1701165"/>
                  </a:cubicBezTo>
                  <a:cubicBezTo>
                    <a:pt x="850582" y="1705927"/>
                    <a:pt x="857250" y="1711642"/>
                    <a:pt x="860107" y="1717357"/>
                  </a:cubicBezTo>
                  <a:cubicBezTo>
                    <a:pt x="862012" y="1722120"/>
                    <a:pt x="862965" y="1728787"/>
                    <a:pt x="862012" y="1736407"/>
                  </a:cubicBezTo>
                  <a:cubicBezTo>
                    <a:pt x="861060" y="1743075"/>
                    <a:pt x="859155" y="1749742"/>
                    <a:pt x="855345" y="1754505"/>
                  </a:cubicBezTo>
                  <a:cubicBezTo>
                    <a:pt x="848677" y="1764030"/>
                    <a:pt x="839152" y="1770697"/>
                    <a:pt x="825817" y="1772602"/>
                  </a:cubicBezTo>
                  <a:cubicBezTo>
                    <a:pt x="821055" y="1773555"/>
                    <a:pt x="814387" y="1773555"/>
                    <a:pt x="807720" y="1772602"/>
                  </a:cubicBezTo>
                  <a:cubicBezTo>
                    <a:pt x="792480" y="1770697"/>
                    <a:pt x="781050" y="1764030"/>
                    <a:pt x="774382" y="1752600"/>
                  </a:cubicBezTo>
                  <a:cubicBezTo>
                    <a:pt x="771525" y="1747837"/>
                    <a:pt x="770572" y="1741170"/>
                    <a:pt x="771525" y="1733550"/>
                  </a:cubicBezTo>
                  <a:cubicBezTo>
                    <a:pt x="772477" y="1724025"/>
                    <a:pt x="777240" y="1717357"/>
                    <a:pt x="784860" y="1712595"/>
                  </a:cubicBezTo>
                  <a:cubicBezTo>
                    <a:pt x="787717" y="1710690"/>
                    <a:pt x="792480" y="1708785"/>
                    <a:pt x="800100" y="1705927"/>
                  </a:cubicBezTo>
                  <a:cubicBezTo>
                    <a:pt x="787717" y="1697355"/>
                    <a:pt x="782002" y="1686877"/>
                    <a:pt x="783907" y="1674495"/>
                  </a:cubicBezTo>
                  <a:cubicBezTo>
                    <a:pt x="785812" y="1660207"/>
                    <a:pt x="794385" y="1650682"/>
                    <a:pt x="809625" y="1645920"/>
                  </a:cubicBezTo>
                  <a:cubicBezTo>
                    <a:pt x="816292" y="1644015"/>
                    <a:pt x="823912" y="1643062"/>
                    <a:pt x="831532" y="1644967"/>
                  </a:cubicBezTo>
                  <a:close/>
                  <a:moveTo>
                    <a:pt x="1028700" y="1644015"/>
                  </a:moveTo>
                  <a:cubicBezTo>
                    <a:pt x="1046797" y="1641158"/>
                    <a:pt x="1061085" y="1646873"/>
                    <a:pt x="1070610" y="1661160"/>
                  </a:cubicBezTo>
                  <a:cubicBezTo>
                    <a:pt x="1072515" y="1667828"/>
                    <a:pt x="1075372" y="1677353"/>
                    <a:pt x="1077277" y="1689735"/>
                  </a:cubicBezTo>
                  <a:cubicBezTo>
                    <a:pt x="1079182" y="1705928"/>
                    <a:pt x="1078230" y="1719263"/>
                    <a:pt x="1073467" y="1730693"/>
                  </a:cubicBezTo>
                  <a:cubicBezTo>
                    <a:pt x="1068705" y="1743075"/>
                    <a:pt x="1060132" y="1752600"/>
                    <a:pt x="1050607" y="1761173"/>
                  </a:cubicBezTo>
                  <a:cubicBezTo>
                    <a:pt x="1040130" y="1769745"/>
                    <a:pt x="1027747" y="1774508"/>
                    <a:pt x="1014412" y="1776413"/>
                  </a:cubicBezTo>
                  <a:lnTo>
                    <a:pt x="1005840" y="1771650"/>
                  </a:lnTo>
                  <a:lnTo>
                    <a:pt x="1007745" y="1767840"/>
                  </a:lnTo>
                  <a:cubicBezTo>
                    <a:pt x="1009650" y="1767840"/>
                    <a:pt x="1012507" y="1767840"/>
                    <a:pt x="1015365" y="1767840"/>
                  </a:cubicBezTo>
                  <a:cubicBezTo>
                    <a:pt x="1025842" y="1765935"/>
                    <a:pt x="1034415" y="1761173"/>
                    <a:pt x="1042035" y="1753553"/>
                  </a:cubicBezTo>
                  <a:cubicBezTo>
                    <a:pt x="1044892" y="1750695"/>
                    <a:pt x="1046797" y="1745933"/>
                    <a:pt x="1049655" y="1741170"/>
                  </a:cubicBezTo>
                  <a:cubicBezTo>
                    <a:pt x="1052512" y="1733550"/>
                    <a:pt x="1054417" y="1722120"/>
                    <a:pt x="1054417" y="1706880"/>
                  </a:cubicBezTo>
                  <a:cubicBezTo>
                    <a:pt x="1045845" y="1716405"/>
                    <a:pt x="1040130" y="1722120"/>
                    <a:pt x="1039177" y="1722120"/>
                  </a:cubicBezTo>
                  <a:cubicBezTo>
                    <a:pt x="1035367" y="1724025"/>
                    <a:pt x="1030605" y="1725930"/>
                    <a:pt x="1024890" y="1725930"/>
                  </a:cubicBezTo>
                  <a:cubicBezTo>
                    <a:pt x="1015365" y="1726883"/>
                    <a:pt x="1007745" y="1724978"/>
                    <a:pt x="1002030" y="1720215"/>
                  </a:cubicBezTo>
                  <a:cubicBezTo>
                    <a:pt x="995362" y="1714500"/>
                    <a:pt x="990600" y="1705928"/>
                    <a:pt x="989647" y="1695450"/>
                  </a:cubicBezTo>
                  <a:cubicBezTo>
                    <a:pt x="986790" y="1677353"/>
                    <a:pt x="992505" y="1664018"/>
                    <a:pt x="1004887" y="1653540"/>
                  </a:cubicBezTo>
                  <a:cubicBezTo>
                    <a:pt x="1010602" y="1648778"/>
                    <a:pt x="1018222" y="1645920"/>
                    <a:pt x="1028700" y="1644015"/>
                  </a:cubicBezTo>
                  <a:close/>
                  <a:moveTo>
                    <a:pt x="1236345" y="1598295"/>
                  </a:moveTo>
                  <a:cubicBezTo>
                    <a:pt x="1231583" y="1596390"/>
                    <a:pt x="1225868" y="1597343"/>
                    <a:pt x="1219200" y="1600200"/>
                  </a:cubicBezTo>
                  <a:cubicBezTo>
                    <a:pt x="1213485" y="1603058"/>
                    <a:pt x="1209675" y="1605915"/>
                    <a:pt x="1207770" y="1610678"/>
                  </a:cubicBezTo>
                  <a:cubicBezTo>
                    <a:pt x="1205865" y="1615440"/>
                    <a:pt x="1205865" y="1619250"/>
                    <a:pt x="1207770" y="1624013"/>
                  </a:cubicBezTo>
                  <a:cubicBezTo>
                    <a:pt x="1209675" y="1628775"/>
                    <a:pt x="1213485" y="1631633"/>
                    <a:pt x="1219200" y="1633538"/>
                  </a:cubicBezTo>
                  <a:cubicBezTo>
                    <a:pt x="1222058" y="1634490"/>
                    <a:pt x="1225868" y="1634490"/>
                    <a:pt x="1230630" y="1634490"/>
                  </a:cubicBezTo>
                  <a:cubicBezTo>
                    <a:pt x="1232535" y="1634490"/>
                    <a:pt x="1235393" y="1634490"/>
                    <a:pt x="1238250" y="1634490"/>
                  </a:cubicBezTo>
                  <a:lnTo>
                    <a:pt x="1243965" y="1634490"/>
                  </a:lnTo>
                  <a:cubicBezTo>
                    <a:pt x="1250633" y="1625918"/>
                    <a:pt x="1251585" y="1617345"/>
                    <a:pt x="1247775" y="1608773"/>
                  </a:cubicBezTo>
                  <a:cubicBezTo>
                    <a:pt x="1244918" y="1603058"/>
                    <a:pt x="1241108" y="1599248"/>
                    <a:pt x="1236345" y="1598295"/>
                  </a:cubicBezTo>
                  <a:close/>
                  <a:moveTo>
                    <a:pt x="580073" y="1586865"/>
                  </a:moveTo>
                  <a:cubicBezTo>
                    <a:pt x="597218" y="1589722"/>
                    <a:pt x="617220" y="1591627"/>
                    <a:pt x="639128" y="1592580"/>
                  </a:cubicBezTo>
                  <a:lnTo>
                    <a:pt x="640080" y="1594485"/>
                  </a:lnTo>
                  <a:cubicBezTo>
                    <a:pt x="638175" y="1597342"/>
                    <a:pt x="636270" y="1602105"/>
                    <a:pt x="632460" y="1608772"/>
                  </a:cubicBezTo>
                  <a:cubicBezTo>
                    <a:pt x="631508" y="1610677"/>
                    <a:pt x="627698" y="1617345"/>
                    <a:pt x="622935" y="1627822"/>
                  </a:cubicBezTo>
                  <a:lnTo>
                    <a:pt x="607695" y="1660207"/>
                  </a:lnTo>
                  <a:cubicBezTo>
                    <a:pt x="597218" y="1684020"/>
                    <a:pt x="591503" y="1696402"/>
                    <a:pt x="591503" y="1698307"/>
                  </a:cubicBezTo>
                  <a:cubicBezTo>
                    <a:pt x="591503" y="1700212"/>
                    <a:pt x="591503" y="1701165"/>
                    <a:pt x="593408" y="1702117"/>
                  </a:cubicBezTo>
                  <a:cubicBezTo>
                    <a:pt x="595313" y="1704022"/>
                    <a:pt x="600075" y="1706880"/>
                    <a:pt x="608648" y="1710690"/>
                  </a:cubicBezTo>
                  <a:lnTo>
                    <a:pt x="609600" y="1711642"/>
                  </a:lnTo>
                  <a:lnTo>
                    <a:pt x="609600" y="1717357"/>
                  </a:lnTo>
                  <a:lnTo>
                    <a:pt x="608648" y="1718310"/>
                  </a:lnTo>
                  <a:cubicBezTo>
                    <a:pt x="601028" y="1714500"/>
                    <a:pt x="591503" y="1709737"/>
                    <a:pt x="580073" y="1704975"/>
                  </a:cubicBezTo>
                  <a:cubicBezTo>
                    <a:pt x="569595" y="1700212"/>
                    <a:pt x="557213" y="1695450"/>
                    <a:pt x="544830" y="1689735"/>
                  </a:cubicBezTo>
                  <a:lnTo>
                    <a:pt x="543878" y="1688782"/>
                  </a:lnTo>
                  <a:lnTo>
                    <a:pt x="545783" y="1684020"/>
                  </a:lnTo>
                  <a:lnTo>
                    <a:pt x="546735" y="1684020"/>
                  </a:lnTo>
                  <a:cubicBezTo>
                    <a:pt x="549593" y="1684972"/>
                    <a:pt x="552450" y="1685925"/>
                    <a:pt x="555308" y="1686877"/>
                  </a:cubicBezTo>
                  <a:cubicBezTo>
                    <a:pt x="560070" y="1688782"/>
                    <a:pt x="563880" y="1689735"/>
                    <a:pt x="564833" y="1689735"/>
                  </a:cubicBezTo>
                  <a:cubicBezTo>
                    <a:pt x="565785" y="1689735"/>
                    <a:pt x="567690" y="1688782"/>
                    <a:pt x="568643" y="1687830"/>
                  </a:cubicBezTo>
                  <a:cubicBezTo>
                    <a:pt x="570548" y="1685925"/>
                    <a:pt x="576263" y="1675447"/>
                    <a:pt x="584835" y="1656397"/>
                  </a:cubicBezTo>
                  <a:lnTo>
                    <a:pt x="594360" y="1635442"/>
                  </a:lnTo>
                  <a:cubicBezTo>
                    <a:pt x="597218" y="1628775"/>
                    <a:pt x="601028" y="1621155"/>
                    <a:pt x="604838" y="1611630"/>
                  </a:cubicBezTo>
                  <a:lnTo>
                    <a:pt x="607695" y="1604962"/>
                  </a:lnTo>
                  <a:cubicBezTo>
                    <a:pt x="608648" y="1602105"/>
                    <a:pt x="608648" y="1600200"/>
                    <a:pt x="607695" y="1600200"/>
                  </a:cubicBezTo>
                  <a:cubicBezTo>
                    <a:pt x="607695" y="1600200"/>
                    <a:pt x="604838" y="1600200"/>
                    <a:pt x="601980" y="1600200"/>
                  </a:cubicBezTo>
                  <a:cubicBezTo>
                    <a:pt x="592455" y="1600200"/>
                    <a:pt x="584835" y="1600200"/>
                    <a:pt x="578168" y="1600200"/>
                  </a:cubicBezTo>
                  <a:lnTo>
                    <a:pt x="577215" y="1599247"/>
                  </a:lnTo>
                  <a:cubicBezTo>
                    <a:pt x="578168" y="1596390"/>
                    <a:pt x="579120" y="1592580"/>
                    <a:pt x="580073" y="1587817"/>
                  </a:cubicBezTo>
                  <a:close/>
                  <a:moveTo>
                    <a:pt x="1245870" y="1585913"/>
                  </a:moveTo>
                  <a:cubicBezTo>
                    <a:pt x="1253490" y="1587818"/>
                    <a:pt x="1259205" y="1592580"/>
                    <a:pt x="1263015" y="1600200"/>
                  </a:cubicBezTo>
                  <a:cubicBezTo>
                    <a:pt x="1267778" y="1610678"/>
                    <a:pt x="1264920" y="1621155"/>
                    <a:pt x="1256347" y="1632585"/>
                  </a:cubicBezTo>
                  <a:cubicBezTo>
                    <a:pt x="1266825" y="1631633"/>
                    <a:pt x="1274445" y="1633538"/>
                    <a:pt x="1280160" y="1636395"/>
                  </a:cubicBezTo>
                  <a:cubicBezTo>
                    <a:pt x="1284922" y="1639253"/>
                    <a:pt x="1288733" y="1644968"/>
                    <a:pt x="1292543" y="1651635"/>
                  </a:cubicBezTo>
                  <a:cubicBezTo>
                    <a:pt x="1295400" y="1658303"/>
                    <a:pt x="1296353" y="1664970"/>
                    <a:pt x="1296353" y="1670685"/>
                  </a:cubicBezTo>
                  <a:cubicBezTo>
                    <a:pt x="1295400" y="1682115"/>
                    <a:pt x="1290638" y="1692593"/>
                    <a:pt x="1280160" y="1701165"/>
                  </a:cubicBezTo>
                  <a:cubicBezTo>
                    <a:pt x="1276350" y="1704975"/>
                    <a:pt x="1270635" y="1707833"/>
                    <a:pt x="1263968" y="1710690"/>
                  </a:cubicBezTo>
                  <a:cubicBezTo>
                    <a:pt x="1249680" y="1716405"/>
                    <a:pt x="1237297" y="1716405"/>
                    <a:pt x="1224915" y="1710690"/>
                  </a:cubicBezTo>
                  <a:cubicBezTo>
                    <a:pt x="1219200" y="1707833"/>
                    <a:pt x="1215390" y="1703070"/>
                    <a:pt x="1212533" y="1696403"/>
                  </a:cubicBezTo>
                  <a:cubicBezTo>
                    <a:pt x="1208723" y="1687830"/>
                    <a:pt x="1208723" y="1679258"/>
                    <a:pt x="1212533" y="1671638"/>
                  </a:cubicBezTo>
                  <a:cubicBezTo>
                    <a:pt x="1213485" y="1668780"/>
                    <a:pt x="1217295" y="1664970"/>
                    <a:pt x="1222058" y="1658303"/>
                  </a:cubicBezTo>
                  <a:cubicBezTo>
                    <a:pt x="1206818" y="1657350"/>
                    <a:pt x="1196340" y="1651635"/>
                    <a:pt x="1191578" y="1639253"/>
                  </a:cubicBezTo>
                  <a:cubicBezTo>
                    <a:pt x="1185863" y="1625918"/>
                    <a:pt x="1188720" y="1613535"/>
                    <a:pt x="1199198" y="1602105"/>
                  </a:cubicBezTo>
                  <a:cubicBezTo>
                    <a:pt x="1203960" y="1597343"/>
                    <a:pt x="1209675" y="1592580"/>
                    <a:pt x="1217295" y="1589723"/>
                  </a:cubicBezTo>
                  <a:cubicBezTo>
                    <a:pt x="1227772" y="1584960"/>
                    <a:pt x="1237297" y="1584008"/>
                    <a:pt x="1245870" y="1585913"/>
                  </a:cubicBezTo>
                  <a:close/>
                  <a:moveTo>
                    <a:pt x="156210" y="1192530"/>
                  </a:moveTo>
                  <a:cubicBezTo>
                    <a:pt x="147638" y="1195387"/>
                    <a:pt x="141923" y="1200150"/>
                    <a:pt x="139065" y="1204912"/>
                  </a:cubicBezTo>
                  <a:cubicBezTo>
                    <a:pt x="136208" y="1209675"/>
                    <a:pt x="136208" y="1217295"/>
                    <a:pt x="140018" y="1225867"/>
                  </a:cubicBezTo>
                  <a:lnTo>
                    <a:pt x="142875" y="1232535"/>
                  </a:lnTo>
                  <a:lnTo>
                    <a:pt x="193358" y="1213485"/>
                  </a:lnTo>
                  <a:lnTo>
                    <a:pt x="192405" y="1209675"/>
                  </a:lnTo>
                  <a:cubicBezTo>
                    <a:pt x="189548" y="1201102"/>
                    <a:pt x="184785" y="1195387"/>
                    <a:pt x="179070" y="1192530"/>
                  </a:cubicBezTo>
                  <a:cubicBezTo>
                    <a:pt x="171450" y="1188720"/>
                    <a:pt x="164783" y="1188720"/>
                    <a:pt x="156210" y="1192530"/>
                  </a:cubicBezTo>
                  <a:close/>
                  <a:moveTo>
                    <a:pt x="159068" y="1161097"/>
                  </a:moveTo>
                  <a:cubicBezTo>
                    <a:pt x="164783" y="1162050"/>
                    <a:pt x="169545" y="1163955"/>
                    <a:pt x="174308" y="1167765"/>
                  </a:cubicBezTo>
                  <a:cubicBezTo>
                    <a:pt x="179070" y="1171575"/>
                    <a:pt x="183833" y="1176337"/>
                    <a:pt x="186690" y="1182052"/>
                  </a:cubicBezTo>
                  <a:cubicBezTo>
                    <a:pt x="190500" y="1187767"/>
                    <a:pt x="193358" y="1194435"/>
                    <a:pt x="196215" y="1202055"/>
                  </a:cubicBezTo>
                  <a:lnTo>
                    <a:pt x="200025" y="1211580"/>
                  </a:lnTo>
                  <a:lnTo>
                    <a:pt x="232410" y="1199197"/>
                  </a:lnTo>
                  <a:cubicBezTo>
                    <a:pt x="234315" y="1198245"/>
                    <a:pt x="236220" y="1197292"/>
                    <a:pt x="237173" y="1196340"/>
                  </a:cubicBezTo>
                  <a:cubicBezTo>
                    <a:pt x="238125" y="1195387"/>
                    <a:pt x="239078" y="1193482"/>
                    <a:pt x="239078" y="1190625"/>
                  </a:cubicBezTo>
                  <a:cubicBezTo>
                    <a:pt x="239078" y="1189672"/>
                    <a:pt x="239078" y="1187767"/>
                    <a:pt x="238125" y="1184910"/>
                  </a:cubicBezTo>
                  <a:cubicBezTo>
                    <a:pt x="238125" y="1182052"/>
                    <a:pt x="237173" y="1180147"/>
                    <a:pt x="237173" y="1178242"/>
                  </a:cubicBezTo>
                  <a:lnTo>
                    <a:pt x="243840" y="1175385"/>
                  </a:lnTo>
                  <a:lnTo>
                    <a:pt x="267653" y="1237297"/>
                  </a:lnTo>
                  <a:lnTo>
                    <a:pt x="260985" y="1239202"/>
                  </a:lnTo>
                  <a:cubicBezTo>
                    <a:pt x="260033" y="1237297"/>
                    <a:pt x="259080" y="1235392"/>
                    <a:pt x="258128" y="1233487"/>
                  </a:cubicBezTo>
                  <a:cubicBezTo>
                    <a:pt x="257175" y="1230630"/>
                    <a:pt x="256223" y="1229677"/>
                    <a:pt x="255270" y="1228725"/>
                  </a:cubicBezTo>
                  <a:cubicBezTo>
                    <a:pt x="253365" y="1226820"/>
                    <a:pt x="252413" y="1225867"/>
                    <a:pt x="250508" y="1225867"/>
                  </a:cubicBezTo>
                  <a:cubicBezTo>
                    <a:pt x="248603" y="1225867"/>
                    <a:pt x="247650" y="1225867"/>
                    <a:pt x="244793" y="1226820"/>
                  </a:cubicBezTo>
                  <a:lnTo>
                    <a:pt x="164783" y="1257300"/>
                  </a:lnTo>
                  <a:cubicBezTo>
                    <a:pt x="162878" y="1258252"/>
                    <a:pt x="160973" y="1259205"/>
                    <a:pt x="160020" y="1260157"/>
                  </a:cubicBezTo>
                  <a:cubicBezTo>
                    <a:pt x="159068" y="1261110"/>
                    <a:pt x="158115" y="1263015"/>
                    <a:pt x="158115" y="1265872"/>
                  </a:cubicBezTo>
                  <a:cubicBezTo>
                    <a:pt x="158115" y="1267777"/>
                    <a:pt x="158115" y="1269682"/>
                    <a:pt x="159068" y="1272540"/>
                  </a:cubicBezTo>
                  <a:cubicBezTo>
                    <a:pt x="159068" y="1275397"/>
                    <a:pt x="160020" y="1277302"/>
                    <a:pt x="160020" y="1278255"/>
                  </a:cubicBezTo>
                  <a:lnTo>
                    <a:pt x="153353" y="1281112"/>
                  </a:lnTo>
                  <a:lnTo>
                    <a:pt x="129540" y="1218247"/>
                  </a:lnTo>
                  <a:cubicBezTo>
                    <a:pt x="123825" y="1203960"/>
                    <a:pt x="121920" y="1191577"/>
                    <a:pt x="123825" y="1183005"/>
                  </a:cubicBezTo>
                  <a:cubicBezTo>
                    <a:pt x="124778" y="1172527"/>
                    <a:pt x="130493" y="1166812"/>
                    <a:pt x="140970" y="1163002"/>
                  </a:cubicBezTo>
                  <a:cubicBezTo>
                    <a:pt x="147638" y="1160145"/>
                    <a:pt x="153353" y="1160145"/>
                    <a:pt x="159068" y="1161097"/>
                  </a:cubicBezTo>
                  <a:close/>
                  <a:moveTo>
                    <a:pt x="1615440" y="1152525"/>
                  </a:moveTo>
                  <a:lnTo>
                    <a:pt x="1622107" y="1154430"/>
                  </a:lnTo>
                  <a:cubicBezTo>
                    <a:pt x="1621155" y="1156335"/>
                    <a:pt x="1621155" y="1158240"/>
                    <a:pt x="1620202" y="1161097"/>
                  </a:cubicBezTo>
                  <a:cubicBezTo>
                    <a:pt x="1619250" y="1163955"/>
                    <a:pt x="1619250" y="1165860"/>
                    <a:pt x="1619250" y="1167765"/>
                  </a:cubicBezTo>
                  <a:cubicBezTo>
                    <a:pt x="1619250" y="1169670"/>
                    <a:pt x="1620202" y="1171575"/>
                    <a:pt x="1621155" y="1173480"/>
                  </a:cubicBezTo>
                  <a:cubicBezTo>
                    <a:pt x="1622107" y="1174432"/>
                    <a:pt x="1624012" y="1175385"/>
                    <a:pt x="1625917" y="1176337"/>
                  </a:cubicBezTo>
                  <a:lnTo>
                    <a:pt x="1645920" y="1183957"/>
                  </a:lnTo>
                  <a:cubicBezTo>
                    <a:pt x="1647825" y="1184910"/>
                    <a:pt x="1648777" y="1184910"/>
                    <a:pt x="1650682" y="1185862"/>
                  </a:cubicBezTo>
                  <a:cubicBezTo>
                    <a:pt x="1651635" y="1185862"/>
                    <a:pt x="1653540" y="1186815"/>
                    <a:pt x="1654492" y="1186815"/>
                  </a:cubicBezTo>
                  <a:cubicBezTo>
                    <a:pt x="1655445" y="1186815"/>
                    <a:pt x="1657350" y="1186815"/>
                    <a:pt x="1659255" y="1186815"/>
                  </a:cubicBezTo>
                  <a:cubicBezTo>
                    <a:pt x="1661160" y="1186815"/>
                    <a:pt x="1664017" y="1185862"/>
                    <a:pt x="1666875" y="1185862"/>
                  </a:cubicBezTo>
                  <a:cubicBezTo>
                    <a:pt x="1675447" y="1184910"/>
                    <a:pt x="1684020" y="1183005"/>
                    <a:pt x="1691640" y="1182052"/>
                  </a:cubicBezTo>
                  <a:cubicBezTo>
                    <a:pt x="1699260" y="1181100"/>
                    <a:pt x="1706880" y="1179195"/>
                    <a:pt x="1714500" y="1178242"/>
                  </a:cubicBezTo>
                  <a:cubicBezTo>
                    <a:pt x="1718310" y="1177290"/>
                    <a:pt x="1721167" y="1176337"/>
                    <a:pt x="1724025" y="1175385"/>
                  </a:cubicBezTo>
                  <a:cubicBezTo>
                    <a:pt x="1726882" y="1174432"/>
                    <a:pt x="1728787" y="1172527"/>
                    <a:pt x="1730692" y="1171575"/>
                  </a:cubicBezTo>
                  <a:cubicBezTo>
                    <a:pt x="1731645" y="1170622"/>
                    <a:pt x="1733550" y="1168717"/>
                    <a:pt x="1734502" y="1166812"/>
                  </a:cubicBezTo>
                  <a:cubicBezTo>
                    <a:pt x="1735455" y="1164907"/>
                    <a:pt x="1736407" y="1163002"/>
                    <a:pt x="1737360" y="1162050"/>
                  </a:cubicBezTo>
                  <a:lnTo>
                    <a:pt x="1744027" y="1164907"/>
                  </a:lnTo>
                  <a:lnTo>
                    <a:pt x="1719262" y="1229677"/>
                  </a:lnTo>
                  <a:lnTo>
                    <a:pt x="1712595" y="1226820"/>
                  </a:lnTo>
                  <a:cubicBezTo>
                    <a:pt x="1714500" y="1221105"/>
                    <a:pt x="1715452" y="1216342"/>
                    <a:pt x="1716405" y="1214437"/>
                  </a:cubicBezTo>
                  <a:cubicBezTo>
                    <a:pt x="1716405" y="1212532"/>
                    <a:pt x="1716405" y="1210627"/>
                    <a:pt x="1714500" y="1210627"/>
                  </a:cubicBezTo>
                  <a:cubicBezTo>
                    <a:pt x="1713547" y="1210627"/>
                    <a:pt x="1712595" y="1210627"/>
                    <a:pt x="1710690" y="1210627"/>
                  </a:cubicBezTo>
                  <a:cubicBezTo>
                    <a:pt x="1708785" y="1210627"/>
                    <a:pt x="1704975" y="1211580"/>
                    <a:pt x="1701165" y="1211580"/>
                  </a:cubicBezTo>
                  <a:cubicBezTo>
                    <a:pt x="1697355" y="1211580"/>
                    <a:pt x="1691640" y="1212532"/>
                    <a:pt x="1684020" y="1214437"/>
                  </a:cubicBezTo>
                  <a:cubicBezTo>
                    <a:pt x="1676400" y="1215390"/>
                    <a:pt x="1667827" y="1217295"/>
                    <a:pt x="1657350" y="1219200"/>
                  </a:cubicBezTo>
                  <a:cubicBezTo>
                    <a:pt x="1669732" y="1235392"/>
                    <a:pt x="1678305" y="1246822"/>
                    <a:pt x="1683067" y="1253490"/>
                  </a:cubicBezTo>
                  <a:cubicBezTo>
                    <a:pt x="1687830" y="1260157"/>
                    <a:pt x="1691640" y="1263015"/>
                    <a:pt x="1692592" y="1263967"/>
                  </a:cubicBezTo>
                  <a:cubicBezTo>
                    <a:pt x="1694497" y="1264920"/>
                    <a:pt x="1696402" y="1263967"/>
                    <a:pt x="1698307" y="1262062"/>
                  </a:cubicBezTo>
                  <a:cubicBezTo>
                    <a:pt x="1700212" y="1260157"/>
                    <a:pt x="1702117" y="1257300"/>
                    <a:pt x="1704022" y="1251585"/>
                  </a:cubicBezTo>
                  <a:lnTo>
                    <a:pt x="1710690" y="1253490"/>
                  </a:lnTo>
                  <a:lnTo>
                    <a:pt x="1694497" y="1295400"/>
                  </a:lnTo>
                  <a:lnTo>
                    <a:pt x="1686877" y="1292542"/>
                  </a:lnTo>
                  <a:cubicBezTo>
                    <a:pt x="1687830" y="1290637"/>
                    <a:pt x="1687830" y="1288732"/>
                    <a:pt x="1687830" y="1286827"/>
                  </a:cubicBezTo>
                  <a:cubicBezTo>
                    <a:pt x="1687830" y="1284922"/>
                    <a:pt x="1687830" y="1283017"/>
                    <a:pt x="1687830" y="1281112"/>
                  </a:cubicBezTo>
                  <a:cubicBezTo>
                    <a:pt x="1687830" y="1278255"/>
                    <a:pt x="1686877" y="1275397"/>
                    <a:pt x="1684972" y="1273492"/>
                  </a:cubicBezTo>
                  <a:cubicBezTo>
                    <a:pt x="1684020" y="1270635"/>
                    <a:pt x="1682115" y="1268730"/>
                    <a:pt x="1680210" y="1265872"/>
                  </a:cubicBezTo>
                  <a:cubicBezTo>
                    <a:pt x="1676400" y="1260157"/>
                    <a:pt x="1672590" y="1254442"/>
                    <a:pt x="1667827" y="1248727"/>
                  </a:cubicBezTo>
                  <a:cubicBezTo>
                    <a:pt x="1663065" y="1243012"/>
                    <a:pt x="1658302" y="1236345"/>
                    <a:pt x="1652587" y="1228725"/>
                  </a:cubicBezTo>
                  <a:cubicBezTo>
                    <a:pt x="1648777" y="1223962"/>
                    <a:pt x="1645920" y="1221105"/>
                    <a:pt x="1644015" y="1219200"/>
                  </a:cubicBezTo>
                  <a:cubicBezTo>
                    <a:pt x="1642110" y="1217295"/>
                    <a:pt x="1637347" y="1215390"/>
                    <a:pt x="1631632" y="1213485"/>
                  </a:cubicBezTo>
                  <a:lnTo>
                    <a:pt x="1615440" y="1206817"/>
                  </a:lnTo>
                  <a:cubicBezTo>
                    <a:pt x="1613535" y="1205865"/>
                    <a:pt x="1611630" y="1205865"/>
                    <a:pt x="1609725" y="1205865"/>
                  </a:cubicBezTo>
                  <a:cubicBezTo>
                    <a:pt x="1607820" y="1205865"/>
                    <a:pt x="1605915" y="1206817"/>
                    <a:pt x="1604962" y="1208722"/>
                  </a:cubicBezTo>
                  <a:cubicBezTo>
                    <a:pt x="1604010" y="1209675"/>
                    <a:pt x="1603057" y="1211580"/>
                    <a:pt x="1601152" y="1213485"/>
                  </a:cubicBezTo>
                  <a:cubicBezTo>
                    <a:pt x="1599247" y="1216342"/>
                    <a:pt x="1598295" y="1218247"/>
                    <a:pt x="1597342" y="1219200"/>
                  </a:cubicBezTo>
                  <a:lnTo>
                    <a:pt x="1590675" y="1216342"/>
                  </a:lnTo>
                  <a:close/>
                  <a:moveTo>
                    <a:pt x="1739265" y="964883"/>
                  </a:moveTo>
                  <a:lnTo>
                    <a:pt x="1773555" y="968693"/>
                  </a:lnTo>
                  <a:lnTo>
                    <a:pt x="1759267" y="1085850"/>
                  </a:lnTo>
                  <a:lnTo>
                    <a:pt x="1726882" y="1081088"/>
                  </a:lnTo>
                  <a:lnTo>
                    <a:pt x="1727835" y="1074420"/>
                  </a:lnTo>
                  <a:cubicBezTo>
                    <a:pt x="1733550" y="1073468"/>
                    <a:pt x="1739265" y="1071563"/>
                    <a:pt x="1744980" y="1067753"/>
                  </a:cubicBezTo>
                  <a:cubicBezTo>
                    <a:pt x="1751647" y="1064895"/>
                    <a:pt x="1755457" y="1061085"/>
                    <a:pt x="1755457" y="1058228"/>
                  </a:cubicBezTo>
                  <a:cubicBezTo>
                    <a:pt x="1755457" y="1056323"/>
                    <a:pt x="1756410" y="1054418"/>
                    <a:pt x="1756410" y="1051560"/>
                  </a:cubicBezTo>
                  <a:cubicBezTo>
                    <a:pt x="1756410" y="1048703"/>
                    <a:pt x="1757362" y="1046798"/>
                    <a:pt x="1757362" y="1044893"/>
                  </a:cubicBezTo>
                  <a:lnTo>
                    <a:pt x="1757362" y="1041083"/>
                  </a:lnTo>
                  <a:lnTo>
                    <a:pt x="1662112" y="1029653"/>
                  </a:lnTo>
                  <a:cubicBezTo>
                    <a:pt x="1660207" y="1029653"/>
                    <a:pt x="1658302" y="1029653"/>
                    <a:pt x="1656397" y="1030605"/>
                  </a:cubicBezTo>
                  <a:cubicBezTo>
                    <a:pt x="1654492" y="1031558"/>
                    <a:pt x="1653540" y="1032510"/>
                    <a:pt x="1652587" y="1034415"/>
                  </a:cubicBezTo>
                  <a:cubicBezTo>
                    <a:pt x="1651635" y="1035368"/>
                    <a:pt x="1651635" y="1037273"/>
                    <a:pt x="1650682" y="1040130"/>
                  </a:cubicBezTo>
                  <a:cubicBezTo>
                    <a:pt x="1649730" y="1042988"/>
                    <a:pt x="1648777" y="1044893"/>
                    <a:pt x="1648777" y="1046798"/>
                  </a:cubicBezTo>
                  <a:lnTo>
                    <a:pt x="1642110" y="1045845"/>
                  </a:lnTo>
                  <a:lnTo>
                    <a:pt x="1649730" y="978218"/>
                  </a:lnTo>
                  <a:lnTo>
                    <a:pt x="1656397" y="979170"/>
                  </a:lnTo>
                  <a:cubicBezTo>
                    <a:pt x="1656397" y="981075"/>
                    <a:pt x="1656397" y="982980"/>
                    <a:pt x="1656397" y="985838"/>
                  </a:cubicBezTo>
                  <a:cubicBezTo>
                    <a:pt x="1656397" y="988695"/>
                    <a:pt x="1656397" y="990600"/>
                    <a:pt x="1656397" y="992505"/>
                  </a:cubicBezTo>
                  <a:cubicBezTo>
                    <a:pt x="1657350" y="994410"/>
                    <a:pt x="1658302" y="996315"/>
                    <a:pt x="1659255" y="997268"/>
                  </a:cubicBezTo>
                  <a:cubicBezTo>
                    <a:pt x="1660207" y="998220"/>
                    <a:pt x="1662112" y="999173"/>
                    <a:pt x="1664970" y="999173"/>
                  </a:cubicBezTo>
                  <a:lnTo>
                    <a:pt x="1761172" y="1010603"/>
                  </a:lnTo>
                  <a:lnTo>
                    <a:pt x="1761172" y="1006793"/>
                  </a:lnTo>
                  <a:cubicBezTo>
                    <a:pt x="1761172" y="1004888"/>
                    <a:pt x="1761172" y="1002983"/>
                    <a:pt x="1762125" y="1000125"/>
                  </a:cubicBezTo>
                  <a:cubicBezTo>
                    <a:pt x="1762125" y="997268"/>
                    <a:pt x="1762125" y="995363"/>
                    <a:pt x="1762125" y="993458"/>
                  </a:cubicBezTo>
                  <a:cubicBezTo>
                    <a:pt x="1762125" y="990600"/>
                    <a:pt x="1759267" y="985838"/>
                    <a:pt x="1753552" y="982028"/>
                  </a:cubicBezTo>
                  <a:cubicBezTo>
                    <a:pt x="1747837" y="977265"/>
                    <a:pt x="1743075" y="974408"/>
                    <a:pt x="1738312" y="971550"/>
                  </a:cubicBezTo>
                  <a:close/>
                  <a:moveTo>
                    <a:pt x="199073" y="952500"/>
                  </a:moveTo>
                  <a:lnTo>
                    <a:pt x="212408" y="1065847"/>
                  </a:lnTo>
                  <a:lnTo>
                    <a:pt x="205740" y="1066800"/>
                  </a:lnTo>
                  <a:cubicBezTo>
                    <a:pt x="205740" y="1064895"/>
                    <a:pt x="204788" y="1062990"/>
                    <a:pt x="203835" y="1060132"/>
                  </a:cubicBezTo>
                  <a:cubicBezTo>
                    <a:pt x="202883" y="1057275"/>
                    <a:pt x="202883" y="1055370"/>
                    <a:pt x="201930" y="1054417"/>
                  </a:cubicBezTo>
                  <a:cubicBezTo>
                    <a:pt x="200978" y="1052512"/>
                    <a:pt x="199073" y="1050607"/>
                    <a:pt x="198120" y="1050607"/>
                  </a:cubicBezTo>
                  <a:cubicBezTo>
                    <a:pt x="196215" y="1049655"/>
                    <a:pt x="195263" y="1049655"/>
                    <a:pt x="192405" y="1050607"/>
                  </a:cubicBezTo>
                  <a:lnTo>
                    <a:pt x="106680" y="1060132"/>
                  </a:lnTo>
                  <a:cubicBezTo>
                    <a:pt x="104775" y="1060132"/>
                    <a:pt x="102870" y="1061085"/>
                    <a:pt x="101918" y="1062037"/>
                  </a:cubicBezTo>
                  <a:cubicBezTo>
                    <a:pt x="100965" y="1062990"/>
                    <a:pt x="100013" y="1064895"/>
                    <a:pt x="99060" y="1066800"/>
                  </a:cubicBezTo>
                  <a:cubicBezTo>
                    <a:pt x="98108" y="1068705"/>
                    <a:pt x="98108" y="1070610"/>
                    <a:pt x="98108" y="1073467"/>
                  </a:cubicBezTo>
                  <a:cubicBezTo>
                    <a:pt x="98108" y="1076325"/>
                    <a:pt x="98108" y="1078230"/>
                    <a:pt x="98108" y="1080135"/>
                  </a:cubicBezTo>
                  <a:lnTo>
                    <a:pt x="91440" y="1081087"/>
                  </a:lnTo>
                  <a:lnTo>
                    <a:pt x="79058" y="973455"/>
                  </a:lnTo>
                  <a:lnTo>
                    <a:pt x="108585" y="971550"/>
                  </a:lnTo>
                  <a:lnTo>
                    <a:pt x="109538" y="978217"/>
                  </a:lnTo>
                  <a:cubicBezTo>
                    <a:pt x="104775" y="980122"/>
                    <a:pt x="100965" y="983932"/>
                    <a:pt x="96203" y="988695"/>
                  </a:cubicBezTo>
                  <a:cubicBezTo>
                    <a:pt x="92393" y="993457"/>
                    <a:pt x="89535" y="997267"/>
                    <a:pt x="89535" y="1002030"/>
                  </a:cubicBezTo>
                  <a:cubicBezTo>
                    <a:pt x="89535" y="1003935"/>
                    <a:pt x="89535" y="1005840"/>
                    <a:pt x="89535" y="1008697"/>
                  </a:cubicBezTo>
                  <a:cubicBezTo>
                    <a:pt x="89535" y="1011555"/>
                    <a:pt x="90488" y="1014412"/>
                    <a:pt x="90488" y="1016317"/>
                  </a:cubicBezTo>
                  <a:lnTo>
                    <a:pt x="92393" y="1033462"/>
                  </a:lnTo>
                  <a:lnTo>
                    <a:pt x="139065" y="1027747"/>
                  </a:lnTo>
                  <a:lnTo>
                    <a:pt x="137160" y="1015365"/>
                  </a:lnTo>
                  <a:cubicBezTo>
                    <a:pt x="137160" y="1012507"/>
                    <a:pt x="136208" y="1009650"/>
                    <a:pt x="135255" y="1006792"/>
                  </a:cubicBezTo>
                  <a:cubicBezTo>
                    <a:pt x="134303" y="1003935"/>
                    <a:pt x="132398" y="1002030"/>
                    <a:pt x="130493" y="1000125"/>
                  </a:cubicBezTo>
                  <a:cubicBezTo>
                    <a:pt x="129540" y="999172"/>
                    <a:pt x="126683" y="998220"/>
                    <a:pt x="122873" y="997267"/>
                  </a:cubicBezTo>
                  <a:cubicBezTo>
                    <a:pt x="119063" y="996315"/>
                    <a:pt x="116205" y="996315"/>
                    <a:pt x="114300" y="995362"/>
                  </a:cubicBezTo>
                  <a:lnTo>
                    <a:pt x="113348" y="988695"/>
                  </a:lnTo>
                  <a:lnTo>
                    <a:pt x="163830" y="982980"/>
                  </a:lnTo>
                  <a:lnTo>
                    <a:pt x="164783" y="989647"/>
                  </a:lnTo>
                  <a:cubicBezTo>
                    <a:pt x="162878" y="989647"/>
                    <a:pt x="159068" y="991552"/>
                    <a:pt x="156210" y="993457"/>
                  </a:cubicBezTo>
                  <a:cubicBezTo>
                    <a:pt x="152400" y="995362"/>
                    <a:pt x="150495" y="997267"/>
                    <a:pt x="149543" y="998220"/>
                  </a:cubicBezTo>
                  <a:cubicBezTo>
                    <a:pt x="147638" y="1000125"/>
                    <a:pt x="146685" y="1002982"/>
                    <a:pt x="145733" y="1004887"/>
                  </a:cubicBezTo>
                  <a:cubicBezTo>
                    <a:pt x="144780" y="1007745"/>
                    <a:pt x="144780" y="1010602"/>
                    <a:pt x="145733" y="1013460"/>
                  </a:cubicBezTo>
                  <a:lnTo>
                    <a:pt x="146685" y="1025842"/>
                  </a:lnTo>
                  <a:lnTo>
                    <a:pt x="181928" y="1022032"/>
                  </a:lnTo>
                  <a:cubicBezTo>
                    <a:pt x="185738" y="1022032"/>
                    <a:pt x="188595" y="1021080"/>
                    <a:pt x="190500" y="1020127"/>
                  </a:cubicBezTo>
                  <a:cubicBezTo>
                    <a:pt x="192405" y="1019175"/>
                    <a:pt x="194310" y="1018222"/>
                    <a:pt x="195263" y="1016317"/>
                  </a:cubicBezTo>
                  <a:cubicBezTo>
                    <a:pt x="196215" y="1014412"/>
                    <a:pt x="196215" y="1012507"/>
                    <a:pt x="196215" y="1010602"/>
                  </a:cubicBezTo>
                  <a:cubicBezTo>
                    <a:pt x="196215" y="1007745"/>
                    <a:pt x="196215" y="1004887"/>
                    <a:pt x="195263" y="1000125"/>
                  </a:cubicBezTo>
                  <a:cubicBezTo>
                    <a:pt x="195263" y="998220"/>
                    <a:pt x="195263" y="995362"/>
                    <a:pt x="194310" y="992505"/>
                  </a:cubicBezTo>
                  <a:cubicBezTo>
                    <a:pt x="194310" y="989647"/>
                    <a:pt x="193358" y="987742"/>
                    <a:pt x="193358" y="984885"/>
                  </a:cubicBezTo>
                  <a:cubicBezTo>
                    <a:pt x="192405" y="982980"/>
                    <a:pt x="192405" y="980122"/>
                    <a:pt x="191453" y="978217"/>
                  </a:cubicBezTo>
                  <a:cubicBezTo>
                    <a:pt x="190500" y="976312"/>
                    <a:pt x="189548" y="974407"/>
                    <a:pt x="188595" y="973455"/>
                  </a:cubicBezTo>
                  <a:cubicBezTo>
                    <a:pt x="185738" y="970597"/>
                    <a:pt x="180975" y="968692"/>
                    <a:pt x="175260" y="965835"/>
                  </a:cubicBezTo>
                  <a:cubicBezTo>
                    <a:pt x="169545" y="962977"/>
                    <a:pt x="164783" y="961072"/>
                    <a:pt x="161925" y="961072"/>
                  </a:cubicBezTo>
                  <a:lnTo>
                    <a:pt x="160973" y="954405"/>
                  </a:lnTo>
                  <a:close/>
                  <a:moveTo>
                    <a:pt x="925830" y="826770"/>
                  </a:moveTo>
                  <a:cubicBezTo>
                    <a:pt x="898208" y="826770"/>
                    <a:pt x="876300" y="848678"/>
                    <a:pt x="876300" y="876300"/>
                  </a:cubicBezTo>
                  <a:lnTo>
                    <a:pt x="876300" y="905828"/>
                  </a:lnTo>
                  <a:cubicBezTo>
                    <a:pt x="850583" y="910590"/>
                    <a:pt x="825818" y="918210"/>
                    <a:pt x="801053" y="929640"/>
                  </a:cubicBezTo>
                  <a:cubicBezTo>
                    <a:pt x="763905" y="946785"/>
                    <a:pt x="727710" y="971550"/>
                    <a:pt x="693420" y="1003935"/>
                  </a:cubicBezTo>
                  <a:cubicBezTo>
                    <a:pt x="661988" y="1034415"/>
                    <a:pt x="632460" y="1070610"/>
                    <a:pt x="604838" y="1112520"/>
                  </a:cubicBezTo>
                  <a:cubicBezTo>
                    <a:pt x="579120" y="1152525"/>
                    <a:pt x="555308" y="1197293"/>
                    <a:pt x="534353" y="1245870"/>
                  </a:cubicBezTo>
                  <a:cubicBezTo>
                    <a:pt x="523875" y="1270635"/>
                    <a:pt x="535305" y="1298258"/>
                    <a:pt x="559118" y="1308735"/>
                  </a:cubicBezTo>
                  <a:cubicBezTo>
                    <a:pt x="583883" y="1319213"/>
                    <a:pt x="611505" y="1307783"/>
                    <a:pt x="621983" y="1283018"/>
                  </a:cubicBezTo>
                  <a:cubicBezTo>
                    <a:pt x="660083" y="1195388"/>
                    <a:pt x="706755" y="1122045"/>
                    <a:pt x="759143" y="1072515"/>
                  </a:cubicBezTo>
                  <a:cubicBezTo>
                    <a:pt x="796290" y="1036320"/>
                    <a:pt x="835343" y="1013460"/>
                    <a:pt x="875348" y="1002983"/>
                  </a:cubicBezTo>
                  <a:lnTo>
                    <a:pt x="875348" y="1081088"/>
                  </a:lnTo>
                  <a:cubicBezTo>
                    <a:pt x="875348" y="1107758"/>
                    <a:pt x="855345" y="1118235"/>
                    <a:pt x="846773" y="1123950"/>
                  </a:cubicBezTo>
                  <a:cubicBezTo>
                    <a:pt x="843915" y="1125855"/>
                    <a:pt x="837248" y="1129665"/>
                    <a:pt x="834390" y="1131570"/>
                  </a:cubicBezTo>
                  <a:cubicBezTo>
                    <a:pt x="816293" y="1143953"/>
                    <a:pt x="794385" y="1162050"/>
                    <a:pt x="775335" y="1187768"/>
                  </a:cubicBezTo>
                  <a:cubicBezTo>
                    <a:pt x="739140" y="1233488"/>
                    <a:pt x="711518" y="1296353"/>
                    <a:pt x="697230" y="1363980"/>
                  </a:cubicBezTo>
                  <a:cubicBezTo>
                    <a:pt x="691515" y="1389698"/>
                    <a:pt x="707708" y="1415415"/>
                    <a:pt x="734378" y="1421130"/>
                  </a:cubicBezTo>
                  <a:cubicBezTo>
                    <a:pt x="760095" y="1426845"/>
                    <a:pt x="785813" y="1410653"/>
                    <a:pt x="791528" y="1383983"/>
                  </a:cubicBezTo>
                  <a:cubicBezTo>
                    <a:pt x="802958" y="1329690"/>
                    <a:pt x="824865" y="1281113"/>
                    <a:pt x="851535" y="1246823"/>
                  </a:cubicBezTo>
                  <a:cubicBezTo>
                    <a:pt x="864870" y="1228725"/>
                    <a:pt x="893445" y="1199198"/>
                    <a:pt x="925830" y="1199198"/>
                  </a:cubicBezTo>
                  <a:cubicBezTo>
                    <a:pt x="958215" y="1199198"/>
                    <a:pt x="986790" y="1228725"/>
                    <a:pt x="1000125" y="1246823"/>
                  </a:cubicBezTo>
                  <a:cubicBezTo>
                    <a:pt x="1026795" y="1281113"/>
                    <a:pt x="1048703" y="1330643"/>
                    <a:pt x="1060133" y="1383983"/>
                  </a:cubicBezTo>
                  <a:cubicBezTo>
                    <a:pt x="1065848" y="1409700"/>
                    <a:pt x="1091565" y="1425893"/>
                    <a:pt x="1117283" y="1421130"/>
                  </a:cubicBezTo>
                  <a:cubicBezTo>
                    <a:pt x="1143000" y="1415415"/>
                    <a:pt x="1160145" y="1389698"/>
                    <a:pt x="1154430" y="1363980"/>
                  </a:cubicBezTo>
                  <a:cubicBezTo>
                    <a:pt x="1140143" y="1296353"/>
                    <a:pt x="1111568" y="1233488"/>
                    <a:pt x="1076325" y="1187768"/>
                  </a:cubicBezTo>
                  <a:cubicBezTo>
                    <a:pt x="1056323" y="1162050"/>
                    <a:pt x="1035368" y="1143953"/>
                    <a:pt x="1017270" y="1131570"/>
                  </a:cubicBezTo>
                  <a:cubicBezTo>
                    <a:pt x="1014413" y="1129665"/>
                    <a:pt x="1007745" y="1125855"/>
                    <a:pt x="1004888" y="1123950"/>
                  </a:cubicBezTo>
                  <a:cubicBezTo>
                    <a:pt x="995363" y="1118235"/>
                    <a:pt x="976313" y="1107758"/>
                    <a:pt x="976313" y="1081088"/>
                  </a:cubicBezTo>
                  <a:lnTo>
                    <a:pt x="976313" y="1002983"/>
                  </a:lnTo>
                  <a:cubicBezTo>
                    <a:pt x="1016318" y="1013460"/>
                    <a:pt x="1055370" y="1036320"/>
                    <a:pt x="1092518" y="1072515"/>
                  </a:cubicBezTo>
                  <a:cubicBezTo>
                    <a:pt x="1144905" y="1122045"/>
                    <a:pt x="1191578" y="1194435"/>
                    <a:pt x="1229678" y="1283018"/>
                  </a:cubicBezTo>
                  <a:cubicBezTo>
                    <a:pt x="1240155" y="1307783"/>
                    <a:pt x="1268730" y="1318260"/>
                    <a:pt x="1292543" y="1308735"/>
                  </a:cubicBezTo>
                  <a:cubicBezTo>
                    <a:pt x="1316355" y="1298258"/>
                    <a:pt x="1327785" y="1270635"/>
                    <a:pt x="1317308" y="1245870"/>
                  </a:cubicBezTo>
                  <a:cubicBezTo>
                    <a:pt x="1296353" y="1197293"/>
                    <a:pt x="1272540" y="1152525"/>
                    <a:pt x="1246823" y="1112520"/>
                  </a:cubicBezTo>
                  <a:cubicBezTo>
                    <a:pt x="1219200" y="1070610"/>
                    <a:pt x="1189673" y="1034415"/>
                    <a:pt x="1158240" y="1003935"/>
                  </a:cubicBezTo>
                  <a:cubicBezTo>
                    <a:pt x="1124903" y="971550"/>
                    <a:pt x="1088708" y="946785"/>
                    <a:pt x="1050608" y="929640"/>
                  </a:cubicBezTo>
                  <a:cubicBezTo>
                    <a:pt x="1025843" y="918210"/>
                    <a:pt x="1001078" y="910590"/>
                    <a:pt x="975360" y="905828"/>
                  </a:cubicBezTo>
                  <a:lnTo>
                    <a:pt x="975360" y="876300"/>
                  </a:lnTo>
                  <a:cubicBezTo>
                    <a:pt x="975360" y="848678"/>
                    <a:pt x="953453" y="826770"/>
                    <a:pt x="925830" y="826770"/>
                  </a:cubicBezTo>
                  <a:close/>
                  <a:moveTo>
                    <a:pt x="1765935" y="802958"/>
                  </a:moveTo>
                  <a:lnTo>
                    <a:pt x="1772603" y="870585"/>
                  </a:lnTo>
                  <a:lnTo>
                    <a:pt x="1765935" y="871538"/>
                  </a:lnTo>
                  <a:cubicBezTo>
                    <a:pt x="1765935" y="869633"/>
                    <a:pt x="1764983" y="867728"/>
                    <a:pt x="1764983" y="864870"/>
                  </a:cubicBezTo>
                  <a:cubicBezTo>
                    <a:pt x="1764030" y="862013"/>
                    <a:pt x="1764030" y="860108"/>
                    <a:pt x="1763078" y="858203"/>
                  </a:cubicBezTo>
                  <a:cubicBezTo>
                    <a:pt x="1762125" y="856298"/>
                    <a:pt x="1761173" y="854393"/>
                    <a:pt x="1759268" y="854393"/>
                  </a:cubicBezTo>
                  <a:cubicBezTo>
                    <a:pt x="1757363" y="853440"/>
                    <a:pt x="1755458" y="853440"/>
                    <a:pt x="1753553" y="853440"/>
                  </a:cubicBezTo>
                  <a:lnTo>
                    <a:pt x="1667828" y="862013"/>
                  </a:lnTo>
                  <a:cubicBezTo>
                    <a:pt x="1665923" y="862013"/>
                    <a:pt x="1664018" y="862965"/>
                    <a:pt x="1662113" y="863918"/>
                  </a:cubicBezTo>
                  <a:cubicBezTo>
                    <a:pt x="1661160" y="864870"/>
                    <a:pt x="1660208" y="866775"/>
                    <a:pt x="1659255" y="868680"/>
                  </a:cubicBezTo>
                  <a:cubicBezTo>
                    <a:pt x="1659255" y="869633"/>
                    <a:pt x="1658303" y="871538"/>
                    <a:pt x="1658303" y="874395"/>
                  </a:cubicBezTo>
                  <a:cubicBezTo>
                    <a:pt x="1658303" y="877253"/>
                    <a:pt x="1658303" y="879158"/>
                    <a:pt x="1658303" y="881063"/>
                  </a:cubicBezTo>
                  <a:lnTo>
                    <a:pt x="1651635" y="883920"/>
                  </a:lnTo>
                  <a:lnTo>
                    <a:pt x="1644968" y="816293"/>
                  </a:lnTo>
                  <a:lnTo>
                    <a:pt x="1651635" y="815340"/>
                  </a:lnTo>
                  <a:cubicBezTo>
                    <a:pt x="1651635" y="817245"/>
                    <a:pt x="1652588" y="819150"/>
                    <a:pt x="1652588" y="822008"/>
                  </a:cubicBezTo>
                  <a:cubicBezTo>
                    <a:pt x="1653540" y="824865"/>
                    <a:pt x="1653540" y="826770"/>
                    <a:pt x="1654493" y="827723"/>
                  </a:cubicBezTo>
                  <a:cubicBezTo>
                    <a:pt x="1655445" y="829628"/>
                    <a:pt x="1656398" y="831533"/>
                    <a:pt x="1658303" y="831533"/>
                  </a:cubicBezTo>
                  <a:cubicBezTo>
                    <a:pt x="1659255" y="832485"/>
                    <a:pt x="1661160" y="832485"/>
                    <a:pt x="1664018" y="832485"/>
                  </a:cubicBezTo>
                  <a:lnTo>
                    <a:pt x="1749743" y="823913"/>
                  </a:lnTo>
                  <a:cubicBezTo>
                    <a:pt x="1751648" y="823913"/>
                    <a:pt x="1753553" y="822960"/>
                    <a:pt x="1754505" y="822008"/>
                  </a:cubicBezTo>
                  <a:cubicBezTo>
                    <a:pt x="1755458" y="821055"/>
                    <a:pt x="1757363" y="819150"/>
                    <a:pt x="1757363" y="817245"/>
                  </a:cubicBezTo>
                  <a:cubicBezTo>
                    <a:pt x="1758315" y="816293"/>
                    <a:pt x="1758315" y="813435"/>
                    <a:pt x="1758315" y="810578"/>
                  </a:cubicBezTo>
                  <a:cubicBezTo>
                    <a:pt x="1758315" y="807720"/>
                    <a:pt x="1759268" y="805815"/>
                    <a:pt x="1759268" y="803910"/>
                  </a:cubicBezTo>
                  <a:close/>
                  <a:moveTo>
                    <a:pt x="94297" y="735330"/>
                  </a:moveTo>
                  <a:lnTo>
                    <a:pt x="100965" y="736282"/>
                  </a:lnTo>
                  <a:cubicBezTo>
                    <a:pt x="100965" y="742950"/>
                    <a:pt x="100965" y="747712"/>
                    <a:pt x="101917" y="752475"/>
                  </a:cubicBezTo>
                  <a:cubicBezTo>
                    <a:pt x="102870" y="757237"/>
                    <a:pt x="104775" y="762000"/>
                    <a:pt x="108585" y="766762"/>
                  </a:cubicBezTo>
                  <a:cubicBezTo>
                    <a:pt x="113347" y="773430"/>
                    <a:pt x="117157" y="779145"/>
                    <a:pt x="120967" y="783907"/>
                  </a:cubicBezTo>
                  <a:cubicBezTo>
                    <a:pt x="124777" y="788670"/>
                    <a:pt x="128587" y="794385"/>
                    <a:pt x="134302" y="801052"/>
                  </a:cubicBezTo>
                  <a:cubicBezTo>
                    <a:pt x="141922" y="796290"/>
                    <a:pt x="150495" y="791527"/>
                    <a:pt x="161925" y="784860"/>
                  </a:cubicBezTo>
                  <a:cubicBezTo>
                    <a:pt x="172402" y="778192"/>
                    <a:pt x="182880" y="772477"/>
                    <a:pt x="193357" y="765810"/>
                  </a:cubicBezTo>
                  <a:cubicBezTo>
                    <a:pt x="196215" y="763905"/>
                    <a:pt x="198120" y="762000"/>
                    <a:pt x="200977" y="760095"/>
                  </a:cubicBezTo>
                  <a:cubicBezTo>
                    <a:pt x="203835" y="758190"/>
                    <a:pt x="205740" y="755332"/>
                    <a:pt x="207645" y="752475"/>
                  </a:cubicBezTo>
                  <a:cubicBezTo>
                    <a:pt x="208597" y="751522"/>
                    <a:pt x="209550" y="749617"/>
                    <a:pt x="209550" y="747712"/>
                  </a:cubicBezTo>
                  <a:cubicBezTo>
                    <a:pt x="210502" y="745807"/>
                    <a:pt x="210502" y="744855"/>
                    <a:pt x="210502" y="742950"/>
                  </a:cubicBezTo>
                  <a:lnTo>
                    <a:pt x="218122" y="745807"/>
                  </a:lnTo>
                  <a:lnTo>
                    <a:pt x="211455" y="793432"/>
                  </a:lnTo>
                  <a:cubicBezTo>
                    <a:pt x="199072" y="799147"/>
                    <a:pt x="189547" y="803910"/>
                    <a:pt x="180975" y="808672"/>
                  </a:cubicBezTo>
                  <a:cubicBezTo>
                    <a:pt x="172402" y="813435"/>
                    <a:pt x="161925" y="819150"/>
                    <a:pt x="149542" y="826770"/>
                  </a:cubicBezTo>
                  <a:lnTo>
                    <a:pt x="148590" y="831532"/>
                  </a:lnTo>
                  <a:lnTo>
                    <a:pt x="186690" y="837247"/>
                  </a:lnTo>
                  <a:cubicBezTo>
                    <a:pt x="188595" y="837247"/>
                    <a:pt x="190500" y="837247"/>
                    <a:pt x="192405" y="837247"/>
                  </a:cubicBezTo>
                  <a:cubicBezTo>
                    <a:pt x="194310" y="836295"/>
                    <a:pt x="195262" y="835342"/>
                    <a:pt x="196215" y="833437"/>
                  </a:cubicBezTo>
                  <a:cubicBezTo>
                    <a:pt x="197167" y="832485"/>
                    <a:pt x="197167" y="831532"/>
                    <a:pt x="198120" y="829627"/>
                  </a:cubicBezTo>
                  <a:cubicBezTo>
                    <a:pt x="199072" y="827722"/>
                    <a:pt x="199072" y="825817"/>
                    <a:pt x="200025" y="823912"/>
                  </a:cubicBezTo>
                  <a:lnTo>
                    <a:pt x="206692" y="824865"/>
                  </a:lnTo>
                  <a:lnTo>
                    <a:pt x="197167" y="888682"/>
                  </a:lnTo>
                  <a:lnTo>
                    <a:pt x="190500" y="886777"/>
                  </a:lnTo>
                  <a:cubicBezTo>
                    <a:pt x="190500" y="884872"/>
                    <a:pt x="190500" y="882967"/>
                    <a:pt x="190500" y="880110"/>
                  </a:cubicBezTo>
                  <a:cubicBezTo>
                    <a:pt x="190500" y="877252"/>
                    <a:pt x="190500" y="875347"/>
                    <a:pt x="190500" y="874395"/>
                  </a:cubicBezTo>
                  <a:cubicBezTo>
                    <a:pt x="189547" y="872490"/>
                    <a:pt x="189547" y="870585"/>
                    <a:pt x="187642" y="869632"/>
                  </a:cubicBezTo>
                  <a:cubicBezTo>
                    <a:pt x="186690" y="868680"/>
                    <a:pt x="184785" y="867727"/>
                    <a:pt x="182880" y="867727"/>
                  </a:cubicBezTo>
                  <a:lnTo>
                    <a:pt x="97155" y="855345"/>
                  </a:lnTo>
                  <a:cubicBezTo>
                    <a:pt x="95250" y="855345"/>
                    <a:pt x="93345" y="855345"/>
                    <a:pt x="92392" y="855345"/>
                  </a:cubicBezTo>
                  <a:cubicBezTo>
                    <a:pt x="90487" y="855345"/>
                    <a:pt x="89535" y="857250"/>
                    <a:pt x="88582" y="859155"/>
                  </a:cubicBezTo>
                  <a:cubicBezTo>
                    <a:pt x="87630" y="861060"/>
                    <a:pt x="86677" y="862965"/>
                    <a:pt x="85725" y="864870"/>
                  </a:cubicBezTo>
                  <a:cubicBezTo>
                    <a:pt x="84772" y="866775"/>
                    <a:pt x="83820" y="869632"/>
                    <a:pt x="83820" y="870585"/>
                  </a:cubicBezTo>
                  <a:lnTo>
                    <a:pt x="76200" y="869632"/>
                  </a:lnTo>
                  <a:lnTo>
                    <a:pt x="85725" y="802957"/>
                  </a:lnTo>
                  <a:lnTo>
                    <a:pt x="92392" y="803910"/>
                  </a:lnTo>
                  <a:cubicBezTo>
                    <a:pt x="92392" y="805815"/>
                    <a:pt x="92392" y="807720"/>
                    <a:pt x="92392" y="810577"/>
                  </a:cubicBezTo>
                  <a:cubicBezTo>
                    <a:pt x="92392" y="813435"/>
                    <a:pt x="92392" y="815340"/>
                    <a:pt x="92392" y="817245"/>
                  </a:cubicBezTo>
                  <a:cubicBezTo>
                    <a:pt x="92392" y="819150"/>
                    <a:pt x="93345" y="821055"/>
                    <a:pt x="95250" y="822007"/>
                  </a:cubicBezTo>
                  <a:cubicBezTo>
                    <a:pt x="97155" y="822960"/>
                    <a:pt x="98107" y="823912"/>
                    <a:pt x="100012" y="823912"/>
                  </a:cubicBezTo>
                  <a:lnTo>
                    <a:pt x="140970" y="829627"/>
                  </a:lnTo>
                  <a:lnTo>
                    <a:pt x="141922" y="825817"/>
                  </a:lnTo>
                  <a:cubicBezTo>
                    <a:pt x="138112" y="821055"/>
                    <a:pt x="134302" y="815340"/>
                    <a:pt x="129540" y="808672"/>
                  </a:cubicBezTo>
                  <a:cubicBezTo>
                    <a:pt x="124777" y="802005"/>
                    <a:pt x="120967" y="796290"/>
                    <a:pt x="117157" y="792480"/>
                  </a:cubicBezTo>
                  <a:cubicBezTo>
                    <a:pt x="112395" y="787717"/>
                    <a:pt x="109537" y="782955"/>
                    <a:pt x="106680" y="781050"/>
                  </a:cubicBezTo>
                  <a:cubicBezTo>
                    <a:pt x="103822" y="778192"/>
                    <a:pt x="101917" y="777240"/>
                    <a:pt x="99060" y="776287"/>
                  </a:cubicBezTo>
                  <a:cubicBezTo>
                    <a:pt x="98107" y="776287"/>
                    <a:pt x="97155" y="777240"/>
                    <a:pt x="96202" y="779145"/>
                  </a:cubicBezTo>
                  <a:cubicBezTo>
                    <a:pt x="95250" y="781050"/>
                    <a:pt x="94297" y="783907"/>
                    <a:pt x="93345" y="788670"/>
                  </a:cubicBezTo>
                  <a:lnTo>
                    <a:pt x="86677" y="787717"/>
                  </a:lnTo>
                  <a:close/>
                  <a:moveTo>
                    <a:pt x="1698308" y="618173"/>
                  </a:moveTo>
                  <a:cubicBezTo>
                    <a:pt x="1703070" y="619125"/>
                    <a:pt x="1707833" y="620078"/>
                    <a:pt x="1712595" y="622935"/>
                  </a:cubicBezTo>
                  <a:cubicBezTo>
                    <a:pt x="1717358" y="625793"/>
                    <a:pt x="1721168" y="629603"/>
                    <a:pt x="1724978" y="634365"/>
                  </a:cubicBezTo>
                  <a:cubicBezTo>
                    <a:pt x="1728788" y="639128"/>
                    <a:pt x="1731645" y="644843"/>
                    <a:pt x="1734503" y="651510"/>
                  </a:cubicBezTo>
                  <a:cubicBezTo>
                    <a:pt x="1736408" y="658178"/>
                    <a:pt x="1737360" y="663893"/>
                    <a:pt x="1738313" y="670560"/>
                  </a:cubicBezTo>
                  <a:cubicBezTo>
                    <a:pt x="1738313" y="677228"/>
                    <a:pt x="1738313" y="681990"/>
                    <a:pt x="1737360" y="685800"/>
                  </a:cubicBezTo>
                  <a:lnTo>
                    <a:pt x="1744028" y="688658"/>
                  </a:lnTo>
                  <a:lnTo>
                    <a:pt x="1746885" y="695325"/>
                  </a:lnTo>
                  <a:lnTo>
                    <a:pt x="1707833" y="709613"/>
                  </a:lnTo>
                  <a:lnTo>
                    <a:pt x="1705928" y="702945"/>
                  </a:lnTo>
                  <a:cubicBezTo>
                    <a:pt x="1709738" y="700088"/>
                    <a:pt x="1713548" y="696278"/>
                    <a:pt x="1717358" y="692468"/>
                  </a:cubicBezTo>
                  <a:cubicBezTo>
                    <a:pt x="1721168" y="688658"/>
                    <a:pt x="1724025" y="684848"/>
                    <a:pt x="1725930" y="681990"/>
                  </a:cubicBezTo>
                  <a:cubicBezTo>
                    <a:pt x="1727835" y="678180"/>
                    <a:pt x="1729740" y="674370"/>
                    <a:pt x="1730693" y="670560"/>
                  </a:cubicBezTo>
                  <a:cubicBezTo>
                    <a:pt x="1731645" y="666750"/>
                    <a:pt x="1730693" y="661988"/>
                    <a:pt x="1729740" y="657225"/>
                  </a:cubicBezTo>
                  <a:cubicBezTo>
                    <a:pt x="1727835" y="651510"/>
                    <a:pt x="1724978" y="646748"/>
                    <a:pt x="1720215" y="644843"/>
                  </a:cubicBezTo>
                  <a:cubicBezTo>
                    <a:pt x="1715453" y="641985"/>
                    <a:pt x="1710690" y="641985"/>
                    <a:pt x="1705928" y="642938"/>
                  </a:cubicBezTo>
                  <a:cubicBezTo>
                    <a:pt x="1701165" y="644843"/>
                    <a:pt x="1698308" y="647700"/>
                    <a:pt x="1696403" y="651510"/>
                  </a:cubicBezTo>
                  <a:cubicBezTo>
                    <a:pt x="1694498" y="655320"/>
                    <a:pt x="1693545" y="661988"/>
                    <a:pt x="1693545" y="669608"/>
                  </a:cubicBezTo>
                  <a:cubicBezTo>
                    <a:pt x="1693545" y="674370"/>
                    <a:pt x="1693545" y="679133"/>
                    <a:pt x="1693545" y="682943"/>
                  </a:cubicBezTo>
                  <a:cubicBezTo>
                    <a:pt x="1693545" y="687705"/>
                    <a:pt x="1693545" y="691515"/>
                    <a:pt x="1693545" y="695325"/>
                  </a:cubicBezTo>
                  <a:cubicBezTo>
                    <a:pt x="1693545" y="703898"/>
                    <a:pt x="1690688" y="711518"/>
                    <a:pt x="1686878" y="717233"/>
                  </a:cubicBezTo>
                  <a:cubicBezTo>
                    <a:pt x="1683068" y="722948"/>
                    <a:pt x="1677353" y="727710"/>
                    <a:pt x="1668780" y="730568"/>
                  </a:cubicBezTo>
                  <a:cubicBezTo>
                    <a:pt x="1664018" y="732473"/>
                    <a:pt x="1658303" y="732473"/>
                    <a:pt x="1653540" y="731520"/>
                  </a:cubicBezTo>
                  <a:cubicBezTo>
                    <a:pt x="1647825" y="730568"/>
                    <a:pt x="1643063" y="728663"/>
                    <a:pt x="1638300" y="725805"/>
                  </a:cubicBezTo>
                  <a:cubicBezTo>
                    <a:pt x="1633538" y="722948"/>
                    <a:pt x="1628775" y="718185"/>
                    <a:pt x="1624965" y="713423"/>
                  </a:cubicBezTo>
                  <a:cubicBezTo>
                    <a:pt x="1617345" y="710565"/>
                    <a:pt x="1614488" y="703898"/>
                    <a:pt x="1611630" y="696278"/>
                  </a:cubicBezTo>
                  <a:cubicBezTo>
                    <a:pt x="1608773" y="689610"/>
                    <a:pt x="1607820" y="681990"/>
                    <a:pt x="1607820" y="675323"/>
                  </a:cubicBezTo>
                  <a:cubicBezTo>
                    <a:pt x="1607820" y="668655"/>
                    <a:pt x="1607820" y="662940"/>
                    <a:pt x="1608773" y="658178"/>
                  </a:cubicBezTo>
                  <a:lnTo>
                    <a:pt x="1601153" y="654368"/>
                  </a:lnTo>
                  <a:lnTo>
                    <a:pt x="1599248" y="647700"/>
                  </a:lnTo>
                  <a:lnTo>
                    <a:pt x="1641158" y="632460"/>
                  </a:lnTo>
                  <a:lnTo>
                    <a:pt x="1643063" y="639128"/>
                  </a:lnTo>
                  <a:cubicBezTo>
                    <a:pt x="1639253" y="641985"/>
                    <a:pt x="1636395" y="645795"/>
                    <a:pt x="1632585" y="649605"/>
                  </a:cubicBezTo>
                  <a:cubicBezTo>
                    <a:pt x="1628775" y="653415"/>
                    <a:pt x="1625918" y="658178"/>
                    <a:pt x="1624013" y="661988"/>
                  </a:cubicBezTo>
                  <a:cubicBezTo>
                    <a:pt x="1621155" y="666750"/>
                    <a:pt x="1620203" y="671513"/>
                    <a:pt x="1619250" y="676275"/>
                  </a:cubicBezTo>
                  <a:cubicBezTo>
                    <a:pt x="1618298" y="681038"/>
                    <a:pt x="1619250" y="685800"/>
                    <a:pt x="1620203" y="691515"/>
                  </a:cubicBezTo>
                  <a:cubicBezTo>
                    <a:pt x="1623060" y="699135"/>
                    <a:pt x="1625918" y="703898"/>
                    <a:pt x="1631633" y="706755"/>
                  </a:cubicBezTo>
                  <a:cubicBezTo>
                    <a:pt x="1636395" y="709613"/>
                    <a:pt x="1642110" y="709613"/>
                    <a:pt x="1646873" y="707708"/>
                  </a:cubicBezTo>
                  <a:cubicBezTo>
                    <a:pt x="1651635" y="705803"/>
                    <a:pt x="1654493" y="702945"/>
                    <a:pt x="1656398" y="699135"/>
                  </a:cubicBezTo>
                  <a:cubicBezTo>
                    <a:pt x="1658303" y="694373"/>
                    <a:pt x="1659255" y="688658"/>
                    <a:pt x="1659255" y="681038"/>
                  </a:cubicBezTo>
                  <a:cubicBezTo>
                    <a:pt x="1659255" y="676275"/>
                    <a:pt x="1659255" y="671513"/>
                    <a:pt x="1659255" y="666750"/>
                  </a:cubicBezTo>
                  <a:cubicBezTo>
                    <a:pt x="1659255" y="662940"/>
                    <a:pt x="1659255" y="658178"/>
                    <a:pt x="1659255" y="654368"/>
                  </a:cubicBezTo>
                  <a:cubicBezTo>
                    <a:pt x="1660208" y="645795"/>
                    <a:pt x="1662113" y="638175"/>
                    <a:pt x="1666875" y="632460"/>
                  </a:cubicBezTo>
                  <a:cubicBezTo>
                    <a:pt x="1671638" y="626745"/>
                    <a:pt x="1677353" y="622935"/>
                    <a:pt x="1684020" y="620078"/>
                  </a:cubicBezTo>
                  <a:cubicBezTo>
                    <a:pt x="1688783" y="618173"/>
                    <a:pt x="1693545" y="618173"/>
                    <a:pt x="1698308" y="618173"/>
                  </a:cubicBezTo>
                  <a:close/>
                  <a:moveTo>
                    <a:pt x="148590" y="579120"/>
                  </a:moveTo>
                  <a:lnTo>
                    <a:pt x="155257" y="581977"/>
                  </a:lnTo>
                  <a:cubicBezTo>
                    <a:pt x="155257" y="583882"/>
                    <a:pt x="154305" y="585787"/>
                    <a:pt x="153352" y="588645"/>
                  </a:cubicBezTo>
                  <a:cubicBezTo>
                    <a:pt x="152400" y="591502"/>
                    <a:pt x="152400" y="593407"/>
                    <a:pt x="152400" y="595312"/>
                  </a:cubicBezTo>
                  <a:cubicBezTo>
                    <a:pt x="152400" y="598170"/>
                    <a:pt x="152400" y="599122"/>
                    <a:pt x="154305" y="601027"/>
                  </a:cubicBezTo>
                  <a:cubicBezTo>
                    <a:pt x="155257" y="601980"/>
                    <a:pt x="157162" y="602932"/>
                    <a:pt x="159067" y="603885"/>
                  </a:cubicBezTo>
                  <a:lnTo>
                    <a:pt x="239077" y="636270"/>
                  </a:lnTo>
                  <a:cubicBezTo>
                    <a:pt x="240982" y="637222"/>
                    <a:pt x="242887" y="637222"/>
                    <a:pt x="243840" y="637222"/>
                  </a:cubicBezTo>
                  <a:cubicBezTo>
                    <a:pt x="245745" y="637222"/>
                    <a:pt x="247650" y="636270"/>
                    <a:pt x="248602" y="634365"/>
                  </a:cubicBezTo>
                  <a:cubicBezTo>
                    <a:pt x="249555" y="633412"/>
                    <a:pt x="250507" y="631507"/>
                    <a:pt x="252412" y="629602"/>
                  </a:cubicBezTo>
                  <a:cubicBezTo>
                    <a:pt x="254317" y="627697"/>
                    <a:pt x="255270" y="624840"/>
                    <a:pt x="256222" y="622935"/>
                  </a:cubicBezTo>
                  <a:lnTo>
                    <a:pt x="263842" y="624840"/>
                  </a:lnTo>
                  <a:lnTo>
                    <a:pt x="238125" y="687705"/>
                  </a:lnTo>
                  <a:lnTo>
                    <a:pt x="231457" y="684847"/>
                  </a:lnTo>
                  <a:cubicBezTo>
                    <a:pt x="232410" y="682942"/>
                    <a:pt x="232410" y="681037"/>
                    <a:pt x="233362" y="678180"/>
                  </a:cubicBezTo>
                  <a:cubicBezTo>
                    <a:pt x="234315" y="675322"/>
                    <a:pt x="234315" y="673417"/>
                    <a:pt x="234315" y="672465"/>
                  </a:cubicBezTo>
                  <a:cubicBezTo>
                    <a:pt x="234315" y="670560"/>
                    <a:pt x="233362" y="668655"/>
                    <a:pt x="232410" y="667702"/>
                  </a:cubicBezTo>
                  <a:cubicBezTo>
                    <a:pt x="231457" y="666750"/>
                    <a:pt x="229552" y="665797"/>
                    <a:pt x="227647" y="664845"/>
                  </a:cubicBezTo>
                  <a:lnTo>
                    <a:pt x="147637" y="632460"/>
                  </a:lnTo>
                  <a:cubicBezTo>
                    <a:pt x="145732" y="631507"/>
                    <a:pt x="143827" y="631507"/>
                    <a:pt x="142875" y="631507"/>
                  </a:cubicBezTo>
                  <a:cubicBezTo>
                    <a:pt x="140970" y="631507"/>
                    <a:pt x="140017" y="632460"/>
                    <a:pt x="138112" y="634365"/>
                  </a:cubicBezTo>
                  <a:cubicBezTo>
                    <a:pt x="137160" y="635317"/>
                    <a:pt x="136207" y="637222"/>
                    <a:pt x="134302" y="639127"/>
                  </a:cubicBezTo>
                  <a:cubicBezTo>
                    <a:pt x="132397" y="641032"/>
                    <a:pt x="131445" y="643890"/>
                    <a:pt x="130492" y="644842"/>
                  </a:cubicBezTo>
                  <a:lnTo>
                    <a:pt x="123825" y="641985"/>
                  </a:lnTo>
                  <a:close/>
                  <a:moveTo>
                    <a:pt x="1624013" y="458153"/>
                  </a:moveTo>
                  <a:lnTo>
                    <a:pt x="1581150" y="485775"/>
                  </a:lnTo>
                  <a:lnTo>
                    <a:pt x="1584960" y="491490"/>
                  </a:lnTo>
                  <a:cubicBezTo>
                    <a:pt x="1589723" y="498158"/>
                    <a:pt x="1594485" y="502920"/>
                    <a:pt x="1601153" y="503873"/>
                  </a:cubicBezTo>
                  <a:cubicBezTo>
                    <a:pt x="1606868" y="504825"/>
                    <a:pt x="1614488" y="502920"/>
                    <a:pt x="1622108" y="498158"/>
                  </a:cubicBezTo>
                  <a:cubicBezTo>
                    <a:pt x="1628775" y="493395"/>
                    <a:pt x="1632585" y="488633"/>
                    <a:pt x="1633538" y="482918"/>
                  </a:cubicBezTo>
                  <a:cubicBezTo>
                    <a:pt x="1634490" y="477203"/>
                    <a:pt x="1632585" y="470535"/>
                    <a:pt x="1627823" y="463868"/>
                  </a:cubicBezTo>
                  <a:close/>
                  <a:moveTo>
                    <a:pt x="1603058" y="412433"/>
                  </a:moveTo>
                  <a:lnTo>
                    <a:pt x="1640205" y="469583"/>
                  </a:lnTo>
                  <a:cubicBezTo>
                    <a:pt x="1648778" y="482918"/>
                    <a:pt x="1652588" y="493395"/>
                    <a:pt x="1653540" y="502920"/>
                  </a:cubicBezTo>
                  <a:cubicBezTo>
                    <a:pt x="1653540" y="512445"/>
                    <a:pt x="1649730" y="519113"/>
                    <a:pt x="1642110" y="524828"/>
                  </a:cubicBezTo>
                  <a:cubicBezTo>
                    <a:pt x="1634490" y="529590"/>
                    <a:pt x="1627823" y="531495"/>
                    <a:pt x="1621155" y="529590"/>
                  </a:cubicBezTo>
                  <a:cubicBezTo>
                    <a:pt x="1614488" y="528638"/>
                    <a:pt x="1606868" y="523875"/>
                    <a:pt x="1599248" y="517208"/>
                  </a:cubicBezTo>
                  <a:cubicBezTo>
                    <a:pt x="1597343" y="522923"/>
                    <a:pt x="1594485" y="530543"/>
                    <a:pt x="1591628" y="538163"/>
                  </a:cubicBezTo>
                  <a:cubicBezTo>
                    <a:pt x="1588770" y="545783"/>
                    <a:pt x="1585913" y="554355"/>
                    <a:pt x="1583055" y="562928"/>
                  </a:cubicBezTo>
                  <a:cubicBezTo>
                    <a:pt x="1582103" y="565785"/>
                    <a:pt x="1581150" y="569595"/>
                    <a:pt x="1580198" y="573405"/>
                  </a:cubicBezTo>
                  <a:cubicBezTo>
                    <a:pt x="1579245" y="578168"/>
                    <a:pt x="1579245" y="581025"/>
                    <a:pt x="1579245" y="583883"/>
                  </a:cubicBezTo>
                  <a:cubicBezTo>
                    <a:pt x="1579245" y="584835"/>
                    <a:pt x="1580198" y="586740"/>
                    <a:pt x="1581150" y="588645"/>
                  </a:cubicBezTo>
                  <a:cubicBezTo>
                    <a:pt x="1582103" y="590550"/>
                    <a:pt x="1583055" y="591503"/>
                    <a:pt x="1583055" y="592455"/>
                  </a:cubicBezTo>
                  <a:lnTo>
                    <a:pt x="1577340" y="596265"/>
                  </a:lnTo>
                  <a:lnTo>
                    <a:pt x="1551623" y="557213"/>
                  </a:lnTo>
                  <a:cubicBezTo>
                    <a:pt x="1557338" y="543878"/>
                    <a:pt x="1562100" y="532448"/>
                    <a:pt x="1565910" y="524828"/>
                  </a:cubicBezTo>
                  <a:cubicBezTo>
                    <a:pt x="1568768" y="516255"/>
                    <a:pt x="1572578" y="505778"/>
                    <a:pt x="1576388" y="494348"/>
                  </a:cubicBezTo>
                  <a:lnTo>
                    <a:pt x="1573530" y="490538"/>
                  </a:lnTo>
                  <a:lnTo>
                    <a:pt x="1542098" y="510540"/>
                  </a:lnTo>
                  <a:cubicBezTo>
                    <a:pt x="1540193" y="511493"/>
                    <a:pt x="1539240" y="512445"/>
                    <a:pt x="1538288" y="514350"/>
                  </a:cubicBezTo>
                  <a:cubicBezTo>
                    <a:pt x="1537335" y="515303"/>
                    <a:pt x="1537335" y="517208"/>
                    <a:pt x="1537335" y="520065"/>
                  </a:cubicBezTo>
                  <a:cubicBezTo>
                    <a:pt x="1537335" y="521018"/>
                    <a:pt x="1538288" y="522923"/>
                    <a:pt x="1539240" y="524828"/>
                  </a:cubicBezTo>
                  <a:cubicBezTo>
                    <a:pt x="1540193" y="526733"/>
                    <a:pt x="1541145" y="528638"/>
                    <a:pt x="1541145" y="530543"/>
                  </a:cubicBezTo>
                  <a:lnTo>
                    <a:pt x="1535430" y="534353"/>
                  </a:lnTo>
                  <a:lnTo>
                    <a:pt x="1500188" y="479108"/>
                  </a:lnTo>
                  <a:lnTo>
                    <a:pt x="1505903" y="475298"/>
                  </a:lnTo>
                  <a:cubicBezTo>
                    <a:pt x="1506855" y="476250"/>
                    <a:pt x="1508760" y="478155"/>
                    <a:pt x="1509713" y="481013"/>
                  </a:cubicBezTo>
                  <a:cubicBezTo>
                    <a:pt x="1511618" y="482918"/>
                    <a:pt x="1512570" y="484823"/>
                    <a:pt x="1513523" y="484823"/>
                  </a:cubicBezTo>
                  <a:cubicBezTo>
                    <a:pt x="1515428" y="485775"/>
                    <a:pt x="1517333" y="486728"/>
                    <a:pt x="1519238" y="486728"/>
                  </a:cubicBezTo>
                  <a:cubicBezTo>
                    <a:pt x="1521143" y="486728"/>
                    <a:pt x="1523048" y="485775"/>
                    <a:pt x="1524000" y="484823"/>
                  </a:cubicBezTo>
                  <a:lnTo>
                    <a:pt x="1596390" y="438150"/>
                  </a:lnTo>
                  <a:cubicBezTo>
                    <a:pt x="1598295" y="437198"/>
                    <a:pt x="1599248" y="436245"/>
                    <a:pt x="1600200" y="434340"/>
                  </a:cubicBezTo>
                  <a:cubicBezTo>
                    <a:pt x="1601153" y="433388"/>
                    <a:pt x="1601153" y="431483"/>
                    <a:pt x="1601153" y="428625"/>
                  </a:cubicBezTo>
                  <a:cubicBezTo>
                    <a:pt x="1601153" y="426720"/>
                    <a:pt x="1600200" y="424815"/>
                    <a:pt x="1599248" y="421958"/>
                  </a:cubicBezTo>
                  <a:cubicBezTo>
                    <a:pt x="1598295" y="420053"/>
                    <a:pt x="1597343" y="418148"/>
                    <a:pt x="1597343" y="416243"/>
                  </a:cubicBezTo>
                  <a:close/>
                  <a:moveTo>
                    <a:pt x="1016318" y="398145"/>
                  </a:moveTo>
                  <a:cubicBezTo>
                    <a:pt x="990600" y="398145"/>
                    <a:pt x="968693" y="420053"/>
                    <a:pt x="968693" y="447675"/>
                  </a:cubicBezTo>
                  <a:lnTo>
                    <a:pt x="968693" y="449580"/>
                  </a:lnTo>
                  <a:cubicBezTo>
                    <a:pt x="968693" y="449580"/>
                    <a:pt x="968693" y="659130"/>
                    <a:pt x="968693" y="733425"/>
                  </a:cubicBezTo>
                  <a:cubicBezTo>
                    <a:pt x="968693" y="746760"/>
                    <a:pt x="968693" y="756285"/>
                    <a:pt x="968693" y="758190"/>
                  </a:cubicBezTo>
                  <a:cubicBezTo>
                    <a:pt x="968693" y="774383"/>
                    <a:pt x="980123" y="798195"/>
                    <a:pt x="1005840" y="803910"/>
                  </a:cubicBezTo>
                  <a:cubicBezTo>
                    <a:pt x="1063943" y="816293"/>
                    <a:pt x="1129665" y="849630"/>
                    <a:pt x="1188720" y="899160"/>
                  </a:cubicBezTo>
                  <a:cubicBezTo>
                    <a:pt x="1246823" y="947738"/>
                    <a:pt x="1302068" y="1010603"/>
                    <a:pt x="1351598" y="1087755"/>
                  </a:cubicBezTo>
                  <a:cubicBezTo>
                    <a:pt x="1365885" y="1109663"/>
                    <a:pt x="1395413" y="1116330"/>
                    <a:pt x="1418273" y="1102043"/>
                  </a:cubicBezTo>
                  <a:cubicBezTo>
                    <a:pt x="1432560" y="1092518"/>
                    <a:pt x="1440180" y="1077278"/>
                    <a:pt x="1440180" y="1062038"/>
                  </a:cubicBezTo>
                  <a:cubicBezTo>
                    <a:pt x="1440180" y="1053465"/>
                    <a:pt x="1437323" y="1043940"/>
                    <a:pt x="1432560" y="1035368"/>
                  </a:cubicBezTo>
                  <a:cubicBezTo>
                    <a:pt x="1377315" y="950595"/>
                    <a:pt x="1316355" y="880110"/>
                    <a:pt x="1249680" y="825818"/>
                  </a:cubicBezTo>
                  <a:cubicBezTo>
                    <a:pt x="1190625" y="777240"/>
                    <a:pt x="1129665" y="742950"/>
                    <a:pt x="1066800" y="721995"/>
                  </a:cubicBezTo>
                  <a:lnTo>
                    <a:pt x="1066800" y="611505"/>
                  </a:lnTo>
                  <a:cubicBezTo>
                    <a:pt x="1157288" y="636270"/>
                    <a:pt x="1250633" y="687705"/>
                    <a:pt x="1331595" y="757238"/>
                  </a:cubicBezTo>
                  <a:cubicBezTo>
                    <a:pt x="1351598" y="774383"/>
                    <a:pt x="1382078" y="772478"/>
                    <a:pt x="1399223" y="751523"/>
                  </a:cubicBezTo>
                  <a:cubicBezTo>
                    <a:pt x="1416368" y="731520"/>
                    <a:pt x="1414463" y="701040"/>
                    <a:pt x="1393508" y="683895"/>
                  </a:cubicBezTo>
                  <a:cubicBezTo>
                    <a:pt x="1342073" y="639128"/>
                    <a:pt x="1283018" y="600075"/>
                    <a:pt x="1223010" y="570548"/>
                  </a:cubicBezTo>
                  <a:cubicBezTo>
                    <a:pt x="1170623" y="543878"/>
                    <a:pt x="1117283" y="524828"/>
                    <a:pt x="1065848" y="512445"/>
                  </a:cubicBezTo>
                  <a:lnTo>
                    <a:pt x="1065848" y="447675"/>
                  </a:lnTo>
                  <a:cubicBezTo>
                    <a:pt x="1065848" y="420053"/>
                    <a:pt x="1043940" y="398145"/>
                    <a:pt x="1016318" y="398145"/>
                  </a:cubicBezTo>
                  <a:close/>
                  <a:moveTo>
                    <a:pt x="833438" y="398145"/>
                  </a:moveTo>
                  <a:cubicBezTo>
                    <a:pt x="805815" y="398145"/>
                    <a:pt x="783908" y="420053"/>
                    <a:pt x="783908" y="447675"/>
                  </a:cubicBezTo>
                  <a:lnTo>
                    <a:pt x="783908" y="512445"/>
                  </a:lnTo>
                  <a:cubicBezTo>
                    <a:pt x="732473" y="524828"/>
                    <a:pt x="679133" y="543878"/>
                    <a:pt x="626745" y="570548"/>
                  </a:cubicBezTo>
                  <a:cubicBezTo>
                    <a:pt x="566738" y="601028"/>
                    <a:pt x="507683" y="640080"/>
                    <a:pt x="456248" y="683895"/>
                  </a:cubicBezTo>
                  <a:cubicBezTo>
                    <a:pt x="436245" y="701040"/>
                    <a:pt x="433388" y="731520"/>
                    <a:pt x="451485" y="751523"/>
                  </a:cubicBezTo>
                  <a:cubicBezTo>
                    <a:pt x="468630" y="771525"/>
                    <a:pt x="499110" y="774383"/>
                    <a:pt x="519113" y="757238"/>
                  </a:cubicBezTo>
                  <a:cubicBezTo>
                    <a:pt x="600075" y="687705"/>
                    <a:pt x="694373" y="636270"/>
                    <a:pt x="783908" y="611505"/>
                  </a:cubicBezTo>
                  <a:lnTo>
                    <a:pt x="783908" y="721995"/>
                  </a:lnTo>
                  <a:cubicBezTo>
                    <a:pt x="721043" y="741998"/>
                    <a:pt x="660083" y="777240"/>
                    <a:pt x="601028" y="825818"/>
                  </a:cubicBezTo>
                  <a:cubicBezTo>
                    <a:pt x="535305" y="880110"/>
                    <a:pt x="473393" y="950595"/>
                    <a:pt x="418148" y="1035368"/>
                  </a:cubicBezTo>
                  <a:cubicBezTo>
                    <a:pt x="413385" y="1043940"/>
                    <a:pt x="410528" y="1052513"/>
                    <a:pt x="410528" y="1062038"/>
                  </a:cubicBezTo>
                  <a:cubicBezTo>
                    <a:pt x="410528" y="1078230"/>
                    <a:pt x="418148" y="1093470"/>
                    <a:pt x="432435" y="1102043"/>
                  </a:cubicBezTo>
                  <a:cubicBezTo>
                    <a:pt x="454343" y="1116330"/>
                    <a:pt x="484823" y="1110615"/>
                    <a:pt x="499110" y="1087755"/>
                  </a:cubicBezTo>
                  <a:cubicBezTo>
                    <a:pt x="548640" y="1010603"/>
                    <a:pt x="603885" y="947738"/>
                    <a:pt x="661988" y="899160"/>
                  </a:cubicBezTo>
                  <a:cubicBezTo>
                    <a:pt x="721995" y="849630"/>
                    <a:pt x="787718" y="816293"/>
                    <a:pt x="844868" y="803910"/>
                  </a:cubicBezTo>
                  <a:cubicBezTo>
                    <a:pt x="870585" y="798195"/>
                    <a:pt x="882015" y="774383"/>
                    <a:pt x="882015" y="758190"/>
                  </a:cubicBezTo>
                  <a:cubicBezTo>
                    <a:pt x="882015" y="755333"/>
                    <a:pt x="882015" y="746760"/>
                    <a:pt x="882015" y="733425"/>
                  </a:cubicBezTo>
                  <a:cubicBezTo>
                    <a:pt x="882015" y="659130"/>
                    <a:pt x="882015" y="449580"/>
                    <a:pt x="882015" y="449580"/>
                  </a:cubicBezTo>
                  <a:lnTo>
                    <a:pt x="882015" y="447675"/>
                  </a:lnTo>
                  <a:cubicBezTo>
                    <a:pt x="882968" y="420053"/>
                    <a:pt x="861060" y="398145"/>
                    <a:pt x="833438" y="398145"/>
                  </a:cubicBezTo>
                  <a:close/>
                  <a:moveTo>
                    <a:pt x="278130" y="373380"/>
                  </a:moveTo>
                  <a:lnTo>
                    <a:pt x="283845" y="377190"/>
                  </a:lnTo>
                  <a:cubicBezTo>
                    <a:pt x="282892" y="378142"/>
                    <a:pt x="281940" y="380047"/>
                    <a:pt x="280987" y="382905"/>
                  </a:cubicBezTo>
                  <a:cubicBezTo>
                    <a:pt x="280035" y="385762"/>
                    <a:pt x="279082" y="388620"/>
                    <a:pt x="279082" y="391477"/>
                  </a:cubicBezTo>
                  <a:cubicBezTo>
                    <a:pt x="279082" y="394335"/>
                    <a:pt x="280035" y="397192"/>
                    <a:pt x="282892" y="400050"/>
                  </a:cubicBezTo>
                  <a:cubicBezTo>
                    <a:pt x="285750" y="402907"/>
                    <a:pt x="289560" y="406717"/>
                    <a:pt x="295275" y="410527"/>
                  </a:cubicBezTo>
                  <a:lnTo>
                    <a:pt x="366712" y="461962"/>
                  </a:lnTo>
                  <a:lnTo>
                    <a:pt x="358140" y="474345"/>
                  </a:lnTo>
                  <a:lnTo>
                    <a:pt x="237172" y="481012"/>
                  </a:lnTo>
                  <a:lnTo>
                    <a:pt x="283845" y="514350"/>
                  </a:lnTo>
                  <a:cubicBezTo>
                    <a:pt x="289560" y="518160"/>
                    <a:pt x="294322" y="521017"/>
                    <a:pt x="298132" y="522922"/>
                  </a:cubicBezTo>
                  <a:cubicBezTo>
                    <a:pt x="301942" y="523875"/>
                    <a:pt x="304800" y="524827"/>
                    <a:pt x="307657" y="523875"/>
                  </a:cubicBezTo>
                  <a:cubicBezTo>
                    <a:pt x="309562" y="523875"/>
                    <a:pt x="312420" y="521970"/>
                    <a:pt x="314325" y="520065"/>
                  </a:cubicBezTo>
                  <a:cubicBezTo>
                    <a:pt x="317182" y="518160"/>
                    <a:pt x="319087" y="516255"/>
                    <a:pt x="320992" y="514350"/>
                  </a:cubicBezTo>
                  <a:lnTo>
                    <a:pt x="326707" y="518160"/>
                  </a:lnTo>
                  <a:lnTo>
                    <a:pt x="296227" y="561022"/>
                  </a:lnTo>
                  <a:lnTo>
                    <a:pt x="290512" y="557212"/>
                  </a:lnTo>
                  <a:cubicBezTo>
                    <a:pt x="291465" y="555307"/>
                    <a:pt x="292417" y="553402"/>
                    <a:pt x="294322" y="550545"/>
                  </a:cubicBezTo>
                  <a:cubicBezTo>
                    <a:pt x="295275" y="547687"/>
                    <a:pt x="296227" y="544830"/>
                    <a:pt x="296227" y="542925"/>
                  </a:cubicBezTo>
                  <a:cubicBezTo>
                    <a:pt x="296227" y="540067"/>
                    <a:pt x="295275" y="537210"/>
                    <a:pt x="292417" y="534352"/>
                  </a:cubicBezTo>
                  <a:cubicBezTo>
                    <a:pt x="290512" y="531495"/>
                    <a:pt x="285750" y="527685"/>
                    <a:pt x="279082" y="523875"/>
                  </a:cubicBezTo>
                  <a:lnTo>
                    <a:pt x="232410" y="490537"/>
                  </a:lnTo>
                  <a:cubicBezTo>
                    <a:pt x="230505" y="488632"/>
                    <a:pt x="227647" y="487680"/>
                    <a:pt x="224790" y="486727"/>
                  </a:cubicBezTo>
                  <a:cubicBezTo>
                    <a:pt x="221932" y="485775"/>
                    <a:pt x="220027" y="485775"/>
                    <a:pt x="217170" y="485775"/>
                  </a:cubicBezTo>
                  <a:cubicBezTo>
                    <a:pt x="214312" y="486727"/>
                    <a:pt x="211455" y="487680"/>
                    <a:pt x="209550" y="488632"/>
                  </a:cubicBezTo>
                  <a:cubicBezTo>
                    <a:pt x="206692" y="489585"/>
                    <a:pt x="204787" y="491490"/>
                    <a:pt x="201930" y="494347"/>
                  </a:cubicBezTo>
                  <a:lnTo>
                    <a:pt x="196215" y="490537"/>
                  </a:lnTo>
                  <a:lnTo>
                    <a:pt x="222885" y="453390"/>
                  </a:lnTo>
                  <a:lnTo>
                    <a:pt x="328612" y="447675"/>
                  </a:lnTo>
                  <a:lnTo>
                    <a:pt x="290512" y="421005"/>
                  </a:lnTo>
                  <a:cubicBezTo>
                    <a:pt x="284797" y="417195"/>
                    <a:pt x="280035" y="414337"/>
                    <a:pt x="276225" y="412432"/>
                  </a:cubicBezTo>
                  <a:cubicBezTo>
                    <a:pt x="272415" y="411480"/>
                    <a:pt x="269557" y="410527"/>
                    <a:pt x="266700" y="411480"/>
                  </a:cubicBezTo>
                  <a:cubicBezTo>
                    <a:pt x="264795" y="412432"/>
                    <a:pt x="261937" y="413385"/>
                    <a:pt x="260032" y="415290"/>
                  </a:cubicBezTo>
                  <a:cubicBezTo>
                    <a:pt x="257175" y="417195"/>
                    <a:pt x="255270" y="419100"/>
                    <a:pt x="253365" y="420052"/>
                  </a:cubicBezTo>
                  <a:lnTo>
                    <a:pt x="247650" y="415290"/>
                  </a:lnTo>
                  <a:close/>
                  <a:moveTo>
                    <a:pt x="925830" y="296228"/>
                  </a:moveTo>
                  <a:cubicBezTo>
                    <a:pt x="1273493" y="296228"/>
                    <a:pt x="1555433" y="578168"/>
                    <a:pt x="1555433" y="925830"/>
                  </a:cubicBezTo>
                  <a:cubicBezTo>
                    <a:pt x="1555433" y="1273493"/>
                    <a:pt x="1273493" y="1555433"/>
                    <a:pt x="925830" y="1555433"/>
                  </a:cubicBezTo>
                  <a:cubicBezTo>
                    <a:pt x="578168" y="1555433"/>
                    <a:pt x="296228" y="1273493"/>
                    <a:pt x="296228" y="925830"/>
                  </a:cubicBezTo>
                  <a:cubicBezTo>
                    <a:pt x="296228" y="578168"/>
                    <a:pt x="578168" y="296228"/>
                    <a:pt x="925830" y="296228"/>
                  </a:cubicBezTo>
                  <a:close/>
                  <a:moveTo>
                    <a:pt x="925830" y="261937"/>
                  </a:moveTo>
                  <a:cubicBezTo>
                    <a:pt x="836295" y="261937"/>
                    <a:pt x="749617" y="280035"/>
                    <a:pt x="667702" y="314325"/>
                  </a:cubicBezTo>
                  <a:cubicBezTo>
                    <a:pt x="588645" y="347662"/>
                    <a:pt x="517207" y="395287"/>
                    <a:pt x="456247" y="456247"/>
                  </a:cubicBezTo>
                  <a:cubicBezTo>
                    <a:pt x="395287" y="517207"/>
                    <a:pt x="347662" y="588645"/>
                    <a:pt x="314325" y="667702"/>
                  </a:cubicBezTo>
                  <a:cubicBezTo>
                    <a:pt x="279082" y="749617"/>
                    <a:pt x="261937" y="836295"/>
                    <a:pt x="261937" y="925830"/>
                  </a:cubicBezTo>
                  <a:cubicBezTo>
                    <a:pt x="261937" y="1015365"/>
                    <a:pt x="280035" y="1102042"/>
                    <a:pt x="314325" y="1183957"/>
                  </a:cubicBezTo>
                  <a:cubicBezTo>
                    <a:pt x="347662" y="1263015"/>
                    <a:pt x="395287" y="1334452"/>
                    <a:pt x="456247" y="1395412"/>
                  </a:cubicBezTo>
                  <a:cubicBezTo>
                    <a:pt x="517207" y="1456372"/>
                    <a:pt x="588645" y="1503997"/>
                    <a:pt x="667702" y="1537335"/>
                  </a:cubicBezTo>
                  <a:cubicBezTo>
                    <a:pt x="749617" y="1571625"/>
                    <a:pt x="836295" y="1589722"/>
                    <a:pt x="925830" y="1589722"/>
                  </a:cubicBezTo>
                  <a:cubicBezTo>
                    <a:pt x="1015365" y="1589722"/>
                    <a:pt x="1102042" y="1571625"/>
                    <a:pt x="1183957" y="1537335"/>
                  </a:cubicBezTo>
                  <a:cubicBezTo>
                    <a:pt x="1263015" y="1503997"/>
                    <a:pt x="1334452" y="1456372"/>
                    <a:pt x="1395412" y="1395412"/>
                  </a:cubicBezTo>
                  <a:cubicBezTo>
                    <a:pt x="1456372" y="1333500"/>
                    <a:pt x="1503997" y="1263015"/>
                    <a:pt x="1537335" y="1183957"/>
                  </a:cubicBezTo>
                  <a:cubicBezTo>
                    <a:pt x="1572577" y="1102042"/>
                    <a:pt x="1589722" y="1015365"/>
                    <a:pt x="1589722" y="925830"/>
                  </a:cubicBezTo>
                  <a:cubicBezTo>
                    <a:pt x="1589722" y="836295"/>
                    <a:pt x="1571625" y="749617"/>
                    <a:pt x="1537335" y="667702"/>
                  </a:cubicBezTo>
                  <a:cubicBezTo>
                    <a:pt x="1503997" y="587692"/>
                    <a:pt x="1456372" y="517207"/>
                    <a:pt x="1395412" y="456247"/>
                  </a:cubicBezTo>
                  <a:cubicBezTo>
                    <a:pt x="1334452" y="395287"/>
                    <a:pt x="1263015" y="347662"/>
                    <a:pt x="1183957" y="314325"/>
                  </a:cubicBezTo>
                  <a:cubicBezTo>
                    <a:pt x="1102042" y="279082"/>
                    <a:pt x="1015365" y="261937"/>
                    <a:pt x="925830" y="261937"/>
                  </a:cubicBezTo>
                  <a:close/>
                  <a:moveTo>
                    <a:pt x="1454467" y="259080"/>
                  </a:moveTo>
                  <a:lnTo>
                    <a:pt x="1534477" y="331470"/>
                  </a:lnTo>
                  <a:lnTo>
                    <a:pt x="1514475" y="356235"/>
                  </a:lnTo>
                  <a:lnTo>
                    <a:pt x="1509712" y="351472"/>
                  </a:lnTo>
                  <a:cubicBezTo>
                    <a:pt x="1511617" y="346710"/>
                    <a:pt x="1512570" y="341947"/>
                    <a:pt x="1512570" y="335280"/>
                  </a:cubicBezTo>
                  <a:cubicBezTo>
                    <a:pt x="1512570" y="329565"/>
                    <a:pt x="1511617" y="323850"/>
                    <a:pt x="1509712" y="320992"/>
                  </a:cubicBezTo>
                  <a:cubicBezTo>
                    <a:pt x="1508760" y="319087"/>
                    <a:pt x="1506855" y="318135"/>
                    <a:pt x="1504950" y="315277"/>
                  </a:cubicBezTo>
                  <a:cubicBezTo>
                    <a:pt x="1503045" y="313372"/>
                    <a:pt x="1501140" y="311467"/>
                    <a:pt x="1499235" y="309562"/>
                  </a:cubicBezTo>
                  <a:lnTo>
                    <a:pt x="1485900" y="298132"/>
                  </a:lnTo>
                  <a:lnTo>
                    <a:pt x="1454467" y="332422"/>
                  </a:lnTo>
                  <a:lnTo>
                    <a:pt x="1463992" y="340995"/>
                  </a:lnTo>
                  <a:cubicBezTo>
                    <a:pt x="1465897" y="342900"/>
                    <a:pt x="1468755" y="344805"/>
                    <a:pt x="1470660" y="345757"/>
                  </a:cubicBezTo>
                  <a:cubicBezTo>
                    <a:pt x="1472565" y="346710"/>
                    <a:pt x="1475422" y="347662"/>
                    <a:pt x="1479232" y="347662"/>
                  </a:cubicBezTo>
                  <a:cubicBezTo>
                    <a:pt x="1481137" y="347662"/>
                    <a:pt x="1483995" y="346710"/>
                    <a:pt x="1486852" y="344805"/>
                  </a:cubicBezTo>
                  <a:cubicBezTo>
                    <a:pt x="1489710" y="342900"/>
                    <a:pt x="1492567" y="341947"/>
                    <a:pt x="1494472" y="340042"/>
                  </a:cubicBezTo>
                  <a:lnTo>
                    <a:pt x="1499235" y="344805"/>
                  </a:lnTo>
                  <a:lnTo>
                    <a:pt x="1464945" y="381952"/>
                  </a:lnTo>
                  <a:lnTo>
                    <a:pt x="1460182" y="377190"/>
                  </a:lnTo>
                  <a:cubicBezTo>
                    <a:pt x="1461135" y="375285"/>
                    <a:pt x="1463040" y="372427"/>
                    <a:pt x="1463992" y="368617"/>
                  </a:cubicBezTo>
                  <a:cubicBezTo>
                    <a:pt x="1465897" y="364807"/>
                    <a:pt x="1465897" y="361950"/>
                    <a:pt x="1465897" y="360045"/>
                  </a:cubicBezTo>
                  <a:cubicBezTo>
                    <a:pt x="1465897" y="357187"/>
                    <a:pt x="1464945" y="354330"/>
                    <a:pt x="1463992" y="352425"/>
                  </a:cubicBezTo>
                  <a:cubicBezTo>
                    <a:pt x="1463040" y="350520"/>
                    <a:pt x="1461135" y="347662"/>
                    <a:pt x="1458277" y="345757"/>
                  </a:cubicBezTo>
                  <a:lnTo>
                    <a:pt x="1448752" y="337185"/>
                  </a:lnTo>
                  <a:lnTo>
                    <a:pt x="1424940" y="362902"/>
                  </a:lnTo>
                  <a:cubicBezTo>
                    <a:pt x="1422082" y="365760"/>
                    <a:pt x="1421130" y="367665"/>
                    <a:pt x="1419225" y="369570"/>
                  </a:cubicBezTo>
                  <a:cubicBezTo>
                    <a:pt x="1418272" y="371475"/>
                    <a:pt x="1418272" y="373380"/>
                    <a:pt x="1418272" y="375285"/>
                  </a:cubicBezTo>
                  <a:cubicBezTo>
                    <a:pt x="1418272" y="377190"/>
                    <a:pt x="1419225" y="379095"/>
                    <a:pt x="1421130" y="381000"/>
                  </a:cubicBezTo>
                  <a:cubicBezTo>
                    <a:pt x="1423035" y="382905"/>
                    <a:pt x="1424940" y="385762"/>
                    <a:pt x="1428750" y="388620"/>
                  </a:cubicBezTo>
                  <a:cubicBezTo>
                    <a:pt x="1430655" y="389572"/>
                    <a:pt x="1431607" y="391477"/>
                    <a:pt x="1434465" y="393382"/>
                  </a:cubicBezTo>
                  <a:cubicBezTo>
                    <a:pt x="1436370" y="395287"/>
                    <a:pt x="1438275" y="396240"/>
                    <a:pt x="1440180" y="398145"/>
                  </a:cubicBezTo>
                  <a:cubicBezTo>
                    <a:pt x="1442085" y="400050"/>
                    <a:pt x="1443990" y="401002"/>
                    <a:pt x="1445895" y="401955"/>
                  </a:cubicBezTo>
                  <a:cubicBezTo>
                    <a:pt x="1447800" y="402907"/>
                    <a:pt x="1449705" y="402907"/>
                    <a:pt x="1450657" y="402907"/>
                  </a:cubicBezTo>
                  <a:cubicBezTo>
                    <a:pt x="1454467" y="402907"/>
                    <a:pt x="1459230" y="401955"/>
                    <a:pt x="1465897" y="400050"/>
                  </a:cubicBezTo>
                  <a:cubicBezTo>
                    <a:pt x="1472565" y="398145"/>
                    <a:pt x="1477327" y="396240"/>
                    <a:pt x="1479232" y="395287"/>
                  </a:cubicBezTo>
                  <a:lnTo>
                    <a:pt x="1483995" y="399097"/>
                  </a:lnTo>
                  <a:lnTo>
                    <a:pt x="1456372" y="425767"/>
                  </a:lnTo>
                  <a:lnTo>
                    <a:pt x="1371600" y="348615"/>
                  </a:lnTo>
                  <a:lnTo>
                    <a:pt x="1376362" y="343852"/>
                  </a:lnTo>
                  <a:cubicBezTo>
                    <a:pt x="1377315" y="344805"/>
                    <a:pt x="1379220" y="345757"/>
                    <a:pt x="1382077" y="347662"/>
                  </a:cubicBezTo>
                  <a:cubicBezTo>
                    <a:pt x="1383982" y="349567"/>
                    <a:pt x="1385887" y="350520"/>
                    <a:pt x="1386840" y="350520"/>
                  </a:cubicBezTo>
                  <a:cubicBezTo>
                    <a:pt x="1388745" y="351472"/>
                    <a:pt x="1390650" y="351472"/>
                    <a:pt x="1392555" y="351472"/>
                  </a:cubicBezTo>
                  <a:cubicBezTo>
                    <a:pt x="1394460" y="350520"/>
                    <a:pt x="1395412" y="349567"/>
                    <a:pt x="1397317" y="348615"/>
                  </a:cubicBezTo>
                  <a:lnTo>
                    <a:pt x="1455420" y="284797"/>
                  </a:lnTo>
                  <a:cubicBezTo>
                    <a:pt x="1456372" y="282892"/>
                    <a:pt x="1457325" y="281940"/>
                    <a:pt x="1458277" y="280035"/>
                  </a:cubicBezTo>
                  <a:cubicBezTo>
                    <a:pt x="1459230" y="278130"/>
                    <a:pt x="1458277" y="276225"/>
                    <a:pt x="1457325" y="274320"/>
                  </a:cubicBezTo>
                  <a:cubicBezTo>
                    <a:pt x="1456372" y="272415"/>
                    <a:pt x="1455420" y="271462"/>
                    <a:pt x="1453515" y="268605"/>
                  </a:cubicBezTo>
                  <a:cubicBezTo>
                    <a:pt x="1451610" y="266700"/>
                    <a:pt x="1450657" y="264795"/>
                    <a:pt x="1449705" y="263842"/>
                  </a:cubicBezTo>
                  <a:close/>
                  <a:moveTo>
                    <a:pt x="925830" y="241935"/>
                  </a:moveTo>
                  <a:cubicBezTo>
                    <a:pt x="1018222" y="241935"/>
                    <a:pt x="1107757" y="259080"/>
                    <a:pt x="1192530" y="295275"/>
                  </a:cubicBezTo>
                  <a:cubicBezTo>
                    <a:pt x="1273492" y="329565"/>
                    <a:pt x="1346835" y="379095"/>
                    <a:pt x="1409700" y="441960"/>
                  </a:cubicBezTo>
                  <a:cubicBezTo>
                    <a:pt x="1472565" y="504825"/>
                    <a:pt x="1522095" y="577215"/>
                    <a:pt x="1556385" y="659130"/>
                  </a:cubicBezTo>
                  <a:cubicBezTo>
                    <a:pt x="1592580" y="743902"/>
                    <a:pt x="1610677" y="833437"/>
                    <a:pt x="1610677" y="925830"/>
                  </a:cubicBezTo>
                  <a:cubicBezTo>
                    <a:pt x="1610677" y="1018222"/>
                    <a:pt x="1591627" y="1107757"/>
                    <a:pt x="1556385" y="1192530"/>
                  </a:cubicBezTo>
                  <a:cubicBezTo>
                    <a:pt x="1522095" y="1273492"/>
                    <a:pt x="1472565" y="1346835"/>
                    <a:pt x="1409700" y="1409700"/>
                  </a:cubicBezTo>
                  <a:cubicBezTo>
                    <a:pt x="1346835" y="1472565"/>
                    <a:pt x="1274445" y="1522095"/>
                    <a:pt x="1192530" y="1556385"/>
                  </a:cubicBezTo>
                  <a:cubicBezTo>
                    <a:pt x="1107757" y="1592580"/>
                    <a:pt x="1018222" y="1610677"/>
                    <a:pt x="925830" y="1610677"/>
                  </a:cubicBezTo>
                  <a:cubicBezTo>
                    <a:pt x="833437" y="1610677"/>
                    <a:pt x="743902" y="1592580"/>
                    <a:pt x="659130" y="1556385"/>
                  </a:cubicBezTo>
                  <a:cubicBezTo>
                    <a:pt x="578167" y="1522095"/>
                    <a:pt x="504825" y="1472565"/>
                    <a:pt x="441960" y="1409700"/>
                  </a:cubicBezTo>
                  <a:cubicBezTo>
                    <a:pt x="379095" y="1346835"/>
                    <a:pt x="329565" y="1274445"/>
                    <a:pt x="295275" y="1192530"/>
                  </a:cubicBezTo>
                  <a:cubicBezTo>
                    <a:pt x="260032" y="1107757"/>
                    <a:pt x="241935" y="1018222"/>
                    <a:pt x="241935" y="925830"/>
                  </a:cubicBezTo>
                  <a:cubicBezTo>
                    <a:pt x="241935" y="833437"/>
                    <a:pt x="260032" y="743902"/>
                    <a:pt x="295275" y="659130"/>
                  </a:cubicBezTo>
                  <a:cubicBezTo>
                    <a:pt x="329565" y="577215"/>
                    <a:pt x="379095" y="504825"/>
                    <a:pt x="441960" y="441960"/>
                  </a:cubicBezTo>
                  <a:cubicBezTo>
                    <a:pt x="504825" y="379095"/>
                    <a:pt x="577215" y="329565"/>
                    <a:pt x="659130" y="295275"/>
                  </a:cubicBezTo>
                  <a:cubicBezTo>
                    <a:pt x="743902" y="259080"/>
                    <a:pt x="833437" y="241935"/>
                    <a:pt x="925830" y="241935"/>
                  </a:cubicBezTo>
                  <a:close/>
                  <a:moveTo>
                    <a:pt x="435292" y="233363"/>
                  </a:moveTo>
                  <a:lnTo>
                    <a:pt x="463867" y="267653"/>
                  </a:lnTo>
                  <a:lnTo>
                    <a:pt x="458152" y="272415"/>
                  </a:lnTo>
                  <a:cubicBezTo>
                    <a:pt x="446722" y="264795"/>
                    <a:pt x="436245" y="260033"/>
                    <a:pt x="427672" y="259080"/>
                  </a:cubicBezTo>
                  <a:cubicBezTo>
                    <a:pt x="419100" y="258128"/>
                    <a:pt x="410527" y="260033"/>
                    <a:pt x="403860" y="265748"/>
                  </a:cubicBezTo>
                  <a:cubicBezTo>
                    <a:pt x="395287" y="272415"/>
                    <a:pt x="391477" y="281940"/>
                    <a:pt x="393382" y="293370"/>
                  </a:cubicBezTo>
                  <a:cubicBezTo>
                    <a:pt x="394335" y="304800"/>
                    <a:pt x="401002" y="317183"/>
                    <a:pt x="411480" y="329565"/>
                  </a:cubicBezTo>
                  <a:cubicBezTo>
                    <a:pt x="422910" y="343853"/>
                    <a:pt x="433387" y="352425"/>
                    <a:pt x="444817" y="357188"/>
                  </a:cubicBezTo>
                  <a:cubicBezTo>
                    <a:pt x="455295" y="360998"/>
                    <a:pt x="465772" y="360045"/>
                    <a:pt x="473392" y="353378"/>
                  </a:cubicBezTo>
                  <a:cubicBezTo>
                    <a:pt x="477202" y="350520"/>
                    <a:pt x="480060" y="346710"/>
                    <a:pt x="481965" y="342900"/>
                  </a:cubicBezTo>
                  <a:cubicBezTo>
                    <a:pt x="483870" y="339090"/>
                    <a:pt x="484822" y="336233"/>
                    <a:pt x="485775" y="333375"/>
                  </a:cubicBezTo>
                  <a:lnTo>
                    <a:pt x="470535" y="314325"/>
                  </a:lnTo>
                  <a:cubicBezTo>
                    <a:pt x="469582" y="312420"/>
                    <a:pt x="467677" y="311468"/>
                    <a:pt x="466725" y="311468"/>
                  </a:cubicBezTo>
                  <a:cubicBezTo>
                    <a:pt x="464820" y="310515"/>
                    <a:pt x="462915" y="310515"/>
                    <a:pt x="461010" y="311468"/>
                  </a:cubicBezTo>
                  <a:cubicBezTo>
                    <a:pt x="459105" y="312420"/>
                    <a:pt x="457200" y="312420"/>
                    <a:pt x="454342" y="314325"/>
                  </a:cubicBezTo>
                  <a:cubicBezTo>
                    <a:pt x="452437" y="315278"/>
                    <a:pt x="449580" y="316230"/>
                    <a:pt x="448627" y="317183"/>
                  </a:cubicBezTo>
                  <a:lnTo>
                    <a:pt x="444817" y="312420"/>
                  </a:lnTo>
                  <a:lnTo>
                    <a:pt x="494347" y="272415"/>
                  </a:lnTo>
                  <a:lnTo>
                    <a:pt x="495300" y="276225"/>
                  </a:lnTo>
                  <a:cubicBezTo>
                    <a:pt x="494347" y="277178"/>
                    <a:pt x="493395" y="279083"/>
                    <a:pt x="492442" y="280035"/>
                  </a:cubicBezTo>
                  <a:cubicBezTo>
                    <a:pt x="491490" y="280988"/>
                    <a:pt x="490537" y="282893"/>
                    <a:pt x="489585" y="283845"/>
                  </a:cubicBezTo>
                  <a:cubicBezTo>
                    <a:pt x="488632" y="285750"/>
                    <a:pt x="487680" y="287655"/>
                    <a:pt x="488632" y="289560"/>
                  </a:cubicBezTo>
                  <a:cubicBezTo>
                    <a:pt x="489585" y="291465"/>
                    <a:pt x="489585" y="293370"/>
                    <a:pt x="491490" y="294323"/>
                  </a:cubicBezTo>
                  <a:lnTo>
                    <a:pt x="500062" y="305753"/>
                  </a:lnTo>
                  <a:cubicBezTo>
                    <a:pt x="501967" y="307658"/>
                    <a:pt x="502920" y="309563"/>
                    <a:pt x="504825" y="311468"/>
                  </a:cubicBezTo>
                  <a:cubicBezTo>
                    <a:pt x="505777" y="312420"/>
                    <a:pt x="507682" y="314325"/>
                    <a:pt x="508635" y="316230"/>
                  </a:cubicBezTo>
                  <a:cubicBezTo>
                    <a:pt x="506730" y="322898"/>
                    <a:pt x="501967" y="330518"/>
                    <a:pt x="495300" y="340043"/>
                  </a:cubicBezTo>
                  <a:cubicBezTo>
                    <a:pt x="488632" y="349568"/>
                    <a:pt x="481012" y="357188"/>
                    <a:pt x="474345" y="362903"/>
                  </a:cubicBezTo>
                  <a:cubicBezTo>
                    <a:pt x="467677" y="368618"/>
                    <a:pt x="460057" y="372428"/>
                    <a:pt x="452437" y="375285"/>
                  </a:cubicBezTo>
                  <a:cubicBezTo>
                    <a:pt x="444817" y="378143"/>
                    <a:pt x="437197" y="379095"/>
                    <a:pt x="428625" y="378143"/>
                  </a:cubicBezTo>
                  <a:cubicBezTo>
                    <a:pt x="421005" y="377190"/>
                    <a:pt x="413385" y="375285"/>
                    <a:pt x="405765" y="371475"/>
                  </a:cubicBezTo>
                  <a:cubicBezTo>
                    <a:pt x="398145" y="367665"/>
                    <a:pt x="391477" y="361950"/>
                    <a:pt x="384810" y="353378"/>
                  </a:cubicBezTo>
                  <a:cubicBezTo>
                    <a:pt x="379095" y="345758"/>
                    <a:pt x="374332" y="338138"/>
                    <a:pt x="372427" y="329565"/>
                  </a:cubicBezTo>
                  <a:cubicBezTo>
                    <a:pt x="369570" y="320993"/>
                    <a:pt x="368617" y="313373"/>
                    <a:pt x="369570" y="304800"/>
                  </a:cubicBezTo>
                  <a:cubicBezTo>
                    <a:pt x="370522" y="296228"/>
                    <a:pt x="373380" y="288608"/>
                    <a:pt x="378142" y="280988"/>
                  </a:cubicBezTo>
                  <a:cubicBezTo>
                    <a:pt x="382905" y="273368"/>
                    <a:pt x="388620" y="266700"/>
                    <a:pt x="397192" y="260033"/>
                  </a:cubicBezTo>
                  <a:cubicBezTo>
                    <a:pt x="402907" y="255270"/>
                    <a:pt x="408622" y="252413"/>
                    <a:pt x="413385" y="249555"/>
                  </a:cubicBezTo>
                  <a:cubicBezTo>
                    <a:pt x="419100" y="246698"/>
                    <a:pt x="423862" y="245745"/>
                    <a:pt x="428625" y="244793"/>
                  </a:cubicBezTo>
                  <a:lnTo>
                    <a:pt x="429577" y="238125"/>
                  </a:lnTo>
                  <a:close/>
                  <a:moveTo>
                    <a:pt x="1258252" y="140970"/>
                  </a:moveTo>
                  <a:lnTo>
                    <a:pt x="1316355" y="172402"/>
                  </a:lnTo>
                  <a:lnTo>
                    <a:pt x="1313497" y="178117"/>
                  </a:lnTo>
                  <a:cubicBezTo>
                    <a:pt x="1307782" y="176212"/>
                    <a:pt x="1303020" y="174307"/>
                    <a:pt x="1301115" y="174307"/>
                  </a:cubicBezTo>
                  <a:cubicBezTo>
                    <a:pt x="1298257" y="174307"/>
                    <a:pt x="1297305" y="174307"/>
                    <a:pt x="1296352" y="175260"/>
                  </a:cubicBezTo>
                  <a:cubicBezTo>
                    <a:pt x="1296352" y="176212"/>
                    <a:pt x="1296352" y="176212"/>
                    <a:pt x="1295400" y="177165"/>
                  </a:cubicBezTo>
                  <a:cubicBezTo>
                    <a:pt x="1295400" y="178117"/>
                    <a:pt x="1295400" y="179070"/>
                    <a:pt x="1294447" y="180022"/>
                  </a:cubicBezTo>
                  <a:cubicBezTo>
                    <a:pt x="1293495" y="185737"/>
                    <a:pt x="1292542" y="194310"/>
                    <a:pt x="1291590" y="206692"/>
                  </a:cubicBezTo>
                  <a:cubicBezTo>
                    <a:pt x="1290637" y="219075"/>
                    <a:pt x="1288732" y="238125"/>
                    <a:pt x="1285875" y="263842"/>
                  </a:cubicBezTo>
                  <a:cubicBezTo>
                    <a:pt x="1298257" y="253365"/>
                    <a:pt x="1307782" y="245745"/>
                    <a:pt x="1316355" y="238125"/>
                  </a:cubicBezTo>
                  <a:cubicBezTo>
                    <a:pt x="1323975" y="231457"/>
                    <a:pt x="1331595" y="224790"/>
                    <a:pt x="1337310" y="220027"/>
                  </a:cubicBezTo>
                  <a:cubicBezTo>
                    <a:pt x="1340167" y="217170"/>
                    <a:pt x="1343025" y="215265"/>
                    <a:pt x="1344930" y="212407"/>
                  </a:cubicBezTo>
                  <a:cubicBezTo>
                    <a:pt x="1346835" y="210502"/>
                    <a:pt x="1348740" y="208597"/>
                    <a:pt x="1349692" y="206692"/>
                  </a:cubicBezTo>
                  <a:cubicBezTo>
                    <a:pt x="1350645" y="204787"/>
                    <a:pt x="1349692" y="202882"/>
                    <a:pt x="1347787" y="200977"/>
                  </a:cubicBezTo>
                  <a:cubicBezTo>
                    <a:pt x="1345882" y="199072"/>
                    <a:pt x="1342072" y="195262"/>
                    <a:pt x="1336357" y="191452"/>
                  </a:cubicBezTo>
                  <a:lnTo>
                    <a:pt x="1339215" y="185737"/>
                  </a:lnTo>
                  <a:lnTo>
                    <a:pt x="1383030" y="208597"/>
                  </a:lnTo>
                  <a:lnTo>
                    <a:pt x="1381125" y="214312"/>
                  </a:lnTo>
                  <a:cubicBezTo>
                    <a:pt x="1379220" y="213360"/>
                    <a:pt x="1377315" y="213360"/>
                    <a:pt x="1375410" y="212407"/>
                  </a:cubicBezTo>
                  <a:cubicBezTo>
                    <a:pt x="1373505" y="212407"/>
                    <a:pt x="1371600" y="211455"/>
                    <a:pt x="1369695" y="212407"/>
                  </a:cubicBezTo>
                  <a:cubicBezTo>
                    <a:pt x="1366837" y="212407"/>
                    <a:pt x="1364932" y="213360"/>
                    <a:pt x="1362075" y="213360"/>
                  </a:cubicBezTo>
                  <a:cubicBezTo>
                    <a:pt x="1360170" y="214312"/>
                    <a:pt x="1358265" y="215265"/>
                    <a:pt x="1355407" y="217170"/>
                  </a:cubicBezTo>
                  <a:cubicBezTo>
                    <a:pt x="1351597" y="220027"/>
                    <a:pt x="1346835" y="223837"/>
                    <a:pt x="1341120" y="228600"/>
                  </a:cubicBezTo>
                  <a:cubicBezTo>
                    <a:pt x="1334452" y="233362"/>
                    <a:pt x="1327785" y="239077"/>
                    <a:pt x="1319212" y="246697"/>
                  </a:cubicBezTo>
                  <a:cubicBezTo>
                    <a:pt x="1311592" y="252412"/>
                    <a:pt x="1303972" y="259080"/>
                    <a:pt x="1295400" y="266700"/>
                  </a:cubicBezTo>
                  <a:cubicBezTo>
                    <a:pt x="1286827" y="273367"/>
                    <a:pt x="1278255" y="280987"/>
                    <a:pt x="1270635" y="287655"/>
                  </a:cubicBezTo>
                  <a:lnTo>
                    <a:pt x="1255395" y="280035"/>
                  </a:lnTo>
                  <a:cubicBezTo>
                    <a:pt x="1257300" y="259080"/>
                    <a:pt x="1259205" y="237172"/>
                    <a:pt x="1262062" y="215265"/>
                  </a:cubicBezTo>
                  <a:cubicBezTo>
                    <a:pt x="1263967" y="193357"/>
                    <a:pt x="1265872" y="178117"/>
                    <a:pt x="1266825" y="169545"/>
                  </a:cubicBezTo>
                  <a:cubicBezTo>
                    <a:pt x="1266825" y="166687"/>
                    <a:pt x="1266825" y="163830"/>
                    <a:pt x="1266825" y="161925"/>
                  </a:cubicBezTo>
                  <a:cubicBezTo>
                    <a:pt x="1266825" y="160020"/>
                    <a:pt x="1265872" y="158115"/>
                    <a:pt x="1263967" y="155257"/>
                  </a:cubicBezTo>
                  <a:cubicBezTo>
                    <a:pt x="1263015" y="153352"/>
                    <a:pt x="1262062" y="152400"/>
                    <a:pt x="1260157" y="150495"/>
                  </a:cubicBezTo>
                  <a:cubicBezTo>
                    <a:pt x="1259205" y="149542"/>
                    <a:pt x="1257300" y="148590"/>
                    <a:pt x="1255395" y="146685"/>
                  </a:cubicBezTo>
                  <a:close/>
                  <a:moveTo>
                    <a:pt x="1105853" y="95250"/>
                  </a:moveTo>
                  <a:lnTo>
                    <a:pt x="1171575" y="112395"/>
                  </a:lnTo>
                  <a:lnTo>
                    <a:pt x="1169670" y="119062"/>
                  </a:lnTo>
                  <a:cubicBezTo>
                    <a:pt x="1167765" y="119062"/>
                    <a:pt x="1165860" y="118110"/>
                    <a:pt x="1163003" y="118110"/>
                  </a:cubicBezTo>
                  <a:cubicBezTo>
                    <a:pt x="1160145" y="118110"/>
                    <a:pt x="1158240" y="118110"/>
                    <a:pt x="1156335" y="118110"/>
                  </a:cubicBezTo>
                  <a:cubicBezTo>
                    <a:pt x="1154430" y="118110"/>
                    <a:pt x="1152525" y="119062"/>
                    <a:pt x="1151573" y="120015"/>
                  </a:cubicBezTo>
                  <a:cubicBezTo>
                    <a:pt x="1150620" y="120967"/>
                    <a:pt x="1149668" y="122872"/>
                    <a:pt x="1148715" y="124777"/>
                  </a:cubicBezTo>
                  <a:lnTo>
                    <a:pt x="1126808" y="208597"/>
                  </a:lnTo>
                  <a:cubicBezTo>
                    <a:pt x="1125855" y="210502"/>
                    <a:pt x="1125855" y="212407"/>
                    <a:pt x="1126808" y="214312"/>
                  </a:cubicBezTo>
                  <a:cubicBezTo>
                    <a:pt x="1126808" y="216217"/>
                    <a:pt x="1128713" y="217170"/>
                    <a:pt x="1130618" y="219075"/>
                  </a:cubicBezTo>
                  <a:cubicBezTo>
                    <a:pt x="1131570" y="220027"/>
                    <a:pt x="1133475" y="220980"/>
                    <a:pt x="1136333" y="221932"/>
                  </a:cubicBezTo>
                  <a:cubicBezTo>
                    <a:pt x="1139190" y="222885"/>
                    <a:pt x="1141095" y="223837"/>
                    <a:pt x="1143000" y="224790"/>
                  </a:cubicBezTo>
                  <a:lnTo>
                    <a:pt x="1141095" y="230505"/>
                  </a:lnTo>
                  <a:lnTo>
                    <a:pt x="1075373" y="213360"/>
                  </a:lnTo>
                  <a:lnTo>
                    <a:pt x="1077278" y="206692"/>
                  </a:lnTo>
                  <a:cubicBezTo>
                    <a:pt x="1079183" y="206692"/>
                    <a:pt x="1081088" y="207645"/>
                    <a:pt x="1083945" y="207645"/>
                  </a:cubicBezTo>
                  <a:cubicBezTo>
                    <a:pt x="1086803" y="208597"/>
                    <a:pt x="1088708" y="208597"/>
                    <a:pt x="1090613" y="208597"/>
                  </a:cubicBezTo>
                  <a:cubicBezTo>
                    <a:pt x="1092518" y="208597"/>
                    <a:pt x="1094423" y="207645"/>
                    <a:pt x="1095375" y="206692"/>
                  </a:cubicBezTo>
                  <a:cubicBezTo>
                    <a:pt x="1096328" y="205740"/>
                    <a:pt x="1097280" y="203835"/>
                    <a:pt x="1098233" y="201930"/>
                  </a:cubicBezTo>
                  <a:lnTo>
                    <a:pt x="1120140" y="118110"/>
                  </a:lnTo>
                  <a:cubicBezTo>
                    <a:pt x="1120140" y="116205"/>
                    <a:pt x="1121093" y="114300"/>
                    <a:pt x="1120140" y="112395"/>
                  </a:cubicBezTo>
                  <a:cubicBezTo>
                    <a:pt x="1120140" y="110490"/>
                    <a:pt x="1118235" y="109537"/>
                    <a:pt x="1116330" y="107632"/>
                  </a:cubicBezTo>
                  <a:cubicBezTo>
                    <a:pt x="1115378" y="106680"/>
                    <a:pt x="1113473" y="105727"/>
                    <a:pt x="1110615" y="104775"/>
                  </a:cubicBezTo>
                  <a:cubicBezTo>
                    <a:pt x="1107758" y="103822"/>
                    <a:pt x="1105853" y="102870"/>
                    <a:pt x="1103948" y="101917"/>
                  </a:cubicBezTo>
                  <a:close/>
                  <a:moveTo>
                    <a:pt x="777240" y="88583"/>
                  </a:moveTo>
                  <a:lnTo>
                    <a:pt x="779145" y="93345"/>
                  </a:lnTo>
                  <a:cubicBezTo>
                    <a:pt x="777240" y="94298"/>
                    <a:pt x="775335" y="95250"/>
                    <a:pt x="772477" y="96203"/>
                  </a:cubicBezTo>
                  <a:cubicBezTo>
                    <a:pt x="769620" y="97155"/>
                    <a:pt x="767715" y="99060"/>
                    <a:pt x="765810" y="100965"/>
                  </a:cubicBezTo>
                  <a:cubicBezTo>
                    <a:pt x="763905" y="102870"/>
                    <a:pt x="762952" y="105728"/>
                    <a:pt x="762952" y="109538"/>
                  </a:cubicBezTo>
                  <a:cubicBezTo>
                    <a:pt x="762952" y="113348"/>
                    <a:pt x="763905" y="119063"/>
                    <a:pt x="765810" y="125730"/>
                  </a:cubicBezTo>
                  <a:lnTo>
                    <a:pt x="777240" y="169545"/>
                  </a:lnTo>
                  <a:cubicBezTo>
                    <a:pt x="781050" y="182880"/>
                    <a:pt x="779145" y="194310"/>
                    <a:pt x="772477" y="203835"/>
                  </a:cubicBezTo>
                  <a:cubicBezTo>
                    <a:pt x="765810" y="214313"/>
                    <a:pt x="755332" y="220980"/>
                    <a:pt x="741045" y="224790"/>
                  </a:cubicBezTo>
                  <a:cubicBezTo>
                    <a:pt x="723900" y="229553"/>
                    <a:pt x="710565" y="228600"/>
                    <a:pt x="699135" y="223838"/>
                  </a:cubicBezTo>
                  <a:cubicBezTo>
                    <a:pt x="687705" y="219075"/>
                    <a:pt x="680085" y="209550"/>
                    <a:pt x="677227" y="196215"/>
                  </a:cubicBezTo>
                  <a:lnTo>
                    <a:pt x="661035" y="136208"/>
                  </a:lnTo>
                  <a:cubicBezTo>
                    <a:pt x="661035" y="134303"/>
                    <a:pt x="660082" y="132398"/>
                    <a:pt x="658177" y="131445"/>
                  </a:cubicBezTo>
                  <a:cubicBezTo>
                    <a:pt x="657225" y="130493"/>
                    <a:pt x="655320" y="129540"/>
                    <a:pt x="653415" y="128588"/>
                  </a:cubicBezTo>
                  <a:cubicBezTo>
                    <a:pt x="651510" y="128588"/>
                    <a:pt x="649605" y="128588"/>
                    <a:pt x="647700" y="128588"/>
                  </a:cubicBezTo>
                  <a:cubicBezTo>
                    <a:pt x="645795" y="128588"/>
                    <a:pt x="643890" y="128588"/>
                    <a:pt x="641985" y="129540"/>
                  </a:cubicBezTo>
                  <a:lnTo>
                    <a:pt x="640080" y="123825"/>
                  </a:lnTo>
                  <a:lnTo>
                    <a:pt x="701992" y="107633"/>
                  </a:lnTo>
                  <a:lnTo>
                    <a:pt x="703897" y="114300"/>
                  </a:lnTo>
                  <a:cubicBezTo>
                    <a:pt x="701992" y="115253"/>
                    <a:pt x="700087" y="115253"/>
                    <a:pt x="699135" y="116205"/>
                  </a:cubicBezTo>
                  <a:cubicBezTo>
                    <a:pt x="697230" y="117158"/>
                    <a:pt x="695325" y="118110"/>
                    <a:pt x="694372" y="119063"/>
                  </a:cubicBezTo>
                  <a:cubicBezTo>
                    <a:pt x="692467" y="120015"/>
                    <a:pt x="691515" y="121920"/>
                    <a:pt x="690562" y="123825"/>
                  </a:cubicBezTo>
                  <a:cubicBezTo>
                    <a:pt x="690562" y="125730"/>
                    <a:pt x="690562" y="127635"/>
                    <a:pt x="690562" y="129540"/>
                  </a:cubicBezTo>
                  <a:lnTo>
                    <a:pt x="706755" y="188595"/>
                  </a:lnTo>
                  <a:cubicBezTo>
                    <a:pt x="709612" y="200025"/>
                    <a:pt x="714375" y="208598"/>
                    <a:pt x="721042" y="212408"/>
                  </a:cubicBezTo>
                  <a:cubicBezTo>
                    <a:pt x="727710" y="216218"/>
                    <a:pt x="736282" y="217170"/>
                    <a:pt x="745807" y="214313"/>
                  </a:cubicBezTo>
                  <a:cubicBezTo>
                    <a:pt x="755332" y="211455"/>
                    <a:pt x="762000" y="206693"/>
                    <a:pt x="765810" y="199073"/>
                  </a:cubicBezTo>
                  <a:cubicBezTo>
                    <a:pt x="769620" y="191453"/>
                    <a:pt x="770572" y="181928"/>
                    <a:pt x="766762" y="171450"/>
                  </a:cubicBezTo>
                  <a:lnTo>
                    <a:pt x="756285" y="131445"/>
                  </a:lnTo>
                  <a:cubicBezTo>
                    <a:pt x="754380" y="124778"/>
                    <a:pt x="752475" y="119063"/>
                    <a:pt x="750570" y="116205"/>
                  </a:cubicBezTo>
                  <a:cubicBezTo>
                    <a:pt x="748665" y="113348"/>
                    <a:pt x="746760" y="110490"/>
                    <a:pt x="743902" y="109538"/>
                  </a:cubicBezTo>
                  <a:cubicBezTo>
                    <a:pt x="741997" y="108585"/>
                    <a:pt x="739140" y="108585"/>
                    <a:pt x="735330" y="108585"/>
                  </a:cubicBezTo>
                  <a:cubicBezTo>
                    <a:pt x="731520" y="108585"/>
                    <a:pt x="728662" y="108585"/>
                    <a:pt x="727710" y="108585"/>
                  </a:cubicBezTo>
                  <a:lnTo>
                    <a:pt x="725805" y="101918"/>
                  </a:lnTo>
                  <a:close/>
                  <a:moveTo>
                    <a:pt x="867728" y="76200"/>
                  </a:moveTo>
                  <a:lnTo>
                    <a:pt x="913448" y="77152"/>
                  </a:lnTo>
                  <a:lnTo>
                    <a:pt x="979170" y="160972"/>
                  </a:lnTo>
                  <a:lnTo>
                    <a:pt x="980123" y="114300"/>
                  </a:lnTo>
                  <a:cubicBezTo>
                    <a:pt x="980123" y="106680"/>
                    <a:pt x="980123" y="101917"/>
                    <a:pt x="979170" y="98107"/>
                  </a:cubicBezTo>
                  <a:cubicBezTo>
                    <a:pt x="978218" y="94297"/>
                    <a:pt x="976313" y="91440"/>
                    <a:pt x="974408" y="90487"/>
                  </a:cubicBezTo>
                  <a:cubicBezTo>
                    <a:pt x="972503" y="89535"/>
                    <a:pt x="970598" y="87630"/>
                    <a:pt x="966788" y="86677"/>
                  </a:cubicBezTo>
                  <a:cubicBezTo>
                    <a:pt x="963930" y="85725"/>
                    <a:pt x="961073" y="84772"/>
                    <a:pt x="959168" y="84772"/>
                  </a:cubicBezTo>
                  <a:lnTo>
                    <a:pt x="959168" y="78105"/>
                  </a:lnTo>
                  <a:lnTo>
                    <a:pt x="1011555" y="79057"/>
                  </a:lnTo>
                  <a:lnTo>
                    <a:pt x="1009650" y="84772"/>
                  </a:lnTo>
                  <a:cubicBezTo>
                    <a:pt x="1007745" y="84772"/>
                    <a:pt x="1005840" y="84772"/>
                    <a:pt x="1002983" y="85725"/>
                  </a:cubicBezTo>
                  <a:cubicBezTo>
                    <a:pt x="1000125" y="85725"/>
                    <a:pt x="997268" y="87630"/>
                    <a:pt x="995363" y="88582"/>
                  </a:cubicBezTo>
                  <a:cubicBezTo>
                    <a:pt x="993458" y="90487"/>
                    <a:pt x="991553" y="92392"/>
                    <a:pt x="990600" y="96202"/>
                  </a:cubicBezTo>
                  <a:cubicBezTo>
                    <a:pt x="989648" y="100012"/>
                    <a:pt x="988695" y="105727"/>
                    <a:pt x="988695" y="112395"/>
                  </a:cubicBezTo>
                  <a:lnTo>
                    <a:pt x="987743" y="200025"/>
                  </a:lnTo>
                  <a:lnTo>
                    <a:pt x="972503" y="200025"/>
                  </a:lnTo>
                  <a:lnTo>
                    <a:pt x="898208" y="104775"/>
                  </a:lnTo>
                  <a:lnTo>
                    <a:pt x="897255" y="161925"/>
                  </a:lnTo>
                  <a:cubicBezTo>
                    <a:pt x="897255" y="168592"/>
                    <a:pt x="897255" y="174307"/>
                    <a:pt x="898208" y="178117"/>
                  </a:cubicBezTo>
                  <a:cubicBezTo>
                    <a:pt x="899160" y="181927"/>
                    <a:pt x="901065" y="184785"/>
                    <a:pt x="902970" y="186690"/>
                  </a:cubicBezTo>
                  <a:cubicBezTo>
                    <a:pt x="904875" y="187642"/>
                    <a:pt x="906780" y="189547"/>
                    <a:pt x="910590" y="190500"/>
                  </a:cubicBezTo>
                  <a:cubicBezTo>
                    <a:pt x="913448" y="191452"/>
                    <a:pt x="916305" y="192405"/>
                    <a:pt x="918210" y="192405"/>
                  </a:cubicBezTo>
                  <a:lnTo>
                    <a:pt x="918210" y="199072"/>
                  </a:lnTo>
                  <a:lnTo>
                    <a:pt x="865823" y="198120"/>
                  </a:lnTo>
                  <a:lnTo>
                    <a:pt x="865823" y="191452"/>
                  </a:lnTo>
                  <a:cubicBezTo>
                    <a:pt x="867728" y="191452"/>
                    <a:pt x="870585" y="190500"/>
                    <a:pt x="873443" y="190500"/>
                  </a:cubicBezTo>
                  <a:cubicBezTo>
                    <a:pt x="876300" y="189547"/>
                    <a:pt x="879158" y="188595"/>
                    <a:pt x="881063" y="187642"/>
                  </a:cubicBezTo>
                  <a:cubicBezTo>
                    <a:pt x="882968" y="185737"/>
                    <a:pt x="884873" y="183832"/>
                    <a:pt x="885825" y="180022"/>
                  </a:cubicBezTo>
                  <a:cubicBezTo>
                    <a:pt x="886778" y="177165"/>
                    <a:pt x="886778" y="171450"/>
                    <a:pt x="886778" y="162877"/>
                  </a:cubicBezTo>
                  <a:lnTo>
                    <a:pt x="887730" y="104775"/>
                  </a:lnTo>
                  <a:cubicBezTo>
                    <a:pt x="887730" y="101917"/>
                    <a:pt x="887730" y="99060"/>
                    <a:pt x="886778" y="96202"/>
                  </a:cubicBezTo>
                  <a:cubicBezTo>
                    <a:pt x="885825" y="93345"/>
                    <a:pt x="884873" y="91440"/>
                    <a:pt x="882968" y="89535"/>
                  </a:cubicBezTo>
                  <a:cubicBezTo>
                    <a:pt x="881063" y="87630"/>
                    <a:pt x="879158" y="85725"/>
                    <a:pt x="876300" y="84772"/>
                  </a:cubicBezTo>
                  <a:cubicBezTo>
                    <a:pt x="873443" y="83820"/>
                    <a:pt x="870585" y="82867"/>
                    <a:pt x="867728" y="81915"/>
                  </a:cubicBezTo>
                  <a:close/>
                  <a:moveTo>
                    <a:pt x="925830" y="29527"/>
                  </a:moveTo>
                  <a:cubicBezTo>
                    <a:pt x="804862" y="29527"/>
                    <a:pt x="687705" y="53340"/>
                    <a:pt x="577215" y="100012"/>
                  </a:cubicBezTo>
                  <a:cubicBezTo>
                    <a:pt x="470535" y="145732"/>
                    <a:pt x="374332" y="210502"/>
                    <a:pt x="292417" y="292417"/>
                  </a:cubicBezTo>
                  <a:cubicBezTo>
                    <a:pt x="210502" y="375285"/>
                    <a:pt x="145732" y="470535"/>
                    <a:pt x="100965" y="577215"/>
                  </a:cubicBezTo>
                  <a:cubicBezTo>
                    <a:pt x="54292" y="687705"/>
                    <a:pt x="30480" y="804862"/>
                    <a:pt x="30480" y="925830"/>
                  </a:cubicBezTo>
                  <a:cubicBezTo>
                    <a:pt x="30480" y="1046797"/>
                    <a:pt x="54292" y="1163955"/>
                    <a:pt x="100965" y="1274445"/>
                  </a:cubicBezTo>
                  <a:cubicBezTo>
                    <a:pt x="145732" y="1381125"/>
                    <a:pt x="210502" y="1477327"/>
                    <a:pt x="292417" y="1559242"/>
                  </a:cubicBezTo>
                  <a:cubicBezTo>
                    <a:pt x="375285" y="1641157"/>
                    <a:pt x="470535" y="1705927"/>
                    <a:pt x="577215" y="1750695"/>
                  </a:cubicBezTo>
                  <a:cubicBezTo>
                    <a:pt x="687705" y="1797367"/>
                    <a:pt x="804862" y="1821180"/>
                    <a:pt x="925830" y="1821180"/>
                  </a:cubicBezTo>
                  <a:cubicBezTo>
                    <a:pt x="1046797" y="1821180"/>
                    <a:pt x="1163955" y="1797367"/>
                    <a:pt x="1274445" y="1750695"/>
                  </a:cubicBezTo>
                  <a:cubicBezTo>
                    <a:pt x="1381125" y="1705927"/>
                    <a:pt x="1477327" y="1641157"/>
                    <a:pt x="1559242" y="1559242"/>
                  </a:cubicBezTo>
                  <a:cubicBezTo>
                    <a:pt x="1641157" y="1476375"/>
                    <a:pt x="1705927" y="1381125"/>
                    <a:pt x="1750695" y="1274445"/>
                  </a:cubicBezTo>
                  <a:cubicBezTo>
                    <a:pt x="1797367" y="1163955"/>
                    <a:pt x="1821180" y="1046797"/>
                    <a:pt x="1821180" y="925830"/>
                  </a:cubicBezTo>
                  <a:cubicBezTo>
                    <a:pt x="1821180" y="804862"/>
                    <a:pt x="1797367" y="687705"/>
                    <a:pt x="1750695" y="577215"/>
                  </a:cubicBezTo>
                  <a:cubicBezTo>
                    <a:pt x="1705927" y="470535"/>
                    <a:pt x="1641157" y="374332"/>
                    <a:pt x="1559242" y="292417"/>
                  </a:cubicBezTo>
                  <a:cubicBezTo>
                    <a:pt x="1476375" y="209550"/>
                    <a:pt x="1381125" y="144780"/>
                    <a:pt x="1274445" y="100012"/>
                  </a:cubicBezTo>
                  <a:cubicBezTo>
                    <a:pt x="1163955" y="53340"/>
                    <a:pt x="1046797" y="29527"/>
                    <a:pt x="925830" y="29527"/>
                  </a:cubicBezTo>
                  <a:close/>
                  <a:moveTo>
                    <a:pt x="925830" y="0"/>
                  </a:moveTo>
                  <a:cubicBezTo>
                    <a:pt x="1050607" y="0"/>
                    <a:pt x="1171575" y="24765"/>
                    <a:pt x="1285875" y="72390"/>
                  </a:cubicBezTo>
                  <a:cubicBezTo>
                    <a:pt x="1396365" y="119062"/>
                    <a:pt x="1495425" y="185737"/>
                    <a:pt x="1579245" y="271462"/>
                  </a:cubicBezTo>
                  <a:cubicBezTo>
                    <a:pt x="1664017" y="356235"/>
                    <a:pt x="1730692" y="455295"/>
                    <a:pt x="1777365" y="565785"/>
                  </a:cubicBezTo>
                  <a:cubicBezTo>
                    <a:pt x="1824990" y="680085"/>
                    <a:pt x="1849755" y="801052"/>
                    <a:pt x="1849755" y="925830"/>
                  </a:cubicBezTo>
                  <a:cubicBezTo>
                    <a:pt x="1849755" y="1050607"/>
                    <a:pt x="1825942" y="1171575"/>
                    <a:pt x="1777365" y="1285875"/>
                  </a:cubicBezTo>
                  <a:cubicBezTo>
                    <a:pt x="1730692" y="1396365"/>
                    <a:pt x="1664017" y="1495425"/>
                    <a:pt x="1579245" y="1580197"/>
                  </a:cubicBezTo>
                  <a:cubicBezTo>
                    <a:pt x="1494472" y="1664970"/>
                    <a:pt x="1395412" y="1731645"/>
                    <a:pt x="1284922" y="1778317"/>
                  </a:cubicBezTo>
                  <a:cubicBezTo>
                    <a:pt x="1171575" y="1825942"/>
                    <a:pt x="1049655" y="1850707"/>
                    <a:pt x="924877" y="1850707"/>
                  </a:cubicBezTo>
                  <a:cubicBezTo>
                    <a:pt x="800100" y="1850707"/>
                    <a:pt x="679132" y="1826895"/>
                    <a:pt x="564832" y="1778317"/>
                  </a:cubicBezTo>
                  <a:cubicBezTo>
                    <a:pt x="454342" y="1731645"/>
                    <a:pt x="355282" y="1664970"/>
                    <a:pt x="270510" y="1580197"/>
                  </a:cubicBezTo>
                  <a:cubicBezTo>
                    <a:pt x="185737" y="1495425"/>
                    <a:pt x="119062" y="1396365"/>
                    <a:pt x="72390" y="1285875"/>
                  </a:cubicBezTo>
                  <a:cubicBezTo>
                    <a:pt x="24765" y="1171575"/>
                    <a:pt x="0" y="1050607"/>
                    <a:pt x="0" y="925830"/>
                  </a:cubicBezTo>
                  <a:cubicBezTo>
                    <a:pt x="0" y="801052"/>
                    <a:pt x="24765" y="679132"/>
                    <a:pt x="73342" y="564832"/>
                  </a:cubicBezTo>
                  <a:cubicBezTo>
                    <a:pt x="120015" y="454342"/>
                    <a:pt x="186690" y="355282"/>
                    <a:pt x="271462" y="270510"/>
                  </a:cubicBezTo>
                  <a:cubicBezTo>
                    <a:pt x="356235" y="185737"/>
                    <a:pt x="455295" y="119062"/>
                    <a:pt x="565785" y="72390"/>
                  </a:cubicBezTo>
                  <a:cubicBezTo>
                    <a:pt x="679132" y="24765"/>
                    <a:pt x="801052" y="0"/>
                    <a:pt x="9258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70" name="ï$ḷíde"/>
            <p:cNvSpPr/>
            <p:nvPr/>
          </p:nvSpPr>
          <p:spPr>
            <a:xfrm>
              <a:off x="5033962" y="3989069"/>
              <a:ext cx="4351972" cy="310515"/>
            </a:xfrm>
            <a:custGeom>
              <a:avLst/>
              <a:gdLst>
                <a:gd name="connsiteX0" fmla="*/ 3189922 w 4351972"/>
                <a:gd name="connsiteY0" fmla="*/ 24765 h 310515"/>
                <a:gd name="connsiteX1" fmla="*/ 3189922 w 4351972"/>
                <a:gd name="connsiteY1" fmla="*/ 151448 h 310515"/>
                <a:gd name="connsiteX2" fmla="*/ 3217545 w 4351972"/>
                <a:gd name="connsiteY2" fmla="*/ 151448 h 310515"/>
                <a:gd name="connsiteX3" fmla="*/ 3266122 w 4351972"/>
                <a:gd name="connsiteY3" fmla="*/ 133350 h 310515"/>
                <a:gd name="connsiteX4" fmla="*/ 3284220 w 4351972"/>
                <a:gd name="connsiteY4" fmla="*/ 82868 h 310515"/>
                <a:gd name="connsiteX5" fmla="*/ 3268980 w 4351972"/>
                <a:gd name="connsiteY5" fmla="*/ 40005 h 310515"/>
                <a:gd name="connsiteX6" fmla="*/ 3225164 w 4351972"/>
                <a:gd name="connsiteY6" fmla="*/ 24765 h 310515"/>
                <a:gd name="connsiteX7" fmla="*/ 83820 w 4351972"/>
                <a:gd name="connsiteY7" fmla="*/ 24765 h 310515"/>
                <a:gd name="connsiteX8" fmla="*/ 83820 w 4351972"/>
                <a:gd name="connsiteY8" fmla="*/ 155258 h 310515"/>
                <a:gd name="connsiteX9" fmla="*/ 104775 w 4351972"/>
                <a:gd name="connsiteY9" fmla="*/ 155258 h 310515"/>
                <a:gd name="connsiteX10" fmla="*/ 140970 w 4351972"/>
                <a:gd name="connsiteY10" fmla="*/ 148590 h 310515"/>
                <a:gd name="connsiteX11" fmla="*/ 162877 w 4351972"/>
                <a:gd name="connsiteY11" fmla="*/ 130493 h 310515"/>
                <a:gd name="connsiteX12" fmla="*/ 172402 w 4351972"/>
                <a:gd name="connsiteY12" fmla="*/ 109538 h 310515"/>
                <a:gd name="connsiteX13" fmla="*/ 174307 w 4351972"/>
                <a:gd name="connsiteY13" fmla="*/ 90488 h 310515"/>
                <a:gd name="connsiteX14" fmla="*/ 171450 w 4351972"/>
                <a:gd name="connsiteY14" fmla="*/ 66675 h 310515"/>
                <a:gd name="connsiteX15" fmla="*/ 161925 w 4351972"/>
                <a:gd name="connsiteY15" fmla="*/ 45720 h 310515"/>
                <a:gd name="connsiteX16" fmla="*/ 142875 w 4351972"/>
                <a:gd name="connsiteY16" fmla="*/ 30480 h 310515"/>
                <a:gd name="connsiteX17" fmla="*/ 113347 w 4351972"/>
                <a:gd name="connsiteY17" fmla="*/ 24765 h 310515"/>
                <a:gd name="connsiteX18" fmla="*/ 4067175 w 4351972"/>
                <a:gd name="connsiteY18" fmla="*/ 7620 h 310515"/>
                <a:gd name="connsiteX19" fmla="*/ 4192905 w 4351972"/>
                <a:gd name="connsiteY19" fmla="*/ 7620 h 310515"/>
                <a:gd name="connsiteX20" fmla="*/ 4192905 w 4351972"/>
                <a:gd name="connsiteY20" fmla="*/ 22860 h 310515"/>
                <a:gd name="connsiteX21" fmla="*/ 4163377 w 4351972"/>
                <a:gd name="connsiteY21" fmla="*/ 25717 h 310515"/>
                <a:gd name="connsiteX22" fmla="*/ 4154805 w 4351972"/>
                <a:gd name="connsiteY22" fmla="*/ 32385 h 310515"/>
                <a:gd name="connsiteX23" fmla="*/ 4155757 w 4351972"/>
                <a:gd name="connsiteY23" fmla="*/ 37147 h 310515"/>
                <a:gd name="connsiteX24" fmla="*/ 4159567 w 4351972"/>
                <a:gd name="connsiteY24" fmla="*/ 44767 h 310515"/>
                <a:gd name="connsiteX25" fmla="*/ 4166235 w 4351972"/>
                <a:gd name="connsiteY25" fmla="*/ 57150 h 310515"/>
                <a:gd name="connsiteX26" fmla="*/ 4172902 w 4351972"/>
                <a:gd name="connsiteY26" fmla="*/ 70485 h 310515"/>
                <a:gd name="connsiteX27" fmla="*/ 4192905 w 4351972"/>
                <a:gd name="connsiteY27" fmla="*/ 107632 h 310515"/>
                <a:gd name="connsiteX28" fmla="*/ 4219575 w 4351972"/>
                <a:gd name="connsiteY28" fmla="*/ 155257 h 310515"/>
                <a:gd name="connsiteX29" fmla="*/ 4270057 w 4351972"/>
                <a:gd name="connsiteY29" fmla="*/ 73342 h 310515"/>
                <a:gd name="connsiteX30" fmla="*/ 4287202 w 4351972"/>
                <a:gd name="connsiteY30" fmla="*/ 38100 h 310515"/>
                <a:gd name="connsiteX31" fmla="*/ 4283392 w 4351972"/>
                <a:gd name="connsiteY31" fmla="*/ 30480 h 310515"/>
                <a:gd name="connsiteX32" fmla="*/ 4273867 w 4351972"/>
                <a:gd name="connsiteY32" fmla="*/ 25717 h 310515"/>
                <a:gd name="connsiteX33" fmla="*/ 4260532 w 4351972"/>
                <a:gd name="connsiteY33" fmla="*/ 23812 h 310515"/>
                <a:gd name="connsiteX34" fmla="*/ 4247197 w 4351972"/>
                <a:gd name="connsiteY34" fmla="*/ 22860 h 310515"/>
                <a:gd name="connsiteX35" fmla="*/ 4247197 w 4351972"/>
                <a:gd name="connsiteY35" fmla="*/ 7620 h 310515"/>
                <a:gd name="connsiteX36" fmla="*/ 4350067 w 4351972"/>
                <a:gd name="connsiteY36" fmla="*/ 7620 h 310515"/>
                <a:gd name="connsiteX37" fmla="*/ 4350067 w 4351972"/>
                <a:gd name="connsiteY37" fmla="*/ 22860 h 310515"/>
                <a:gd name="connsiteX38" fmla="*/ 4351972 w 4351972"/>
                <a:gd name="connsiteY38" fmla="*/ 22860 h 310515"/>
                <a:gd name="connsiteX39" fmla="*/ 4340542 w 4351972"/>
                <a:gd name="connsiteY39" fmla="*/ 25717 h 310515"/>
                <a:gd name="connsiteX40" fmla="*/ 4329112 w 4351972"/>
                <a:gd name="connsiteY40" fmla="*/ 30480 h 310515"/>
                <a:gd name="connsiteX41" fmla="*/ 4317682 w 4351972"/>
                <a:gd name="connsiteY41" fmla="*/ 38100 h 310515"/>
                <a:gd name="connsiteX42" fmla="*/ 4306252 w 4351972"/>
                <a:gd name="connsiteY42" fmla="*/ 52387 h 310515"/>
                <a:gd name="connsiteX43" fmla="*/ 4276725 w 4351972"/>
                <a:gd name="connsiteY43" fmla="*/ 99060 h 310515"/>
                <a:gd name="connsiteX44" fmla="*/ 4242435 w 4351972"/>
                <a:gd name="connsiteY44" fmla="*/ 159067 h 310515"/>
                <a:gd name="connsiteX45" fmla="*/ 4231957 w 4351972"/>
                <a:gd name="connsiteY45" fmla="*/ 180022 h 310515"/>
                <a:gd name="connsiteX46" fmla="*/ 4229100 w 4351972"/>
                <a:gd name="connsiteY46" fmla="*/ 203835 h 310515"/>
                <a:gd name="connsiteX47" fmla="*/ 4229100 w 4351972"/>
                <a:gd name="connsiteY47" fmla="*/ 260032 h 310515"/>
                <a:gd name="connsiteX48" fmla="*/ 4231957 w 4351972"/>
                <a:gd name="connsiteY48" fmla="*/ 273367 h 310515"/>
                <a:gd name="connsiteX49" fmla="*/ 4242435 w 4351972"/>
                <a:gd name="connsiteY49" fmla="*/ 281940 h 310515"/>
                <a:gd name="connsiteX50" fmla="*/ 4257675 w 4351972"/>
                <a:gd name="connsiteY50" fmla="*/ 285750 h 310515"/>
                <a:gd name="connsiteX51" fmla="*/ 4275772 w 4351972"/>
                <a:gd name="connsiteY51" fmla="*/ 288607 h 310515"/>
                <a:gd name="connsiteX52" fmla="*/ 4275772 w 4351972"/>
                <a:gd name="connsiteY52" fmla="*/ 303847 h 310515"/>
                <a:gd name="connsiteX53" fmla="*/ 4137660 w 4351972"/>
                <a:gd name="connsiteY53" fmla="*/ 303847 h 310515"/>
                <a:gd name="connsiteX54" fmla="*/ 4137660 w 4351972"/>
                <a:gd name="connsiteY54" fmla="*/ 288607 h 310515"/>
                <a:gd name="connsiteX55" fmla="*/ 4154805 w 4351972"/>
                <a:gd name="connsiteY55" fmla="*/ 286702 h 310515"/>
                <a:gd name="connsiteX56" fmla="*/ 4170997 w 4351972"/>
                <a:gd name="connsiteY56" fmla="*/ 283845 h 310515"/>
                <a:gd name="connsiteX57" fmla="*/ 4181475 w 4351972"/>
                <a:gd name="connsiteY57" fmla="*/ 275272 h 310515"/>
                <a:gd name="connsiteX58" fmla="*/ 4184332 w 4351972"/>
                <a:gd name="connsiteY58" fmla="*/ 261937 h 310515"/>
                <a:gd name="connsiteX59" fmla="*/ 4184332 w 4351972"/>
                <a:gd name="connsiteY59" fmla="*/ 190500 h 310515"/>
                <a:gd name="connsiteX60" fmla="*/ 4180522 w 4351972"/>
                <a:gd name="connsiteY60" fmla="*/ 178117 h 310515"/>
                <a:gd name="connsiteX61" fmla="*/ 4170997 w 4351972"/>
                <a:gd name="connsiteY61" fmla="*/ 158115 h 310515"/>
                <a:gd name="connsiteX62" fmla="*/ 4143375 w 4351972"/>
                <a:gd name="connsiteY62" fmla="*/ 105727 h 310515"/>
                <a:gd name="connsiteX63" fmla="*/ 4116705 w 4351972"/>
                <a:gd name="connsiteY63" fmla="*/ 58102 h 310515"/>
                <a:gd name="connsiteX64" fmla="*/ 4104322 w 4351972"/>
                <a:gd name="connsiteY64" fmla="*/ 40005 h 310515"/>
                <a:gd name="connsiteX65" fmla="*/ 4091940 w 4351972"/>
                <a:gd name="connsiteY65" fmla="*/ 29527 h 310515"/>
                <a:gd name="connsiteX66" fmla="*/ 4079557 w 4351972"/>
                <a:gd name="connsiteY66" fmla="*/ 24765 h 310515"/>
                <a:gd name="connsiteX67" fmla="*/ 4067175 w 4351972"/>
                <a:gd name="connsiteY67" fmla="*/ 22860 h 310515"/>
                <a:gd name="connsiteX68" fmla="*/ 3791903 w 4351972"/>
                <a:gd name="connsiteY68" fmla="*/ 7620 h 310515"/>
                <a:gd name="connsiteX69" fmla="*/ 4050031 w 4351972"/>
                <a:gd name="connsiteY69" fmla="*/ 7620 h 310515"/>
                <a:gd name="connsiteX70" fmla="*/ 4050031 w 4351972"/>
                <a:gd name="connsiteY70" fmla="*/ 87630 h 310515"/>
                <a:gd name="connsiteX71" fmla="*/ 4035743 w 4351972"/>
                <a:gd name="connsiteY71" fmla="*/ 87630 h 310515"/>
                <a:gd name="connsiteX72" fmla="*/ 4029075 w 4351972"/>
                <a:gd name="connsiteY72" fmla="*/ 69532 h 310515"/>
                <a:gd name="connsiteX73" fmla="*/ 4017645 w 4351972"/>
                <a:gd name="connsiteY73" fmla="*/ 50482 h 310515"/>
                <a:gd name="connsiteX74" fmla="*/ 4004311 w 4351972"/>
                <a:gd name="connsiteY74" fmla="*/ 33337 h 310515"/>
                <a:gd name="connsiteX75" fmla="*/ 3990023 w 4351972"/>
                <a:gd name="connsiteY75" fmla="*/ 24765 h 310515"/>
                <a:gd name="connsiteX76" fmla="*/ 3973831 w 4351972"/>
                <a:gd name="connsiteY76" fmla="*/ 23812 h 310515"/>
                <a:gd name="connsiteX77" fmla="*/ 3955733 w 4351972"/>
                <a:gd name="connsiteY77" fmla="*/ 23812 h 310515"/>
                <a:gd name="connsiteX78" fmla="*/ 3943350 w 4351972"/>
                <a:gd name="connsiteY78" fmla="*/ 23812 h 310515"/>
                <a:gd name="connsiteX79" fmla="*/ 3943350 w 4351972"/>
                <a:gd name="connsiteY79" fmla="*/ 260032 h 310515"/>
                <a:gd name="connsiteX80" fmla="*/ 3946208 w 4351972"/>
                <a:gd name="connsiteY80" fmla="*/ 272415 h 310515"/>
                <a:gd name="connsiteX81" fmla="*/ 3956686 w 4351972"/>
                <a:gd name="connsiteY81" fmla="*/ 280987 h 310515"/>
                <a:gd name="connsiteX82" fmla="*/ 3971925 w 4351972"/>
                <a:gd name="connsiteY82" fmla="*/ 284797 h 310515"/>
                <a:gd name="connsiteX83" fmla="*/ 3990975 w 4351972"/>
                <a:gd name="connsiteY83" fmla="*/ 287655 h 310515"/>
                <a:gd name="connsiteX84" fmla="*/ 3990975 w 4351972"/>
                <a:gd name="connsiteY84" fmla="*/ 302895 h 310515"/>
                <a:gd name="connsiteX85" fmla="*/ 3851911 w 4351972"/>
                <a:gd name="connsiteY85" fmla="*/ 302895 h 310515"/>
                <a:gd name="connsiteX86" fmla="*/ 3851911 w 4351972"/>
                <a:gd name="connsiteY86" fmla="*/ 287655 h 310515"/>
                <a:gd name="connsiteX87" fmla="*/ 3870008 w 4351972"/>
                <a:gd name="connsiteY87" fmla="*/ 285750 h 310515"/>
                <a:gd name="connsiteX88" fmla="*/ 3886200 w 4351972"/>
                <a:gd name="connsiteY88" fmla="*/ 282892 h 310515"/>
                <a:gd name="connsiteX89" fmla="*/ 3896678 w 4351972"/>
                <a:gd name="connsiteY89" fmla="*/ 275272 h 310515"/>
                <a:gd name="connsiteX90" fmla="*/ 3899536 w 4351972"/>
                <a:gd name="connsiteY90" fmla="*/ 261937 h 310515"/>
                <a:gd name="connsiteX91" fmla="*/ 3899536 w 4351972"/>
                <a:gd name="connsiteY91" fmla="*/ 23812 h 310515"/>
                <a:gd name="connsiteX92" fmla="*/ 3887153 w 4351972"/>
                <a:gd name="connsiteY92" fmla="*/ 23812 h 310515"/>
                <a:gd name="connsiteX93" fmla="*/ 3870961 w 4351972"/>
                <a:gd name="connsiteY93" fmla="*/ 23812 h 310515"/>
                <a:gd name="connsiteX94" fmla="*/ 3852863 w 4351972"/>
                <a:gd name="connsiteY94" fmla="*/ 24765 h 310515"/>
                <a:gd name="connsiteX95" fmla="*/ 3838575 w 4351972"/>
                <a:gd name="connsiteY95" fmla="*/ 33337 h 310515"/>
                <a:gd name="connsiteX96" fmla="*/ 3825240 w 4351972"/>
                <a:gd name="connsiteY96" fmla="*/ 50482 h 310515"/>
                <a:gd name="connsiteX97" fmla="*/ 3813811 w 4351972"/>
                <a:gd name="connsiteY97" fmla="*/ 70485 h 310515"/>
                <a:gd name="connsiteX98" fmla="*/ 3807143 w 4351972"/>
                <a:gd name="connsiteY98" fmla="*/ 87630 h 310515"/>
                <a:gd name="connsiteX99" fmla="*/ 3791903 w 4351972"/>
                <a:gd name="connsiteY99" fmla="*/ 87630 h 310515"/>
                <a:gd name="connsiteX100" fmla="*/ 3107055 w 4351972"/>
                <a:gd name="connsiteY100" fmla="*/ 6668 h 310515"/>
                <a:gd name="connsiteX101" fmla="*/ 3243262 w 4351972"/>
                <a:gd name="connsiteY101" fmla="*/ 6668 h 310515"/>
                <a:gd name="connsiteX102" fmla="*/ 3278505 w 4351972"/>
                <a:gd name="connsiteY102" fmla="*/ 10478 h 310515"/>
                <a:gd name="connsiteX103" fmla="*/ 3308032 w 4351972"/>
                <a:gd name="connsiteY103" fmla="*/ 22860 h 310515"/>
                <a:gd name="connsiteX104" fmla="*/ 3328987 w 4351972"/>
                <a:gd name="connsiteY104" fmla="*/ 44768 h 310515"/>
                <a:gd name="connsiteX105" fmla="*/ 3336607 w 4351972"/>
                <a:gd name="connsiteY105" fmla="*/ 77153 h 310515"/>
                <a:gd name="connsiteX106" fmla="*/ 3330892 w 4351972"/>
                <a:gd name="connsiteY106" fmla="*/ 107633 h 310515"/>
                <a:gd name="connsiteX107" fmla="*/ 3315652 w 4351972"/>
                <a:gd name="connsiteY107" fmla="*/ 130493 h 310515"/>
                <a:gd name="connsiteX108" fmla="*/ 3292792 w 4351972"/>
                <a:gd name="connsiteY108" fmla="*/ 145733 h 310515"/>
                <a:gd name="connsiteX109" fmla="*/ 3263264 w 4351972"/>
                <a:gd name="connsiteY109" fmla="*/ 157163 h 310515"/>
                <a:gd name="connsiteX110" fmla="*/ 3299460 w 4351972"/>
                <a:gd name="connsiteY110" fmla="*/ 205740 h 310515"/>
                <a:gd name="connsiteX111" fmla="*/ 3334702 w 4351972"/>
                <a:gd name="connsiteY111" fmla="*/ 253365 h 310515"/>
                <a:gd name="connsiteX112" fmla="*/ 3350895 w 4351972"/>
                <a:gd name="connsiteY112" fmla="*/ 271463 h 310515"/>
                <a:gd name="connsiteX113" fmla="*/ 3365182 w 4351972"/>
                <a:gd name="connsiteY113" fmla="*/ 280988 h 310515"/>
                <a:gd name="connsiteX114" fmla="*/ 3378517 w 4351972"/>
                <a:gd name="connsiteY114" fmla="*/ 284798 h 310515"/>
                <a:gd name="connsiteX115" fmla="*/ 3391852 w 4351972"/>
                <a:gd name="connsiteY115" fmla="*/ 286703 h 310515"/>
                <a:gd name="connsiteX116" fmla="*/ 3391852 w 4351972"/>
                <a:gd name="connsiteY116" fmla="*/ 302895 h 310515"/>
                <a:gd name="connsiteX117" fmla="*/ 3313747 w 4351972"/>
                <a:gd name="connsiteY117" fmla="*/ 302895 h 310515"/>
                <a:gd name="connsiteX118" fmla="*/ 3266122 w 4351972"/>
                <a:gd name="connsiteY118" fmla="*/ 231458 h 310515"/>
                <a:gd name="connsiteX119" fmla="*/ 3220402 w 4351972"/>
                <a:gd name="connsiteY119" fmla="*/ 169545 h 310515"/>
                <a:gd name="connsiteX120" fmla="*/ 3189922 w 4351972"/>
                <a:gd name="connsiteY120" fmla="*/ 169545 h 310515"/>
                <a:gd name="connsiteX121" fmla="*/ 3189922 w 4351972"/>
                <a:gd name="connsiteY121" fmla="*/ 262890 h 310515"/>
                <a:gd name="connsiteX122" fmla="*/ 3191827 w 4351972"/>
                <a:gd name="connsiteY122" fmla="*/ 275273 h 310515"/>
                <a:gd name="connsiteX123" fmla="*/ 3201352 w 4351972"/>
                <a:gd name="connsiteY123" fmla="*/ 283845 h 310515"/>
                <a:gd name="connsiteX124" fmla="*/ 3214687 w 4351972"/>
                <a:gd name="connsiteY124" fmla="*/ 286703 h 310515"/>
                <a:gd name="connsiteX125" fmla="*/ 3230880 w 4351972"/>
                <a:gd name="connsiteY125" fmla="*/ 287655 h 310515"/>
                <a:gd name="connsiteX126" fmla="*/ 3230880 w 4351972"/>
                <a:gd name="connsiteY126" fmla="*/ 302895 h 310515"/>
                <a:gd name="connsiteX127" fmla="*/ 3107055 w 4351972"/>
                <a:gd name="connsiteY127" fmla="*/ 302895 h 310515"/>
                <a:gd name="connsiteX128" fmla="*/ 3107055 w 4351972"/>
                <a:gd name="connsiteY128" fmla="*/ 287655 h 310515"/>
                <a:gd name="connsiteX129" fmla="*/ 3121342 w 4351972"/>
                <a:gd name="connsiteY129" fmla="*/ 285750 h 310515"/>
                <a:gd name="connsiteX130" fmla="*/ 3134677 w 4351972"/>
                <a:gd name="connsiteY130" fmla="*/ 282893 h 310515"/>
                <a:gd name="connsiteX131" fmla="*/ 3143250 w 4351972"/>
                <a:gd name="connsiteY131" fmla="*/ 275273 h 310515"/>
                <a:gd name="connsiteX132" fmla="*/ 3146107 w 4351972"/>
                <a:gd name="connsiteY132" fmla="*/ 261938 h 310515"/>
                <a:gd name="connsiteX133" fmla="*/ 3146107 w 4351972"/>
                <a:gd name="connsiteY133" fmla="*/ 49530 h 310515"/>
                <a:gd name="connsiteX134" fmla="*/ 3144202 w 4351972"/>
                <a:gd name="connsiteY134" fmla="*/ 36195 h 310515"/>
                <a:gd name="connsiteX135" fmla="*/ 3134677 w 4351972"/>
                <a:gd name="connsiteY135" fmla="*/ 27623 h 310515"/>
                <a:gd name="connsiteX136" fmla="*/ 3121342 w 4351972"/>
                <a:gd name="connsiteY136" fmla="*/ 23813 h 310515"/>
                <a:gd name="connsiteX137" fmla="*/ 3107055 w 4351972"/>
                <a:gd name="connsiteY137" fmla="*/ 21908 h 310515"/>
                <a:gd name="connsiteX138" fmla="*/ 2514600 w 4351972"/>
                <a:gd name="connsiteY138" fmla="*/ 6668 h 310515"/>
                <a:gd name="connsiteX139" fmla="*/ 2636520 w 4351972"/>
                <a:gd name="connsiteY139" fmla="*/ 6668 h 310515"/>
                <a:gd name="connsiteX140" fmla="*/ 2636520 w 4351972"/>
                <a:gd name="connsiteY140" fmla="*/ 21908 h 310515"/>
                <a:gd name="connsiteX141" fmla="*/ 2609850 w 4351972"/>
                <a:gd name="connsiteY141" fmla="*/ 24765 h 310515"/>
                <a:gd name="connsiteX142" fmla="*/ 2599372 w 4351972"/>
                <a:gd name="connsiteY142" fmla="*/ 33338 h 310515"/>
                <a:gd name="connsiteX143" fmla="*/ 2600325 w 4351972"/>
                <a:gd name="connsiteY143" fmla="*/ 39053 h 310515"/>
                <a:gd name="connsiteX144" fmla="*/ 2601277 w 4351972"/>
                <a:gd name="connsiteY144" fmla="*/ 43815 h 310515"/>
                <a:gd name="connsiteX145" fmla="*/ 2626042 w 4351972"/>
                <a:gd name="connsiteY145" fmla="*/ 110490 h 310515"/>
                <a:gd name="connsiteX146" fmla="*/ 2675572 w 4351972"/>
                <a:gd name="connsiteY146" fmla="*/ 241935 h 310515"/>
                <a:gd name="connsiteX147" fmla="*/ 2711767 w 4351972"/>
                <a:gd name="connsiteY147" fmla="*/ 150495 h 310515"/>
                <a:gd name="connsiteX148" fmla="*/ 2739390 w 4351972"/>
                <a:gd name="connsiteY148" fmla="*/ 78105 h 310515"/>
                <a:gd name="connsiteX149" fmla="*/ 2747010 w 4351972"/>
                <a:gd name="connsiteY149" fmla="*/ 51435 h 310515"/>
                <a:gd name="connsiteX150" fmla="*/ 2747962 w 4351972"/>
                <a:gd name="connsiteY150" fmla="*/ 40005 h 310515"/>
                <a:gd name="connsiteX151" fmla="*/ 2744152 w 4351972"/>
                <a:gd name="connsiteY151" fmla="*/ 32385 h 310515"/>
                <a:gd name="connsiteX152" fmla="*/ 2732722 w 4351972"/>
                <a:gd name="connsiteY152" fmla="*/ 26670 h 310515"/>
                <a:gd name="connsiteX153" fmla="*/ 2718435 w 4351972"/>
                <a:gd name="connsiteY153" fmla="*/ 23813 h 310515"/>
                <a:gd name="connsiteX154" fmla="*/ 2704147 w 4351972"/>
                <a:gd name="connsiteY154" fmla="*/ 21908 h 310515"/>
                <a:gd name="connsiteX155" fmla="*/ 2704147 w 4351972"/>
                <a:gd name="connsiteY155" fmla="*/ 6668 h 310515"/>
                <a:gd name="connsiteX156" fmla="*/ 2814637 w 4351972"/>
                <a:gd name="connsiteY156" fmla="*/ 6668 h 310515"/>
                <a:gd name="connsiteX157" fmla="*/ 2814637 w 4351972"/>
                <a:gd name="connsiteY157" fmla="*/ 22860 h 310515"/>
                <a:gd name="connsiteX158" fmla="*/ 2815590 w 4351972"/>
                <a:gd name="connsiteY158" fmla="*/ 22860 h 310515"/>
                <a:gd name="connsiteX159" fmla="*/ 2802255 w 4351972"/>
                <a:gd name="connsiteY159" fmla="*/ 24765 h 310515"/>
                <a:gd name="connsiteX160" fmla="*/ 2789872 w 4351972"/>
                <a:gd name="connsiteY160" fmla="*/ 30480 h 310515"/>
                <a:gd name="connsiteX161" fmla="*/ 2778442 w 4351972"/>
                <a:gd name="connsiteY161" fmla="*/ 41910 h 310515"/>
                <a:gd name="connsiteX162" fmla="*/ 2769870 w 4351972"/>
                <a:gd name="connsiteY162" fmla="*/ 58103 h 310515"/>
                <a:gd name="connsiteX163" fmla="*/ 2727960 w 4351972"/>
                <a:gd name="connsiteY163" fmla="*/ 160973 h 310515"/>
                <a:gd name="connsiteX164" fmla="*/ 2670810 w 4351972"/>
                <a:gd name="connsiteY164" fmla="*/ 306705 h 310515"/>
                <a:gd name="connsiteX165" fmla="*/ 2653665 w 4351972"/>
                <a:gd name="connsiteY165" fmla="*/ 306705 h 310515"/>
                <a:gd name="connsiteX166" fmla="*/ 2595562 w 4351972"/>
                <a:gd name="connsiteY166" fmla="*/ 151448 h 310515"/>
                <a:gd name="connsiteX167" fmla="*/ 2557462 w 4351972"/>
                <a:gd name="connsiteY167" fmla="*/ 50483 h 310515"/>
                <a:gd name="connsiteX168" fmla="*/ 2550795 w 4351972"/>
                <a:gd name="connsiteY168" fmla="*/ 39053 h 310515"/>
                <a:gd name="connsiteX169" fmla="*/ 2539365 w 4351972"/>
                <a:gd name="connsiteY169" fmla="*/ 29528 h 310515"/>
                <a:gd name="connsiteX170" fmla="*/ 2526982 w 4351972"/>
                <a:gd name="connsiteY170" fmla="*/ 23813 h 310515"/>
                <a:gd name="connsiteX171" fmla="*/ 2514600 w 4351972"/>
                <a:gd name="connsiteY171" fmla="*/ 21908 h 310515"/>
                <a:gd name="connsiteX172" fmla="*/ 2038350 w 4351972"/>
                <a:gd name="connsiteY172" fmla="*/ 6668 h 310515"/>
                <a:gd name="connsiteX173" fmla="*/ 2122170 w 4351972"/>
                <a:gd name="connsiteY173" fmla="*/ 6668 h 310515"/>
                <a:gd name="connsiteX174" fmla="*/ 2287905 w 4351972"/>
                <a:gd name="connsiteY174" fmla="*/ 232410 h 310515"/>
                <a:gd name="connsiteX175" fmla="*/ 2287905 w 4351972"/>
                <a:gd name="connsiteY175" fmla="*/ 91440 h 310515"/>
                <a:gd name="connsiteX176" fmla="*/ 2285047 w 4351972"/>
                <a:gd name="connsiteY176" fmla="*/ 51435 h 310515"/>
                <a:gd name="connsiteX177" fmla="*/ 2275522 w 4351972"/>
                <a:gd name="connsiteY177" fmla="*/ 33338 h 310515"/>
                <a:gd name="connsiteX178" fmla="*/ 2256472 w 4351972"/>
                <a:gd name="connsiteY178" fmla="*/ 25718 h 310515"/>
                <a:gd name="connsiteX179" fmla="*/ 2236470 w 4351972"/>
                <a:gd name="connsiteY179" fmla="*/ 21908 h 310515"/>
                <a:gd name="connsiteX180" fmla="*/ 2236470 w 4351972"/>
                <a:gd name="connsiteY180" fmla="*/ 6668 h 310515"/>
                <a:gd name="connsiteX181" fmla="*/ 2356485 w 4351972"/>
                <a:gd name="connsiteY181" fmla="*/ 6668 h 310515"/>
                <a:gd name="connsiteX182" fmla="*/ 2356485 w 4351972"/>
                <a:gd name="connsiteY182" fmla="*/ 22860 h 310515"/>
                <a:gd name="connsiteX183" fmla="*/ 2358390 w 4351972"/>
                <a:gd name="connsiteY183" fmla="*/ 22860 h 310515"/>
                <a:gd name="connsiteX184" fmla="*/ 2340292 w 4351972"/>
                <a:gd name="connsiteY184" fmla="*/ 25718 h 310515"/>
                <a:gd name="connsiteX185" fmla="*/ 2323147 w 4351972"/>
                <a:gd name="connsiteY185" fmla="*/ 32385 h 310515"/>
                <a:gd name="connsiteX186" fmla="*/ 2312670 w 4351972"/>
                <a:gd name="connsiteY186" fmla="*/ 52388 h 310515"/>
                <a:gd name="connsiteX187" fmla="*/ 2309812 w 4351972"/>
                <a:gd name="connsiteY187" fmla="*/ 89535 h 310515"/>
                <a:gd name="connsiteX188" fmla="*/ 2309812 w 4351972"/>
                <a:gd name="connsiteY188" fmla="*/ 306705 h 310515"/>
                <a:gd name="connsiteX189" fmla="*/ 2291715 w 4351972"/>
                <a:gd name="connsiteY189" fmla="*/ 306705 h 310515"/>
                <a:gd name="connsiteX190" fmla="*/ 2112645 w 4351972"/>
                <a:gd name="connsiteY190" fmla="*/ 64770 h 310515"/>
                <a:gd name="connsiteX191" fmla="*/ 2112645 w 4351972"/>
                <a:gd name="connsiteY191" fmla="*/ 217170 h 310515"/>
                <a:gd name="connsiteX192" fmla="*/ 2115502 w 4351972"/>
                <a:gd name="connsiteY192" fmla="*/ 256223 h 310515"/>
                <a:gd name="connsiteX193" fmla="*/ 2125027 w 4351972"/>
                <a:gd name="connsiteY193" fmla="*/ 276225 h 310515"/>
                <a:gd name="connsiteX194" fmla="*/ 2145030 w 4351972"/>
                <a:gd name="connsiteY194" fmla="*/ 284798 h 310515"/>
                <a:gd name="connsiteX195" fmla="*/ 2165032 w 4351972"/>
                <a:gd name="connsiteY195" fmla="*/ 288608 h 310515"/>
                <a:gd name="connsiteX196" fmla="*/ 2165032 w 4351972"/>
                <a:gd name="connsiteY196" fmla="*/ 303848 h 310515"/>
                <a:gd name="connsiteX197" fmla="*/ 2044065 w 4351972"/>
                <a:gd name="connsiteY197" fmla="*/ 303848 h 310515"/>
                <a:gd name="connsiteX198" fmla="*/ 2044065 w 4351972"/>
                <a:gd name="connsiteY198" fmla="*/ 288608 h 310515"/>
                <a:gd name="connsiteX199" fmla="*/ 2063115 w 4351972"/>
                <a:gd name="connsiteY199" fmla="*/ 284798 h 310515"/>
                <a:gd name="connsiteX200" fmla="*/ 2079307 w 4351972"/>
                <a:gd name="connsiteY200" fmla="*/ 278130 h 310515"/>
                <a:gd name="connsiteX201" fmla="*/ 2088832 w 4351972"/>
                <a:gd name="connsiteY201" fmla="*/ 260033 h 310515"/>
                <a:gd name="connsiteX202" fmla="*/ 2091690 w 4351972"/>
                <a:gd name="connsiteY202" fmla="*/ 219075 h 310515"/>
                <a:gd name="connsiteX203" fmla="*/ 2091690 w 4351972"/>
                <a:gd name="connsiteY203" fmla="*/ 73343 h 310515"/>
                <a:gd name="connsiteX204" fmla="*/ 2087880 w 4351972"/>
                <a:gd name="connsiteY204" fmla="*/ 54293 h 310515"/>
                <a:gd name="connsiteX205" fmla="*/ 2079307 w 4351972"/>
                <a:gd name="connsiteY205" fmla="*/ 39053 h 310515"/>
                <a:gd name="connsiteX206" fmla="*/ 2059305 w 4351972"/>
                <a:gd name="connsiteY206" fmla="*/ 27623 h 310515"/>
                <a:gd name="connsiteX207" fmla="*/ 2038350 w 4351972"/>
                <a:gd name="connsiteY207" fmla="*/ 21908 h 310515"/>
                <a:gd name="connsiteX208" fmla="*/ 1906905 w 4351972"/>
                <a:gd name="connsiteY208" fmla="*/ 6668 h 310515"/>
                <a:gd name="connsiteX209" fmla="*/ 2027872 w 4351972"/>
                <a:gd name="connsiteY209" fmla="*/ 6668 h 310515"/>
                <a:gd name="connsiteX210" fmla="*/ 2027872 w 4351972"/>
                <a:gd name="connsiteY210" fmla="*/ 22860 h 310515"/>
                <a:gd name="connsiteX211" fmla="*/ 2025967 w 4351972"/>
                <a:gd name="connsiteY211" fmla="*/ 22860 h 310515"/>
                <a:gd name="connsiteX212" fmla="*/ 2008822 w 4351972"/>
                <a:gd name="connsiteY212" fmla="*/ 25718 h 310515"/>
                <a:gd name="connsiteX213" fmla="*/ 1990725 w 4351972"/>
                <a:gd name="connsiteY213" fmla="*/ 32385 h 310515"/>
                <a:gd name="connsiteX214" fmla="*/ 1981200 w 4351972"/>
                <a:gd name="connsiteY214" fmla="*/ 52388 h 310515"/>
                <a:gd name="connsiteX215" fmla="*/ 1978342 w 4351972"/>
                <a:gd name="connsiteY215" fmla="*/ 88583 h 310515"/>
                <a:gd name="connsiteX216" fmla="*/ 1978342 w 4351972"/>
                <a:gd name="connsiteY216" fmla="*/ 217170 h 310515"/>
                <a:gd name="connsiteX217" fmla="*/ 1967865 w 4351972"/>
                <a:gd name="connsiteY217" fmla="*/ 260033 h 310515"/>
                <a:gd name="connsiteX218" fmla="*/ 1941195 w 4351972"/>
                <a:gd name="connsiteY218" fmla="*/ 289560 h 310515"/>
                <a:gd name="connsiteX219" fmla="*/ 1906905 w 4351972"/>
                <a:gd name="connsiteY219" fmla="*/ 305753 h 310515"/>
                <a:gd name="connsiteX220" fmla="*/ 1871662 w 4351972"/>
                <a:gd name="connsiteY220" fmla="*/ 310515 h 310515"/>
                <a:gd name="connsiteX221" fmla="*/ 1824037 w 4351972"/>
                <a:gd name="connsiteY221" fmla="*/ 303848 h 310515"/>
                <a:gd name="connsiteX222" fmla="*/ 1788795 w 4351972"/>
                <a:gd name="connsiteY222" fmla="*/ 284798 h 310515"/>
                <a:gd name="connsiteX223" fmla="*/ 1767840 w 4351972"/>
                <a:gd name="connsiteY223" fmla="*/ 258128 h 310515"/>
                <a:gd name="connsiteX224" fmla="*/ 1761172 w 4351972"/>
                <a:gd name="connsiteY224" fmla="*/ 225743 h 310515"/>
                <a:gd name="connsiteX225" fmla="*/ 1761172 w 4351972"/>
                <a:gd name="connsiteY225" fmla="*/ 51435 h 310515"/>
                <a:gd name="connsiteX226" fmla="*/ 1758315 w 4351972"/>
                <a:gd name="connsiteY226" fmla="*/ 39053 h 310515"/>
                <a:gd name="connsiteX227" fmla="*/ 1748790 w 4351972"/>
                <a:gd name="connsiteY227" fmla="*/ 29528 h 310515"/>
                <a:gd name="connsiteX228" fmla="*/ 1735455 w 4351972"/>
                <a:gd name="connsiteY228" fmla="*/ 24765 h 310515"/>
                <a:gd name="connsiteX229" fmla="*/ 1722120 w 4351972"/>
                <a:gd name="connsiteY229" fmla="*/ 22860 h 310515"/>
                <a:gd name="connsiteX230" fmla="*/ 1722120 w 4351972"/>
                <a:gd name="connsiteY230" fmla="*/ 7620 h 310515"/>
                <a:gd name="connsiteX231" fmla="*/ 1844040 w 4351972"/>
                <a:gd name="connsiteY231" fmla="*/ 7620 h 310515"/>
                <a:gd name="connsiteX232" fmla="*/ 1844040 w 4351972"/>
                <a:gd name="connsiteY232" fmla="*/ 22860 h 310515"/>
                <a:gd name="connsiteX233" fmla="*/ 1829752 w 4351972"/>
                <a:gd name="connsiteY233" fmla="*/ 24765 h 310515"/>
                <a:gd name="connsiteX234" fmla="*/ 1817370 w 4351972"/>
                <a:gd name="connsiteY234" fmla="*/ 27623 h 310515"/>
                <a:gd name="connsiteX235" fmla="*/ 1807845 w 4351972"/>
                <a:gd name="connsiteY235" fmla="*/ 36195 h 310515"/>
                <a:gd name="connsiteX236" fmla="*/ 1805940 w 4351972"/>
                <a:gd name="connsiteY236" fmla="*/ 48578 h 310515"/>
                <a:gd name="connsiteX237" fmla="*/ 1805940 w 4351972"/>
                <a:gd name="connsiteY237" fmla="*/ 211455 h 310515"/>
                <a:gd name="connsiteX238" fmla="*/ 1808797 w 4351972"/>
                <a:gd name="connsiteY238" fmla="*/ 236220 h 310515"/>
                <a:gd name="connsiteX239" fmla="*/ 1819275 w 4351972"/>
                <a:gd name="connsiteY239" fmla="*/ 260033 h 310515"/>
                <a:gd name="connsiteX240" fmla="*/ 1841182 w 4351972"/>
                <a:gd name="connsiteY240" fmla="*/ 279083 h 310515"/>
                <a:gd name="connsiteX241" fmla="*/ 1879282 w 4351972"/>
                <a:gd name="connsiteY241" fmla="*/ 286703 h 310515"/>
                <a:gd name="connsiteX242" fmla="*/ 1917382 w 4351972"/>
                <a:gd name="connsiteY242" fmla="*/ 279083 h 310515"/>
                <a:gd name="connsiteX243" fmla="*/ 1942147 w 4351972"/>
                <a:gd name="connsiteY243" fmla="*/ 260033 h 310515"/>
                <a:gd name="connsiteX244" fmla="*/ 1954530 w 4351972"/>
                <a:gd name="connsiteY244" fmla="*/ 236220 h 310515"/>
                <a:gd name="connsiteX245" fmla="*/ 1958340 w 4351972"/>
                <a:gd name="connsiteY245" fmla="*/ 211455 h 310515"/>
                <a:gd name="connsiteX246" fmla="*/ 1958340 w 4351972"/>
                <a:gd name="connsiteY246" fmla="*/ 90488 h 310515"/>
                <a:gd name="connsiteX247" fmla="*/ 1955482 w 4351972"/>
                <a:gd name="connsiteY247" fmla="*/ 52388 h 310515"/>
                <a:gd name="connsiteX248" fmla="*/ 1945957 w 4351972"/>
                <a:gd name="connsiteY248" fmla="*/ 33338 h 310515"/>
                <a:gd name="connsiteX249" fmla="*/ 1925955 w 4351972"/>
                <a:gd name="connsiteY249" fmla="*/ 24765 h 310515"/>
                <a:gd name="connsiteX250" fmla="*/ 1906905 w 4351972"/>
                <a:gd name="connsiteY250" fmla="*/ 21908 h 310515"/>
                <a:gd name="connsiteX251" fmla="*/ 972503 w 4351972"/>
                <a:gd name="connsiteY251" fmla="*/ 6668 h 310515"/>
                <a:gd name="connsiteX252" fmla="*/ 1056323 w 4351972"/>
                <a:gd name="connsiteY252" fmla="*/ 6668 h 310515"/>
                <a:gd name="connsiteX253" fmla="*/ 1222058 w 4351972"/>
                <a:gd name="connsiteY253" fmla="*/ 232410 h 310515"/>
                <a:gd name="connsiteX254" fmla="*/ 1222058 w 4351972"/>
                <a:gd name="connsiteY254" fmla="*/ 91440 h 310515"/>
                <a:gd name="connsiteX255" fmla="*/ 1219200 w 4351972"/>
                <a:gd name="connsiteY255" fmla="*/ 51435 h 310515"/>
                <a:gd name="connsiteX256" fmla="*/ 1209675 w 4351972"/>
                <a:gd name="connsiteY256" fmla="*/ 33338 h 310515"/>
                <a:gd name="connsiteX257" fmla="*/ 1190625 w 4351972"/>
                <a:gd name="connsiteY257" fmla="*/ 25718 h 310515"/>
                <a:gd name="connsiteX258" fmla="*/ 1170623 w 4351972"/>
                <a:gd name="connsiteY258" fmla="*/ 21908 h 310515"/>
                <a:gd name="connsiteX259" fmla="*/ 1170623 w 4351972"/>
                <a:gd name="connsiteY259" fmla="*/ 6668 h 310515"/>
                <a:gd name="connsiteX260" fmla="*/ 1290638 w 4351972"/>
                <a:gd name="connsiteY260" fmla="*/ 6668 h 310515"/>
                <a:gd name="connsiteX261" fmla="*/ 1290638 w 4351972"/>
                <a:gd name="connsiteY261" fmla="*/ 22860 h 310515"/>
                <a:gd name="connsiteX262" fmla="*/ 1291590 w 4351972"/>
                <a:gd name="connsiteY262" fmla="*/ 22860 h 310515"/>
                <a:gd name="connsiteX263" fmla="*/ 1273493 w 4351972"/>
                <a:gd name="connsiteY263" fmla="*/ 25718 h 310515"/>
                <a:gd name="connsiteX264" fmla="*/ 1256348 w 4351972"/>
                <a:gd name="connsiteY264" fmla="*/ 32385 h 310515"/>
                <a:gd name="connsiteX265" fmla="*/ 1245870 w 4351972"/>
                <a:gd name="connsiteY265" fmla="*/ 52388 h 310515"/>
                <a:gd name="connsiteX266" fmla="*/ 1243013 w 4351972"/>
                <a:gd name="connsiteY266" fmla="*/ 89535 h 310515"/>
                <a:gd name="connsiteX267" fmla="*/ 1243013 w 4351972"/>
                <a:gd name="connsiteY267" fmla="*/ 306705 h 310515"/>
                <a:gd name="connsiteX268" fmla="*/ 1224915 w 4351972"/>
                <a:gd name="connsiteY268" fmla="*/ 306705 h 310515"/>
                <a:gd name="connsiteX269" fmla="*/ 1045845 w 4351972"/>
                <a:gd name="connsiteY269" fmla="*/ 64770 h 310515"/>
                <a:gd name="connsiteX270" fmla="*/ 1045845 w 4351972"/>
                <a:gd name="connsiteY270" fmla="*/ 217170 h 310515"/>
                <a:gd name="connsiteX271" fmla="*/ 1048703 w 4351972"/>
                <a:gd name="connsiteY271" fmla="*/ 256223 h 310515"/>
                <a:gd name="connsiteX272" fmla="*/ 1058228 w 4351972"/>
                <a:gd name="connsiteY272" fmla="*/ 276225 h 310515"/>
                <a:gd name="connsiteX273" fmla="*/ 1078230 w 4351972"/>
                <a:gd name="connsiteY273" fmla="*/ 284798 h 310515"/>
                <a:gd name="connsiteX274" fmla="*/ 1098233 w 4351972"/>
                <a:gd name="connsiteY274" fmla="*/ 288608 h 310515"/>
                <a:gd name="connsiteX275" fmla="*/ 1098233 w 4351972"/>
                <a:gd name="connsiteY275" fmla="*/ 303848 h 310515"/>
                <a:gd name="connsiteX276" fmla="*/ 977265 w 4351972"/>
                <a:gd name="connsiteY276" fmla="*/ 303848 h 310515"/>
                <a:gd name="connsiteX277" fmla="*/ 977265 w 4351972"/>
                <a:gd name="connsiteY277" fmla="*/ 288608 h 310515"/>
                <a:gd name="connsiteX278" fmla="*/ 996315 w 4351972"/>
                <a:gd name="connsiteY278" fmla="*/ 284798 h 310515"/>
                <a:gd name="connsiteX279" fmla="*/ 1012508 w 4351972"/>
                <a:gd name="connsiteY279" fmla="*/ 278130 h 310515"/>
                <a:gd name="connsiteX280" fmla="*/ 1022033 w 4351972"/>
                <a:gd name="connsiteY280" fmla="*/ 260033 h 310515"/>
                <a:gd name="connsiteX281" fmla="*/ 1024890 w 4351972"/>
                <a:gd name="connsiteY281" fmla="*/ 219075 h 310515"/>
                <a:gd name="connsiteX282" fmla="*/ 1024890 w 4351972"/>
                <a:gd name="connsiteY282" fmla="*/ 73343 h 310515"/>
                <a:gd name="connsiteX283" fmla="*/ 1022033 w 4351972"/>
                <a:gd name="connsiteY283" fmla="*/ 54293 h 310515"/>
                <a:gd name="connsiteX284" fmla="*/ 1013460 w 4351972"/>
                <a:gd name="connsiteY284" fmla="*/ 39053 h 310515"/>
                <a:gd name="connsiteX285" fmla="*/ 993458 w 4351972"/>
                <a:gd name="connsiteY285" fmla="*/ 27623 h 310515"/>
                <a:gd name="connsiteX286" fmla="*/ 972503 w 4351972"/>
                <a:gd name="connsiteY286" fmla="*/ 21908 h 310515"/>
                <a:gd name="connsiteX287" fmla="*/ 687705 w 4351972"/>
                <a:gd name="connsiteY287" fmla="*/ 6668 h 310515"/>
                <a:gd name="connsiteX288" fmla="*/ 798195 w 4351972"/>
                <a:gd name="connsiteY288" fmla="*/ 6668 h 310515"/>
                <a:gd name="connsiteX289" fmla="*/ 798195 w 4351972"/>
                <a:gd name="connsiteY289" fmla="*/ 21908 h 310515"/>
                <a:gd name="connsiteX290" fmla="*/ 795338 w 4351972"/>
                <a:gd name="connsiteY290" fmla="*/ 21908 h 310515"/>
                <a:gd name="connsiteX291" fmla="*/ 790575 w 4351972"/>
                <a:gd name="connsiteY291" fmla="*/ 21908 h 310515"/>
                <a:gd name="connsiteX292" fmla="*/ 784860 w 4351972"/>
                <a:gd name="connsiteY292" fmla="*/ 22860 h 310515"/>
                <a:gd name="connsiteX293" fmla="*/ 777240 w 4351972"/>
                <a:gd name="connsiteY293" fmla="*/ 23813 h 310515"/>
                <a:gd name="connsiteX294" fmla="*/ 762000 w 4351972"/>
                <a:gd name="connsiteY294" fmla="*/ 29528 h 310515"/>
                <a:gd name="connsiteX295" fmla="*/ 749618 w 4351972"/>
                <a:gd name="connsiteY295" fmla="*/ 39053 h 310515"/>
                <a:gd name="connsiteX296" fmla="*/ 704850 w 4351972"/>
                <a:gd name="connsiteY296" fmla="*/ 89535 h 310515"/>
                <a:gd name="connsiteX297" fmla="*/ 658178 w 4351972"/>
                <a:gd name="connsiteY297" fmla="*/ 137160 h 310515"/>
                <a:gd name="connsiteX298" fmla="*/ 710565 w 4351972"/>
                <a:gd name="connsiteY298" fmla="*/ 199073 h 310515"/>
                <a:gd name="connsiteX299" fmla="*/ 754380 w 4351972"/>
                <a:gd name="connsiteY299" fmla="*/ 254318 h 310515"/>
                <a:gd name="connsiteX300" fmla="*/ 772478 w 4351972"/>
                <a:gd name="connsiteY300" fmla="*/ 272415 h 310515"/>
                <a:gd name="connsiteX301" fmla="*/ 787718 w 4351972"/>
                <a:gd name="connsiteY301" fmla="*/ 282893 h 310515"/>
                <a:gd name="connsiteX302" fmla="*/ 801053 w 4351972"/>
                <a:gd name="connsiteY302" fmla="*/ 286703 h 310515"/>
                <a:gd name="connsiteX303" fmla="*/ 814388 w 4351972"/>
                <a:gd name="connsiteY303" fmla="*/ 288608 h 310515"/>
                <a:gd name="connsiteX304" fmla="*/ 814388 w 4351972"/>
                <a:gd name="connsiteY304" fmla="*/ 302895 h 310515"/>
                <a:gd name="connsiteX305" fmla="*/ 813435 w 4351972"/>
                <a:gd name="connsiteY305" fmla="*/ 302895 h 310515"/>
                <a:gd name="connsiteX306" fmla="*/ 730568 w 4351972"/>
                <a:gd name="connsiteY306" fmla="*/ 302895 h 310515"/>
                <a:gd name="connsiteX307" fmla="*/ 677228 w 4351972"/>
                <a:gd name="connsiteY307" fmla="*/ 229553 h 310515"/>
                <a:gd name="connsiteX308" fmla="*/ 616268 w 4351972"/>
                <a:gd name="connsiteY308" fmla="*/ 159068 h 310515"/>
                <a:gd name="connsiteX309" fmla="*/ 610553 w 4351972"/>
                <a:gd name="connsiteY309" fmla="*/ 159068 h 310515"/>
                <a:gd name="connsiteX310" fmla="*/ 610553 w 4351972"/>
                <a:gd name="connsiteY310" fmla="*/ 261938 h 310515"/>
                <a:gd name="connsiteX311" fmla="*/ 613410 w 4351972"/>
                <a:gd name="connsiteY311" fmla="*/ 274320 h 310515"/>
                <a:gd name="connsiteX312" fmla="*/ 622935 w 4351972"/>
                <a:gd name="connsiteY312" fmla="*/ 282893 h 310515"/>
                <a:gd name="connsiteX313" fmla="*/ 635318 w 4351972"/>
                <a:gd name="connsiteY313" fmla="*/ 286703 h 310515"/>
                <a:gd name="connsiteX314" fmla="*/ 650558 w 4351972"/>
                <a:gd name="connsiteY314" fmla="*/ 288608 h 310515"/>
                <a:gd name="connsiteX315" fmla="*/ 650558 w 4351972"/>
                <a:gd name="connsiteY315" fmla="*/ 303848 h 310515"/>
                <a:gd name="connsiteX316" fmla="*/ 528638 w 4351972"/>
                <a:gd name="connsiteY316" fmla="*/ 303848 h 310515"/>
                <a:gd name="connsiteX317" fmla="*/ 528638 w 4351972"/>
                <a:gd name="connsiteY317" fmla="*/ 288608 h 310515"/>
                <a:gd name="connsiteX318" fmla="*/ 542925 w 4351972"/>
                <a:gd name="connsiteY318" fmla="*/ 287655 h 310515"/>
                <a:gd name="connsiteX319" fmla="*/ 556260 w 4351972"/>
                <a:gd name="connsiteY319" fmla="*/ 284798 h 310515"/>
                <a:gd name="connsiteX320" fmla="*/ 565785 w 4351972"/>
                <a:gd name="connsiteY320" fmla="*/ 277178 h 310515"/>
                <a:gd name="connsiteX321" fmla="*/ 568643 w 4351972"/>
                <a:gd name="connsiteY321" fmla="*/ 264795 h 310515"/>
                <a:gd name="connsiteX322" fmla="*/ 568643 w 4351972"/>
                <a:gd name="connsiteY322" fmla="*/ 51435 h 310515"/>
                <a:gd name="connsiteX323" fmla="*/ 565785 w 4351972"/>
                <a:gd name="connsiteY323" fmla="*/ 39053 h 310515"/>
                <a:gd name="connsiteX324" fmla="*/ 556260 w 4351972"/>
                <a:gd name="connsiteY324" fmla="*/ 30480 h 310515"/>
                <a:gd name="connsiteX325" fmla="*/ 542925 w 4351972"/>
                <a:gd name="connsiteY325" fmla="*/ 25718 h 310515"/>
                <a:gd name="connsiteX326" fmla="*/ 529590 w 4351972"/>
                <a:gd name="connsiteY326" fmla="*/ 22860 h 310515"/>
                <a:gd name="connsiteX327" fmla="*/ 529590 w 4351972"/>
                <a:gd name="connsiteY327" fmla="*/ 7620 h 310515"/>
                <a:gd name="connsiteX328" fmla="*/ 651510 w 4351972"/>
                <a:gd name="connsiteY328" fmla="*/ 7620 h 310515"/>
                <a:gd name="connsiteX329" fmla="*/ 651510 w 4351972"/>
                <a:gd name="connsiteY329" fmla="*/ 22860 h 310515"/>
                <a:gd name="connsiteX330" fmla="*/ 637223 w 4351972"/>
                <a:gd name="connsiteY330" fmla="*/ 24765 h 310515"/>
                <a:gd name="connsiteX331" fmla="*/ 624840 w 4351972"/>
                <a:gd name="connsiteY331" fmla="*/ 27623 h 310515"/>
                <a:gd name="connsiteX332" fmla="*/ 615315 w 4351972"/>
                <a:gd name="connsiteY332" fmla="*/ 36195 h 310515"/>
                <a:gd name="connsiteX333" fmla="*/ 612458 w 4351972"/>
                <a:gd name="connsiteY333" fmla="*/ 48578 h 310515"/>
                <a:gd name="connsiteX334" fmla="*/ 612458 w 4351972"/>
                <a:gd name="connsiteY334" fmla="*/ 150495 h 310515"/>
                <a:gd name="connsiteX335" fmla="*/ 616268 w 4351972"/>
                <a:gd name="connsiteY335" fmla="*/ 150495 h 310515"/>
                <a:gd name="connsiteX336" fmla="*/ 653415 w 4351972"/>
                <a:gd name="connsiteY336" fmla="*/ 117158 h 310515"/>
                <a:gd name="connsiteX337" fmla="*/ 686753 w 4351972"/>
                <a:gd name="connsiteY337" fmla="*/ 82868 h 310515"/>
                <a:gd name="connsiteX338" fmla="*/ 710565 w 4351972"/>
                <a:gd name="connsiteY338" fmla="*/ 52388 h 310515"/>
                <a:gd name="connsiteX339" fmla="*/ 718185 w 4351972"/>
                <a:gd name="connsiteY339" fmla="*/ 32385 h 310515"/>
                <a:gd name="connsiteX340" fmla="*/ 714375 w 4351972"/>
                <a:gd name="connsiteY340" fmla="*/ 27623 h 310515"/>
                <a:gd name="connsiteX341" fmla="*/ 705803 w 4351972"/>
                <a:gd name="connsiteY341" fmla="*/ 24765 h 310515"/>
                <a:gd name="connsiteX342" fmla="*/ 695325 w 4351972"/>
                <a:gd name="connsiteY342" fmla="*/ 22860 h 310515"/>
                <a:gd name="connsiteX343" fmla="*/ 687705 w 4351972"/>
                <a:gd name="connsiteY343" fmla="*/ 21908 h 310515"/>
                <a:gd name="connsiteX344" fmla="*/ 0 w 4351972"/>
                <a:gd name="connsiteY344" fmla="*/ 6668 h 310515"/>
                <a:gd name="connsiteX345" fmla="*/ 134302 w 4351972"/>
                <a:gd name="connsiteY345" fmla="*/ 6668 h 310515"/>
                <a:gd name="connsiteX346" fmla="*/ 200977 w 4351972"/>
                <a:gd name="connsiteY346" fmla="*/ 26670 h 310515"/>
                <a:gd name="connsiteX347" fmla="*/ 226695 w 4351972"/>
                <a:gd name="connsiteY347" fmla="*/ 80963 h 310515"/>
                <a:gd name="connsiteX348" fmla="*/ 217170 w 4351972"/>
                <a:gd name="connsiteY348" fmla="*/ 121920 h 310515"/>
                <a:gd name="connsiteX349" fmla="*/ 192405 w 4351972"/>
                <a:gd name="connsiteY349" fmla="*/ 151448 h 310515"/>
                <a:gd name="connsiteX350" fmla="*/ 158115 w 4351972"/>
                <a:gd name="connsiteY350" fmla="*/ 168593 h 310515"/>
                <a:gd name="connsiteX351" fmla="*/ 118110 w 4351972"/>
                <a:gd name="connsiteY351" fmla="*/ 174308 h 310515"/>
                <a:gd name="connsiteX352" fmla="*/ 84772 w 4351972"/>
                <a:gd name="connsiteY352" fmla="*/ 174308 h 310515"/>
                <a:gd name="connsiteX353" fmla="*/ 84772 w 4351972"/>
                <a:gd name="connsiteY353" fmla="*/ 263843 h 310515"/>
                <a:gd name="connsiteX354" fmla="*/ 87630 w 4351972"/>
                <a:gd name="connsiteY354" fmla="*/ 276225 h 310515"/>
                <a:gd name="connsiteX355" fmla="*/ 97155 w 4351972"/>
                <a:gd name="connsiteY355" fmla="*/ 284798 h 310515"/>
                <a:gd name="connsiteX356" fmla="*/ 110490 w 4351972"/>
                <a:gd name="connsiteY356" fmla="*/ 287655 h 310515"/>
                <a:gd name="connsiteX357" fmla="*/ 127635 w 4351972"/>
                <a:gd name="connsiteY357" fmla="*/ 289560 h 310515"/>
                <a:gd name="connsiteX358" fmla="*/ 127635 w 4351972"/>
                <a:gd name="connsiteY358" fmla="*/ 304800 h 310515"/>
                <a:gd name="connsiteX359" fmla="*/ 952 w 4351972"/>
                <a:gd name="connsiteY359" fmla="*/ 304800 h 310515"/>
                <a:gd name="connsiteX360" fmla="*/ 952 w 4351972"/>
                <a:gd name="connsiteY360" fmla="*/ 289560 h 310515"/>
                <a:gd name="connsiteX361" fmla="*/ 15240 w 4351972"/>
                <a:gd name="connsiteY361" fmla="*/ 287655 h 310515"/>
                <a:gd name="connsiteX362" fmla="*/ 28575 w 4351972"/>
                <a:gd name="connsiteY362" fmla="*/ 284798 h 310515"/>
                <a:gd name="connsiteX363" fmla="*/ 37147 w 4351972"/>
                <a:gd name="connsiteY363" fmla="*/ 277178 h 310515"/>
                <a:gd name="connsiteX364" fmla="*/ 40005 w 4351972"/>
                <a:gd name="connsiteY364" fmla="*/ 263843 h 310515"/>
                <a:gd name="connsiteX365" fmla="*/ 40005 w 4351972"/>
                <a:gd name="connsiteY365" fmla="*/ 49530 h 310515"/>
                <a:gd name="connsiteX366" fmla="*/ 38100 w 4351972"/>
                <a:gd name="connsiteY366" fmla="*/ 36195 h 310515"/>
                <a:gd name="connsiteX367" fmla="*/ 28575 w 4351972"/>
                <a:gd name="connsiteY367" fmla="*/ 27623 h 310515"/>
                <a:gd name="connsiteX368" fmla="*/ 13335 w 4351972"/>
                <a:gd name="connsiteY368" fmla="*/ 23813 h 310515"/>
                <a:gd name="connsiteX369" fmla="*/ 0 w 4351972"/>
                <a:gd name="connsiteY369" fmla="*/ 21908 h 310515"/>
                <a:gd name="connsiteX370" fmla="*/ 2824163 w 4351972"/>
                <a:gd name="connsiteY370" fmla="*/ 5715 h 310515"/>
                <a:gd name="connsiteX371" fmla="*/ 3052763 w 4351972"/>
                <a:gd name="connsiteY371" fmla="*/ 5715 h 310515"/>
                <a:gd name="connsiteX372" fmla="*/ 3052763 w 4351972"/>
                <a:gd name="connsiteY372" fmla="*/ 76200 h 310515"/>
                <a:gd name="connsiteX373" fmla="*/ 3037523 w 4351972"/>
                <a:gd name="connsiteY373" fmla="*/ 76200 h 310515"/>
                <a:gd name="connsiteX374" fmla="*/ 3019425 w 4351972"/>
                <a:gd name="connsiteY374" fmla="*/ 42862 h 310515"/>
                <a:gd name="connsiteX375" fmla="*/ 2992755 w 4351972"/>
                <a:gd name="connsiteY375" fmla="*/ 23812 h 310515"/>
                <a:gd name="connsiteX376" fmla="*/ 2977515 w 4351972"/>
                <a:gd name="connsiteY376" fmla="*/ 22860 h 310515"/>
                <a:gd name="connsiteX377" fmla="*/ 2957513 w 4351972"/>
                <a:gd name="connsiteY377" fmla="*/ 22860 h 310515"/>
                <a:gd name="connsiteX378" fmla="*/ 2910840 w 4351972"/>
                <a:gd name="connsiteY378" fmla="*/ 22860 h 310515"/>
                <a:gd name="connsiteX379" fmla="*/ 2910840 w 4351972"/>
                <a:gd name="connsiteY379" fmla="*/ 139065 h 310515"/>
                <a:gd name="connsiteX380" fmla="*/ 2944178 w 4351972"/>
                <a:gd name="connsiteY380" fmla="*/ 139065 h 310515"/>
                <a:gd name="connsiteX381" fmla="*/ 2967038 w 4351972"/>
                <a:gd name="connsiteY381" fmla="*/ 136207 h 310515"/>
                <a:gd name="connsiteX382" fmla="*/ 2980373 w 4351972"/>
                <a:gd name="connsiteY382" fmla="*/ 125730 h 310515"/>
                <a:gd name="connsiteX383" fmla="*/ 2987993 w 4351972"/>
                <a:gd name="connsiteY383" fmla="*/ 109537 h 310515"/>
                <a:gd name="connsiteX384" fmla="*/ 2992755 w 4351972"/>
                <a:gd name="connsiteY384" fmla="*/ 90487 h 310515"/>
                <a:gd name="connsiteX385" fmla="*/ 3007995 w 4351972"/>
                <a:gd name="connsiteY385" fmla="*/ 90487 h 310515"/>
                <a:gd name="connsiteX386" fmla="*/ 3007995 w 4351972"/>
                <a:gd name="connsiteY386" fmla="*/ 206692 h 310515"/>
                <a:gd name="connsiteX387" fmla="*/ 2992755 w 4351972"/>
                <a:gd name="connsiteY387" fmla="*/ 206692 h 310515"/>
                <a:gd name="connsiteX388" fmla="*/ 2987993 w 4351972"/>
                <a:gd name="connsiteY388" fmla="*/ 185737 h 310515"/>
                <a:gd name="connsiteX389" fmla="*/ 2980373 w 4351972"/>
                <a:gd name="connsiteY389" fmla="*/ 169545 h 310515"/>
                <a:gd name="connsiteX390" fmla="*/ 2966085 w 4351972"/>
                <a:gd name="connsiteY390" fmla="*/ 159067 h 310515"/>
                <a:gd name="connsiteX391" fmla="*/ 2944178 w 4351972"/>
                <a:gd name="connsiteY391" fmla="*/ 156210 h 310515"/>
                <a:gd name="connsiteX392" fmla="*/ 2910840 w 4351972"/>
                <a:gd name="connsiteY392" fmla="*/ 156210 h 310515"/>
                <a:gd name="connsiteX393" fmla="*/ 2910840 w 4351972"/>
                <a:gd name="connsiteY393" fmla="*/ 244792 h 310515"/>
                <a:gd name="connsiteX394" fmla="*/ 2912745 w 4351972"/>
                <a:gd name="connsiteY394" fmla="*/ 265747 h 310515"/>
                <a:gd name="connsiteX395" fmla="*/ 2920365 w 4351972"/>
                <a:gd name="connsiteY395" fmla="*/ 277177 h 310515"/>
                <a:gd name="connsiteX396" fmla="*/ 2934653 w 4351972"/>
                <a:gd name="connsiteY396" fmla="*/ 281940 h 310515"/>
                <a:gd name="connsiteX397" fmla="*/ 2961323 w 4351972"/>
                <a:gd name="connsiteY397" fmla="*/ 282892 h 310515"/>
                <a:gd name="connsiteX398" fmla="*/ 2979420 w 4351972"/>
                <a:gd name="connsiteY398" fmla="*/ 282892 h 310515"/>
                <a:gd name="connsiteX399" fmla="*/ 2998470 w 4351972"/>
                <a:gd name="connsiteY399" fmla="*/ 281940 h 310515"/>
                <a:gd name="connsiteX400" fmla="*/ 3014663 w 4351972"/>
                <a:gd name="connsiteY400" fmla="*/ 279082 h 310515"/>
                <a:gd name="connsiteX401" fmla="*/ 3026093 w 4351972"/>
                <a:gd name="connsiteY401" fmla="*/ 273367 h 310515"/>
                <a:gd name="connsiteX402" fmla="*/ 3046095 w 4351972"/>
                <a:gd name="connsiteY402" fmla="*/ 242887 h 310515"/>
                <a:gd name="connsiteX403" fmla="*/ 3059430 w 4351972"/>
                <a:gd name="connsiteY403" fmla="*/ 213360 h 310515"/>
                <a:gd name="connsiteX404" fmla="*/ 3074670 w 4351972"/>
                <a:gd name="connsiteY404" fmla="*/ 213360 h 310515"/>
                <a:gd name="connsiteX405" fmla="*/ 3074670 w 4351972"/>
                <a:gd name="connsiteY405" fmla="*/ 216217 h 310515"/>
                <a:gd name="connsiteX406" fmla="*/ 3068955 w 4351972"/>
                <a:gd name="connsiteY406" fmla="*/ 302895 h 310515"/>
                <a:gd name="connsiteX407" fmla="*/ 2824163 w 4351972"/>
                <a:gd name="connsiteY407" fmla="*/ 302895 h 310515"/>
                <a:gd name="connsiteX408" fmla="*/ 2824163 w 4351972"/>
                <a:gd name="connsiteY408" fmla="*/ 287655 h 310515"/>
                <a:gd name="connsiteX409" fmla="*/ 2840355 w 4351972"/>
                <a:gd name="connsiteY409" fmla="*/ 285750 h 310515"/>
                <a:gd name="connsiteX410" fmla="*/ 2853690 w 4351972"/>
                <a:gd name="connsiteY410" fmla="*/ 282892 h 310515"/>
                <a:gd name="connsiteX411" fmla="*/ 2863215 w 4351972"/>
                <a:gd name="connsiteY411" fmla="*/ 274320 h 310515"/>
                <a:gd name="connsiteX412" fmla="*/ 2866073 w 4351972"/>
                <a:gd name="connsiteY412" fmla="*/ 261937 h 310515"/>
                <a:gd name="connsiteX413" fmla="*/ 2866073 w 4351972"/>
                <a:gd name="connsiteY413" fmla="*/ 49530 h 310515"/>
                <a:gd name="connsiteX414" fmla="*/ 2864168 w 4351972"/>
                <a:gd name="connsiteY414" fmla="*/ 37147 h 310515"/>
                <a:gd name="connsiteX415" fmla="*/ 2854643 w 4351972"/>
                <a:gd name="connsiteY415" fmla="*/ 28575 h 310515"/>
                <a:gd name="connsiteX416" fmla="*/ 2839403 w 4351972"/>
                <a:gd name="connsiteY416" fmla="*/ 23812 h 310515"/>
                <a:gd name="connsiteX417" fmla="*/ 2824163 w 4351972"/>
                <a:gd name="connsiteY417" fmla="*/ 20955 h 310515"/>
                <a:gd name="connsiteX418" fmla="*/ 258128 w 4351972"/>
                <a:gd name="connsiteY418" fmla="*/ 5715 h 310515"/>
                <a:gd name="connsiteX419" fmla="*/ 486728 w 4351972"/>
                <a:gd name="connsiteY419" fmla="*/ 5715 h 310515"/>
                <a:gd name="connsiteX420" fmla="*/ 486728 w 4351972"/>
                <a:gd name="connsiteY420" fmla="*/ 76200 h 310515"/>
                <a:gd name="connsiteX421" fmla="*/ 471488 w 4351972"/>
                <a:gd name="connsiteY421" fmla="*/ 76200 h 310515"/>
                <a:gd name="connsiteX422" fmla="*/ 453390 w 4351972"/>
                <a:gd name="connsiteY422" fmla="*/ 42862 h 310515"/>
                <a:gd name="connsiteX423" fmla="*/ 426720 w 4351972"/>
                <a:gd name="connsiteY423" fmla="*/ 23812 h 310515"/>
                <a:gd name="connsiteX424" fmla="*/ 411480 w 4351972"/>
                <a:gd name="connsiteY424" fmla="*/ 22860 h 310515"/>
                <a:gd name="connsiteX425" fmla="*/ 391478 w 4351972"/>
                <a:gd name="connsiteY425" fmla="*/ 22860 h 310515"/>
                <a:gd name="connsiteX426" fmla="*/ 344805 w 4351972"/>
                <a:gd name="connsiteY426" fmla="*/ 22860 h 310515"/>
                <a:gd name="connsiteX427" fmla="*/ 344805 w 4351972"/>
                <a:gd name="connsiteY427" fmla="*/ 139065 h 310515"/>
                <a:gd name="connsiteX428" fmla="*/ 378143 w 4351972"/>
                <a:gd name="connsiteY428" fmla="*/ 139065 h 310515"/>
                <a:gd name="connsiteX429" fmla="*/ 401003 w 4351972"/>
                <a:gd name="connsiteY429" fmla="*/ 136207 h 310515"/>
                <a:gd name="connsiteX430" fmla="*/ 414338 w 4351972"/>
                <a:gd name="connsiteY430" fmla="*/ 125730 h 310515"/>
                <a:gd name="connsiteX431" fmla="*/ 421958 w 4351972"/>
                <a:gd name="connsiteY431" fmla="*/ 109537 h 310515"/>
                <a:gd name="connsiteX432" fmla="*/ 425768 w 4351972"/>
                <a:gd name="connsiteY432" fmla="*/ 90487 h 310515"/>
                <a:gd name="connsiteX433" fmla="*/ 441008 w 4351972"/>
                <a:gd name="connsiteY433" fmla="*/ 90487 h 310515"/>
                <a:gd name="connsiteX434" fmla="*/ 441008 w 4351972"/>
                <a:gd name="connsiteY434" fmla="*/ 206692 h 310515"/>
                <a:gd name="connsiteX435" fmla="*/ 425768 w 4351972"/>
                <a:gd name="connsiteY435" fmla="*/ 206692 h 310515"/>
                <a:gd name="connsiteX436" fmla="*/ 421005 w 4351972"/>
                <a:gd name="connsiteY436" fmla="*/ 185737 h 310515"/>
                <a:gd name="connsiteX437" fmla="*/ 413385 w 4351972"/>
                <a:gd name="connsiteY437" fmla="*/ 169545 h 310515"/>
                <a:gd name="connsiteX438" fmla="*/ 399098 w 4351972"/>
                <a:gd name="connsiteY438" fmla="*/ 159067 h 310515"/>
                <a:gd name="connsiteX439" fmla="*/ 377190 w 4351972"/>
                <a:gd name="connsiteY439" fmla="*/ 156210 h 310515"/>
                <a:gd name="connsiteX440" fmla="*/ 343853 w 4351972"/>
                <a:gd name="connsiteY440" fmla="*/ 156210 h 310515"/>
                <a:gd name="connsiteX441" fmla="*/ 343853 w 4351972"/>
                <a:gd name="connsiteY441" fmla="*/ 244792 h 310515"/>
                <a:gd name="connsiteX442" fmla="*/ 345758 w 4351972"/>
                <a:gd name="connsiteY442" fmla="*/ 265747 h 310515"/>
                <a:gd name="connsiteX443" fmla="*/ 353378 w 4351972"/>
                <a:gd name="connsiteY443" fmla="*/ 277177 h 310515"/>
                <a:gd name="connsiteX444" fmla="*/ 367665 w 4351972"/>
                <a:gd name="connsiteY444" fmla="*/ 281940 h 310515"/>
                <a:gd name="connsiteX445" fmla="*/ 394335 w 4351972"/>
                <a:gd name="connsiteY445" fmla="*/ 282892 h 310515"/>
                <a:gd name="connsiteX446" fmla="*/ 412433 w 4351972"/>
                <a:gd name="connsiteY446" fmla="*/ 282892 h 310515"/>
                <a:gd name="connsiteX447" fmla="*/ 431483 w 4351972"/>
                <a:gd name="connsiteY447" fmla="*/ 281940 h 310515"/>
                <a:gd name="connsiteX448" fmla="*/ 447675 w 4351972"/>
                <a:gd name="connsiteY448" fmla="*/ 279082 h 310515"/>
                <a:gd name="connsiteX449" fmla="*/ 460058 w 4351972"/>
                <a:gd name="connsiteY449" fmla="*/ 273367 h 310515"/>
                <a:gd name="connsiteX450" fmla="*/ 480060 w 4351972"/>
                <a:gd name="connsiteY450" fmla="*/ 242887 h 310515"/>
                <a:gd name="connsiteX451" fmla="*/ 493395 w 4351972"/>
                <a:gd name="connsiteY451" fmla="*/ 213360 h 310515"/>
                <a:gd name="connsiteX452" fmla="*/ 508635 w 4351972"/>
                <a:gd name="connsiteY452" fmla="*/ 213360 h 310515"/>
                <a:gd name="connsiteX453" fmla="*/ 508635 w 4351972"/>
                <a:gd name="connsiteY453" fmla="*/ 216217 h 310515"/>
                <a:gd name="connsiteX454" fmla="*/ 502920 w 4351972"/>
                <a:gd name="connsiteY454" fmla="*/ 302895 h 310515"/>
                <a:gd name="connsiteX455" fmla="*/ 258128 w 4351972"/>
                <a:gd name="connsiteY455" fmla="*/ 302895 h 310515"/>
                <a:gd name="connsiteX456" fmla="*/ 258128 w 4351972"/>
                <a:gd name="connsiteY456" fmla="*/ 287655 h 310515"/>
                <a:gd name="connsiteX457" fmla="*/ 274320 w 4351972"/>
                <a:gd name="connsiteY457" fmla="*/ 285750 h 310515"/>
                <a:gd name="connsiteX458" fmla="*/ 287655 w 4351972"/>
                <a:gd name="connsiteY458" fmla="*/ 282892 h 310515"/>
                <a:gd name="connsiteX459" fmla="*/ 297180 w 4351972"/>
                <a:gd name="connsiteY459" fmla="*/ 274320 h 310515"/>
                <a:gd name="connsiteX460" fmla="*/ 300038 w 4351972"/>
                <a:gd name="connsiteY460" fmla="*/ 261937 h 310515"/>
                <a:gd name="connsiteX461" fmla="*/ 300038 w 4351972"/>
                <a:gd name="connsiteY461" fmla="*/ 49530 h 310515"/>
                <a:gd name="connsiteX462" fmla="*/ 298133 w 4351972"/>
                <a:gd name="connsiteY462" fmla="*/ 37147 h 310515"/>
                <a:gd name="connsiteX463" fmla="*/ 288608 w 4351972"/>
                <a:gd name="connsiteY463" fmla="*/ 28575 h 310515"/>
                <a:gd name="connsiteX464" fmla="*/ 273368 w 4351972"/>
                <a:gd name="connsiteY464" fmla="*/ 23812 h 310515"/>
                <a:gd name="connsiteX465" fmla="*/ 258128 w 4351972"/>
                <a:gd name="connsiteY465" fmla="*/ 20955 h 310515"/>
                <a:gd name="connsiteX466" fmla="*/ 3640456 w 4351972"/>
                <a:gd name="connsiteY466" fmla="*/ 4763 h 310515"/>
                <a:gd name="connsiteX467" fmla="*/ 3773806 w 4351972"/>
                <a:gd name="connsiteY467" fmla="*/ 4763 h 310515"/>
                <a:gd name="connsiteX468" fmla="*/ 3773806 w 4351972"/>
                <a:gd name="connsiteY468" fmla="*/ 20003 h 310515"/>
                <a:gd name="connsiteX469" fmla="*/ 3758565 w 4351972"/>
                <a:gd name="connsiteY469" fmla="*/ 21908 h 310515"/>
                <a:gd name="connsiteX470" fmla="*/ 3743325 w 4351972"/>
                <a:gd name="connsiteY470" fmla="*/ 25718 h 310515"/>
                <a:gd name="connsiteX471" fmla="*/ 3732848 w 4351972"/>
                <a:gd name="connsiteY471" fmla="*/ 33338 h 310515"/>
                <a:gd name="connsiteX472" fmla="*/ 3729990 w 4351972"/>
                <a:gd name="connsiteY472" fmla="*/ 45720 h 310515"/>
                <a:gd name="connsiteX473" fmla="*/ 3729990 w 4351972"/>
                <a:gd name="connsiteY473" fmla="*/ 259080 h 310515"/>
                <a:gd name="connsiteX474" fmla="*/ 3732848 w 4351972"/>
                <a:gd name="connsiteY474" fmla="*/ 271463 h 310515"/>
                <a:gd name="connsiteX475" fmla="*/ 3743325 w 4351972"/>
                <a:gd name="connsiteY475" fmla="*/ 280035 h 310515"/>
                <a:gd name="connsiteX476" fmla="*/ 3757613 w 4351972"/>
                <a:gd name="connsiteY476" fmla="*/ 283845 h 310515"/>
                <a:gd name="connsiteX477" fmla="*/ 3774758 w 4351972"/>
                <a:gd name="connsiteY477" fmla="*/ 285750 h 310515"/>
                <a:gd name="connsiteX478" fmla="*/ 3774758 w 4351972"/>
                <a:gd name="connsiteY478" fmla="*/ 302895 h 310515"/>
                <a:gd name="connsiteX479" fmla="*/ 3772853 w 4351972"/>
                <a:gd name="connsiteY479" fmla="*/ 302895 h 310515"/>
                <a:gd name="connsiteX480" fmla="*/ 3639503 w 4351972"/>
                <a:gd name="connsiteY480" fmla="*/ 302895 h 310515"/>
                <a:gd name="connsiteX481" fmla="*/ 3639503 w 4351972"/>
                <a:gd name="connsiteY481" fmla="*/ 287655 h 310515"/>
                <a:gd name="connsiteX482" fmla="*/ 3655695 w 4351972"/>
                <a:gd name="connsiteY482" fmla="*/ 286703 h 310515"/>
                <a:gd name="connsiteX483" fmla="*/ 3670936 w 4351972"/>
                <a:gd name="connsiteY483" fmla="*/ 283845 h 310515"/>
                <a:gd name="connsiteX484" fmla="*/ 3681413 w 4351972"/>
                <a:gd name="connsiteY484" fmla="*/ 276225 h 310515"/>
                <a:gd name="connsiteX485" fmla="*/ 3684270 w 4351972"/>
                <a:gd name="connsiteY485" fmla="*/ 262890 h 310515"/>
                <a:gd name="connsiteX486" fmla="*/ 3684270 w 4351972"/>
                <a:gd name="connsiteY486" fmla="*/ 48578 h 310515"/>
                <a:gd name="connsiteX487" fmla="*/ 3682365 w 4351972"/>
                <a:gd name="connsiteY487" fmla="*/ 36195 h 310515"/>
                <a:gd name="connsiteX488" fmla="*/ 3671888 w 4351972"/>
                <a:gd name="connsiteY488" fmla="*/ 27623 h 310515"/>
                <a:gd name="connsiteX489" fmla="*/ 3655695 w 4351972"/>
                <a:gd name="connsiteY489" fmla="*/ 22860 h 310515"/>
                <a:gd name="connsiteX490" fmla="*/ 3640456 w 4351972"/>
                <a:gd name="connsiteY490" fmla="*/ 20003 h 310515"/>
                <a:gd name="connsiteX491" fmla="*/ 2371725 w 4351972"/>
                <a:gd name="connsiteY491" fmla="*/ 4763 h 310515"/>
                <a:gd name="connsiteX492" fmla="*/ 2505075 w 4351972"/>
                <a:gd name="connsiteY492" fmla="*/ 4763 h 310515"/>
                <a:gd name="connsiteX493" fmla="*/ 2505075 w 4351972"/>
                <a:gd name="connsiteY493" fmla="*/ 20003 h 310515"/>
                <a:gd name="connsiteX494" fmla="*/ 2489835 w 4351972"/>
                <a:gd name="connsiteY494" fmla="*/ 21908 h 310515"/>
                <a:gd name="connsiteX495" fmla="*/ 2474595 w 4351972"/>
                <a:gd name="connsiteY495" fmla="*/ 25718 h 310515"/>
                <a:gd name="connsiteX496" fmla="*/ 2464117 w 4351972"/>
                <a:gd name="connsiteY496" fmla="*/ 33338 h 310515"/>
                <a:gd name="connsiteX497" fmla="*/ 2461260 w 4351972"/>
                <a:gd name="connsiteY497" fmla="*/ 45720 h 310515"/>
                <a:gd name="connsiteX498" fmla="*/ 2461260 w 4351972"/>
                <a:gd name="connsiteY498" fmla="*/ 259080 h 310515"/>
                <a:gd name="connsiteX499" fmla="*/ 2464117 w 4351972"/>
                <a:gd name="connsiteY499" fmla="*/ 271463 h 310515"/>
                <a:gd name="connsiteX500" fmla="*/ 2474595 w 4351972"/>
                <a:gd name="connsiteY500" fmla="*/ 280035 h 310515"/>
                <a:gd name="connsiteX501" fmla="*/ 2488882 w 4351972"/>
                <a:gd name="connsiteY501" fmla="*/ 283845 h 310515"/>
                <a:gd name="connsiteX502" fmla="*/ 2506027 w 4351972"/>
                <a:gd name="connsiteY502" fmla="*/ 285750 h 310515"/>
                <a:gd name="connsiteX503" fmla="*/ 2506027 w 4351972"/>
                <a:gd name="connsiteY503" fmla="*/ 302895 h 310515"/>
                <a:gd name="connsiteX504" fmla="*/ 2503170 w 4351972"/>
                <a:gd name="connsiteY504" fmla="*/ 302895 h 310515"/>
                <a:gd name="connsiteX505" fmla="*/ 2369820 w 4351972"/>
                <a:gd name="connsiteY505" fmla="*/ 302895 h 310515"/>
                <a:gd name="connsiteX506" fmla="*/ 2369820 w 4351972"/>
                <a:gd name="connsiteY506" fmla="*/ 287655 h 310515"/>
                <a:gd name="connsiteX507" fmla="*/ 2386012 w 4351972"/>
                <a:gd name="connsiteY507" fmla="*/ 286703 h 310515"/>
                <a:gd name="connsiteX508" fmla="*/ 2401252 w 4351972"/>
                <a:gd name="connsiteY508" fmla="*/ 283845 h 310515"/>
                <a:gd name="connsiteX509" fmla="*/ 2411730 w 4351972"/>
                <a:gd name="connsiteY509" fmla="*/ 276225 h 310515"/>
                <a:gd name="connsiteX510" fmla="*/ 2414587 w 4351972"/>
                <a:gd name="connsiteY510" fmla="*/ 262890 h 310515"/>
                <a:gd name="connsiteX511" fmla="*/ 2414587 w 4351972"/>
                <a:gd name="connsiteY511" fmla="*/ 48578 h 310515"/>
                <a:gd name="connsiteX512" fmla="*/ 2412682 w 4351972"/>
                <a:gd name="connsiteY512" fmla="*/ 36195 h 310515"/>
                <a:gd name="connsiteX513" fmla="*/ 2402205 w 4351972"/>
                <a:gd name="connsiteY513" fmla="*/ 27623 h 310515"/>
                <a:gd name="connsiteX514" fmla="*/ 2386965 w 4351972"/>
                <a:gd name="connsiteY514" fmla="*/ 22860 h 310515"/>
                <a:gd name="connsiteX515" fmla="*/ 2371725 w 4351972"/>
                <a:gd name="connsiteY515" fmla="*/ 20003 h 310515"/>
                <a:gd name="connsiteX516" fmla="*/ 827723 w 4351972"/>
                <a:gd name="connsiteY516" fmla="*/ 4763 h 310515"/>
                <a:gd name="connsiteX517" fmla="*/ 961073 w 4351972"/>
                <a:gd name="connsiteY517" fmla="*/ 4763 h 310515"/>
                <a:gd name="connsiteX518" fmla="*/ 961073 w 4351972"/>
                <a:gd name="connsiteY518" fmla="*/ 20003 h 310515"/>
                <a:gd name="connsiteX519" fmla="*/ 945833 w 4351972"/>
                <a:gd name="connsiteY519" fmla="*/ 21908 h 310515"/>
                <a:gd name="connsiteX520" fmla="*/ 930593 w 4351972"/>
                <a:gd name="connsiteY520" fmla="*/ 25718 h 310515"/>
                <a:gd name="connsiteX521" fmla="*/ 920115 w 4351972"/>
                <a:gd name="connsiteY521" fmla="*/ 33338 h 310515"/>
                <a:gd name="connsiteX522" fmla="*/ 917258 w 4351972"/>
                <a:gd name="connsiteY522" fmla="*/ 45720 h 310515"/>
                <a:gd name="connsiteX523" fmla="*/ 917258 w 4351972"/>
                <a:gd name="connsiteY523" fmla="*/ 259080 h 310515"/>
                <a:gd name="connsiteX524" fmla="*/ 920115 w 4351972"/>
                <a:gd name="connsiteY524" fmla="*/ 271463 h 310515"/>
                <a:gd name="connsiteX525" fmla="*/ 930593 w 4351972"/>
                <a:gd name="connsiteY525" fmla="*/ 280035 h 310515"/>
                <a:gd name="connsiteX526" fmla="*/ 944880 w 4351972"/>
                <a:gd name="connsiteY526" fmla="*/ 283845 h 310515"/>
                <a:gd name="connsiteX527" fmla="*/ 962025 w 4351972"/>
                <a:gd name="connsiteY527" fmla="*/ 285750 h 310515"/>
                <a:gd name="connsiteX528" fmla="*/ 962025 w 4351972"/>
                <a:gd name="connsiteY528" fmla="*/ 302895 h 310515"/>
                <a:gd name="connsiteX529" fmla="*/ 961073 w 4351972"/>
                <a:gd name="connsiteY529" fmla="*/ 302895 h 310515"/>
                <a:gd name="connsiteX530" fmla="*/ 827723 w 4351972"/>
                <a:gd name="connsiteY530" fmla="*/ 302895 h 310515"/>
                <a:gd name="connsiteX531" fmla="*/ 827723 w 4351972"/>
                <a:gd name="connsiteY531" fmla="*/ 287655 h 310515"/>
                <a:gd name="connsiteX532" fmla="*/ 843915 w 4351972"/>
                <a:gd name="connsiteY532" fmla="*/ 286703 h 310515"/>
                <a:gd name="connsiteX533" fmla="*/ 859155 w 4351972"/>
                <a:gd name="connsiteY533" fmla="*/ 283845 h 310515"/>
                <a:gd name="connsiteX534" fmla="*/ 868680 w 4351972"/>
                <a:gd name="connsiteY534" fmla="*/ 276225 h 310515"/>
                <a:gd name="connsiteX535" fmla="*/ 871538 w 4351972"/>
                <a:gd name="connsiteY535" fmla="*/ 262890 h 310515"/>
                <a:gd name="connsiteX536" fmla="*/ 871538 w 4351972"/>
                <a:gd name="connsiteY536" fmla="*/ 48578 h 310515"/>
                <a:gd name="connsiteX537" fmla="*/ 869633 w 4351972"/>
                <a:gd name="connsiteY537" fmla="*/ 36195 h 310515"/>
                <a:gd name="connsiteX538" fmla="*/ 859155 w 4351972"/>
                <a:gd name="connsiteY538" fmla="*/ 27623 h 310515"/>
                <a:gd name="connsiteX539" fmla="*/ 842963 w 4351972"/>
                <a:gd name="connsiteY539" fmla="*/ 22860 h 310515"/>
                <a:gd name="connsiteX540" fmla="*/ 827723 w 4351972"/>
                <a:gd name="connsiteY540" fmla="*/ 20003 h 310515"/>
                <a:gd name="connsiteX541" fmla="*/ 3500437 w 4351972"/>
                <a:gd name="connsiteY541" fmla="*/ 1905 h 310515"/>
                <a:gd name="connsiteX542" fmla="*/ 3536632 w 4351972"/>
                <a:gd name="connsiteY542" fmla="*/ 8572 h 310515"/>
                <a:gd name="connsiteX543" fmla="*/ 3566160 w 4351972"/>
                <a:gd name="connsiteY543" fmla="*/ 22860 h 310515"/>
                <a:gd name="connsiteX544" fmla="*/ 3574732 w 4351972"/>
                <a:gd name="connsiteY544" fmla="*/ 8572 h 310515"/>
                <a:gd name="connsiteX545" fmla="*/ 3590925 w 4351972"/>
                <a:gd name="connsiteY545" fmla="*/ 8572 h 310515"/>
                <a:gd name="connsiteX546" fmla="*/ 3592830 w 4351972"/>
                <a:gd name="connsiteY546" fmla="*/ 106680 h 310515"/>
                <a:gd name="connsiteX547" fmla="*/ 3575685 w 4351972"/>
                <a:gd name="connsiteY547" fmla="*/ 106680 h 310515"/>
                <a:gd name="connsiteX548" fmla="*/ 3565207 w 4351972"/>
                <a:gd name="connsiteY548" fmla="*/ 74295 h 310515"/>
                <a:gd name="connsiteX549" fmla="*/ 3549968 w 4351972"/>
                <a:gd name="connsiteY549" fmla="*/ 46672 h 310515"/>
                <a:gd name="connsiteX550" fmla="*/ 3528060 w 4351972"/>
                <a:gd name="connsiteY550" fmla="*/ 27622 h 310515"/>
                <a:gd name="connsiteX551" fmla="*/ 3496627 w 4351972"/>
                <a:gd name="connsiteY551" fmla="*/ 20002 h 310515"/>
                <a:gd name="connsiteX552" fmla="*/ 3463290 w 4351972"/>
                <a:gd name="connsiteY552" fmla="*/ 32385 h 310515"/>
                <a:gd name="connsiteX553" fmla="*/ 3449002 w 4351972"/>
                <a:gd name="connsiteY553" fmla="*/ 63817 h 310515"/>
                <a:gd name="connsiteX554" fmla="*/ 3457575 w 4351972"/>
                <a:gd name="connsiteY554" fmla="*/ 95250 h 310515"/>
                <a:gd name="connsiteX555" fmla="*/ 3483293 w 4351972"/>
                <a:gd name="connsiteY555" fmla="*/ 116205 h 310515"/>
                <a:gd name="connsiteX556" fmla="*/ 3512820 w 4351972"/>
                <a:gd name="connsiteY556" fmla="*/ 128587 h 310515"/>
                <a:gd name="connsiteX557" fmla="*/ 3541395 w 4351972"/>
                <a:gd name="connsiteY557" fmla="*/ 140017 h 310515"/>
                <a:gd name="connsiteX558" fmla="*/ 3565207 w 4351972"/>
                <a:gd name="connsiteY558" fmla="*/ 152400 h 310515"/>
                <a:gd name="connsiteX559" fmla="*/ 3588068 w 4351972"/>
                <a:gd name="connsiteY559" fmla="*/ 167640 h 310515"/>
                <a:gd name="connsiteX560" fmla="*/ 3602355 w 4351972"/>
                <a:gd name="connsiteY560" fmla="*/ 190500 h 310515"/>
                <a:gd name="connsiteX561" fmla="*/ 3607118 w 4351972"/>
                <a:gd name="connsiteY561" fmla="*/ 219075 h 310515"/>
                <a:gd name="connsiteX562" fmla="*/ 3578543 w 4351972"/>
                <a:gd name="connsiteY562" fmla="*/ 283845 h 310515"/>
                <a:gd name="connsiteX563" fmla="*/ 3507105 w 4351972"/>
                <a:gd name="connsiteY563" fmla="*/ 309562 h 310515"/>
                <a:gd name="connsiteX564" fmla="*/ 3468052 w 4351972"/>
                <a:gd name="connsiteY564" fmla="*/ 302895 h 310515"/>
                <a:gd name="connsiteX565" fmla="*/ 3433762 w 4351972"/>
                <a:gd name="connsiteY565" fmla="*/ 287655 h 310515"/>
                <a:gd name="connsiteX566" fmla="*/ 3425190 w 4351972"/>
                <a:gd name="connsiteY566" fmla="*/ 302895 h 310515"/>
                <a:gd name="connsiteX567" fmla="*/ 3408998 w 4351972"/>
                <a:gd name="connsiteY567" fmla="*/ 302895 h 310515"/>
                <a:gd name="connsiteX568" fmla="*/ 3406140 w 4351972"/>
                <a:gd name="connsiteY568" fmla="*/ 201930 h 310515"/>
                <a:gd name="connsiteX569" fmla="*/ 3422332 w 4351972"/>
                <a:gd name="connsiteY569" fmla="*/ 201930 h 310515"/>
                <a:gd name="connsiteX570" fmla="*/ 3434715 w 4351972"/>
                <a:gd name="connsiteY570" fmla="*/ 236220 h 310515"/>
                <a:gd name="connsiteX571" fmla="*/ 3452812 w 4351972"/>
                <a:gd name="connsiteY571" fmla="*/ 264795 h 310515"/>
                <a:gd name="connsiteX572" fmla="*/ 3478530 w 4351972"/>
                <a:gd name="connsiteY572" fmla="*/ 284797 h 310515"/>
                <a:gd name="connsiteX573" fmla="*/ 3511868 w 4351972"/>
                <a:gd name="connsiteY573" fmla="*/ 292417 h 310515"/>
                <a:gd name="connsiteX574" fmla="*/ 3536632 w 4351972"/>
                <a:gd name="connsiteY574" fmla="*/ 288607 h 310515"/>
                <a:gd name="connsiteX575" fmla="*/ 3553777 w 4351972"/>
                <a:gd name="connsiteY575" fmla="*/ 278130 h 310515"/>
                <a:gd name="connsiteX576" fmla="*/ 3563302 w 4351972"/>
                <a:gd name="connsiteY576" fmla="*/ 261937 h 310515"/>
                <a:gd name="connsiteX577" fmla="*/ 3566160 w 4351972"/>
                <a:gd name="connsiteY577" fmla="*/ 240982 h 310515"/>
                <a:gd name="connsiteX578" fmla="*/ 3556635 w 4351972"/>
                <a:gd name="connsiteY578" fmla="*/ 207645 h 310515"/>
                <a:gd name="connsiteX579" fmla="*/ 3527107 w 4351972"/>
                <a:gd name="connsiteY579" fmla="*/ 184785 h 310515"/>
                <a:gd name="connsiteX580" fmla="*/ 3495675 w 4351972"/>
                <a:gd name="connsiteY580" fmla="*/ 172402 h 310515"/>
                <a:gd name="connsiteX581" fmla="*/ 3465195 w 4351972"/>
                <a:gd name="connsiteY581" fmla="*/ 160020 h 310515"/>
                <a:gd name="connsiteX582" fmla="*/ 3426143 w 4351972"/>
                <a:gd name="connsiteY582" fmla="*/ 130492 h 310515"/>
                <a:gd name="connsiteX583" fmla="*/ 3411855 w 4351972"/>
                <a:gd name="connsiteY583" fmla="*/ 82867 h 310515"/>
                <a:gd name="connsiteX584" fmla="*/ 3418523 w 4351972"/>
                <a:gd name="connsiteY584" fmla="*/ 51435 h 310515"/>
                <a:gd name="connsiteX585" fmla="*/ 3437573 w 4351972"/>
                <a:gd name="connsiteY585" fmla="*/ 25717 h 310515"/>
                <a:gd name="connsiteX586" fmla="*/ 3466148 w 4351972"/>
                <a:gd name="connsiteY586" fmla="*/ 8572 h 310515"/>
                <a:gd name="connsiteX587" fmla="*/ 3500437 w 4351972"/>
                <a:gd name="connsiteY587" fmla="*/ 1905 h 310515"/>
                <a:gd name="connsiteX588" fmla="*/ 1459230 w 4351972"/>
                <a:gd name="connsiteY588" fmla="*/ 0 h 310515"/>
                <a:gd name="connsiteX589" fmla="*/ 1503045 w 4351972"/>
                <a:gd name="connsiteY589" fmla="*/ 6667 h 310515"/>
                <a:gd name="connsiteX590" fmla="*/ 1535430 w 4351972"/>
                <a:gd name="connsiteY590" fmla="*/ 20955 h 310515"/>
                <a:gd name="connsiteX591" fmla="*/ 1544003 w 4351972"/>
                <a:gd name="connsiteY591" fmla="*/ 6667 h 310515"/>
                <a:gd name="connsiteX592" fmla="*/ 1560195 w 4351972"/>
                <a:gd name="connsiteY592" fmla="*/ 6667 h 310515"/>
                <a:gd name="connsiteX593" fmla="*/ 1562100 w 4351972"/>
                <a:gd name="connsiteY593" fmla="*/ 109537 h 310515"/>
                <a:gd name="connsiteX594" fmla="*/ 1544955 w 4351972"/>
                <a:gd name="connsiteY594" fmla="*/ 109537 h 310515"/>
                <a:gd name="connsiteX595" fmla="*/ 1534478 w 4351972"/>
                <a:gd name="connsiteY595" fmla="*/ 76200 h 310515"/>
                <a:gd name="connsiteX596" fmla="*/ 1518285 w 4351972"/>
                <a:gd name="connsiteY596" fmla="*/ 46672 h 310515"/>
                <a:gd name="connsiteX597" fmla="*/ 1493520 w 4351972"/>
                <a:gd name="connsiteY597" fmla="*/ 25717 h 310515"/>
                <a:gd name="connsiteX598" fmla="*/ 1458278 w 4351972"/>
                <a:gd name="connsiteY598" fmla="*/ 18097 h 310515"/>
                <a:gd name="connsiteX599" fmla="*/ 1418273 w 4351972"/>
                <a:gd name="connsiteY599" fmla="*/ 27622 h 310515"/>
                <a:gd name="connsiteX600" fmla="*/ 1387793 w 4351972"/>
                <a:gd name="connsiteY600" fmla="*/ 54292 h 310515"/>
                <a:gd name="connsiteX601" fmla="*/ 1368743 w 4351972"/>
                <a:gd name="connsiteY601" fmla="*/ 97155 h 310515"/>
                <a:gd name="connsiteX602" fmla="*/ 1362075 w 4351972"/>
                <a:gd name="connsiteY602" fmla="*/ 155257 h 310515"/>
                <a:gd name="connsiteX603" fmla="*/ 1368743 w 4351972"/>
                <a:gd name="connsiteY603" fmla="*/ 208597 h 310515"/>
                <a:gd name="connsiteX604" fmla="*/ 1388745 w 4351972"/>
                <a:gd name="connsiteY604" fmla="*/ 251460 h 310515"/>
                <a:gd name="connsiteX605" fmla="*/ 1421130 w 4351972"/>
                <a:gd name="connsiteY605" fmla="*/ 280987 h 310515"/>
                <a:gd name="connsiteX606" fmla="*/ 1464945 w 4351972"/>
                <a:gd name="connsiteY606" fmla="*/ 291465 h 310515"/>
                <a:gd name="connsiteX607" fmla="*/ 1498283 w 4351972"/>
                <a:gd name="connsiteY607" fmla="*/ 285750 h 310515"/>
                <a:gd name="connsiteX608" fmla="*/ 1519238 w 4351972"/>
                <a:gd name="connsiteY608" fmla="*/ 274320 h 310515"/>
                <a:gd name="connsiteX609" fmla="*/ 1521143 w 4351972"/>
                <a:gd name="connsiteY609" fmla="*/ 252412 h 310515"/>
                <a:gd name="connsiteX610" fmla="*/ 1521143 w 4351972"/>
                <a:gd name="connsiteY610" fmla="*/ 233362 h 310515"/>
                <a:gd name="connsiteX611" fmla="*/ 1521143 w 4351972"/>
                <a:gd name="connsiteY611" fmla="*/ 217170 h 310515"/>
                <a:gd name="connsiteX612" fmla="*/ 1518285 w 4351972"/>
                <a:gd name="connsiteY612" fmla="*/ 201930 h 310515"/>
                <a:gd name="connsiteX613" fmla="*/ 1508760 w 4351972"/>
                <a:gd name="connsiteY613" fmla="*/ 192405 h 310515"/>
                <a:gd name="connsiteX614" fmla="*/ 1489710 w 4351972"/>
                <a:gd name="connsiteY614" fmla="*/ 187642 h 310515"/>
                <a:gd name="connsiteX615" fmla="*/ 1471613 w 4351972"/>
                <a:gd name="connsiteY615" fmla="*/ 185737 h 310515"/>
                <a:gd name="connsiteX616" fmla="*/ 1471613 w 4351972"/>
                <a:gd name="connsiteY616" fmla="*/ 170497 h 310515"/>
                <a:gd name="connsiteX617" fmla="*/ 1601153 w 4351972"/>
                <a:gd name="connsiteY617" fmla="*/ 170497 h 310515"/>
                <a:gd name="connsiteX618" fmla="*/ 1601153 w 4351972"/>
                <a:gd name="connsiteY618" fmla="*/ 184785 h 310515"/>
                <a:gd name="connsiteX619" fmla="*/ 1587818 w 4351972"/>
                <a:gd name="connsiteY619" fmla="*/ 186690 h 310515"/>
                <a:gd name="connsiteX620" fmla="*/ 1574483 w 4351972"/>
                <a:gd name="connsiteY620" fmla="*/ 190500 h 310515"/>
                <a:gd name="connsiteX621" fmla="*/ 1565910 w 4351972"/>
                <a:gd name="connsiteY621" fmla="*/ 199072 h 310515"/>
                <a:gd name="connsiteX622" fmla="*/ 1563053 w 4351972"/>
                <a:gd name="connsiteY622" fmla="*/ 212407 h 310515"/>
                <a:gd name="connsiteX623" fmla="*/ 1563053 w 4351972"/>
                <a:gd name="connsiteY623" fmla="*/ 235267 h 310515"/>
                <a:gd name="connsiteX624" fmla="*/ 1563053 w 4351972"/>
                <a:gd name="connsiteY624" fmla="*/ 268605 h 310515"/>
                <a:gd name="connsiteX625" fmla="*/ 1564005 w 4351972"/>
                <a:gd name="connsiteY625" fmla="*/ 282892 h 310515"/>
                <a:gd name="connsiteX626" fmla="*/ 1508760 w 4351972"/>
                <a:gd name="connsiteY626" fmla="*/ 301942 h 310515"/>
                <a:gd name="connsiteX627" fmla="*/ 1454468 w 4351972"/>
                <a:gd name="connsiteY627" fmla="*/ 308610 h 310515"/>
                <a:gd name="connsiteX628" fmla="*/ 1400175 w 4351972"/>
                <a:gd name="connsiteY628" fmla="*/ 298132 h 310515"/>
                <a:gd name="connsiteX629" fmla="*/ 1354455 w 4351972"/>
                <a:gd name="connsiteY629" fmla="*/ 267652 h 310515"/>
                <a:gd name="connsiteX630" fmla="*/ 1323023 w 4351972"/>
                <a:gd name="connsiteY630" fmla="*/ 220027 h 310515"/>
                <a:gd name="connsiteX631" fmla="*/ 1311593 w 4351972"/>
                <a:gd name="connsiteY631" fmla="*/ 157162 h 310515"/>
                <a:gd name="connsiteX632" fmla="*/ 1323023 w 4351972"/>
                <a:gd name="connsiteY632" fmla="*/ 94297 h 310515"/>
                <a:gd name="connsiteX633" fmla="*/ 1354455 w 4351972"/>
                <a:gd name="connsiteY633" fmla="*/ 43815 h 310515"/>
                <a:gd name="connsiteX634" fmla="*/ 1401128 w 4351972"/>
                <a:gd name="connsiteY634" fmla="*/ 11430 h 310515"/>
                <a:gd name="connsiteX635" fmla="*/ 1459230 w 4351972"/>
                <a:gd name="connsiteY635" fmla="*/ 0 h 31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4351972" h="310515">
                  <a:moveTo>
                    <a:pt x="3189922" y="24765"/>
                  </a:moveTo>
                  <a:lnTo>
                    <a:pt x="3189922" y="151448"/>
                  </a:lnTo>
                  <a:lnTo>
                    <a:pt x="3217545" y="151448"/>
                  </a:lnTo>
                  <a:cubicBezTo>
                    <a:pt x="3236595" y="151448"/>
                    <a:pt x="3252787" y="145733"/>
                    <a:pt x="3266122" y="133350"/>
                  </a:cubicBezTo>
                  <a:cubicBezTo>
                    <a:pt x="3277552" y="120968"/>
                    <a:pt x="3284220" y="103823"/>
                    <a:pt x="3284220" y="82868"/>
                  </a:cubicBezTo>
                  <a:cubicBezTo>
                    <a:pt x="3284220" y="64770"/>
                    <a:pt x="3279457" y="50483"/>
                    <a:pt x="3268980" y="40005"/>
                  </a:cubicBezTo>
                  <a:cubicBezTo>
                    <a:pt x="3258502" y="29528"/>
                    <a:pt x="3244214" y="24765"/>
                    <a:pt x="3225164" y="24765"/>
                  </a:cubicBezTo>
                  <a:close/>
                  <a:moveTo>
                    <a:pt x="83820" y="24765"/>
                  </a:moveTo>
                  <a:lnTo>
                    <a:pt x="83820" y="155258"/>
                  </a:lnTo>
                  <a:lnTo>
                    <a:pt x="104775" y="155258"/>
                  </a:lnTo>
                  <a:cubicBezTo>
                    <a:pt x="120015" y="155258"/>
                    <a:pt x="131445" y="153353"/>
                    <a:pt x="140970" y="148590"/>
                  </a:cubicBezTo>
                  <a:cubicBezTo>
                    <a:pt x="151447" y="143828"/>
                    <a:pt x="158115" y="138113"/>
                    <a:pt x="162877" y="130493"/>
                  </a:cubicBezTo>
                  <a:cubicBezTo>
                    <a:pt x="167640" y="123825"/>
                    <a:pt x="170497" y="117158"/>
                    <a:pt x="172402" y="109538"/>
                  </a:cubicBezTo>
                  <a:cubicBezTo>
                    <a:pt x="174307" y="102870"/>
                    <a:pt x="174307" y="96203"/>
                    <a:pt x="174307" y="90488"/>
                  </a:cubicBezTo>
                  <a:cubicBezTo>
                    <a:pt x="174307" y="82868"/>
                    <a:pt x="173355" y="74295"/>
                    <a:pt x="171450" y="66675"/>
                  </a:cubicBezTo>
                  <a:cubicBezTo>
                    <a:pt x="169545" y="58103"/>
                    <a:pt x="166687" y="51435"/>
                    <a:pt x="161925" y="45720"/>
                  </a:cubicBezTo>
                  <a:cubicBezTo>
                    <a:pt x="157162" y="39053"/>
                    <a:pt x="150495" y="34290"/>
                    <a:pt x="142875" y="30480"/>
                  </a:cubicBezTo>
                  <a:cubicBezTo>
                    <a:pt x="135255" y="26670"/>
                    <a:pt x="124777" y="24765"/>
                    <a:pt x="113347" y="24765"/>
                  </a:cubicBezTo>
                  <a:close/>
                  <a:moveTo>
                    <a:pt x="4067175" y="7620"/>
                  </a:moveTo>
                  <a:lnTo>
                    <a:pt x="4192905" y="7620"/>
                  </a:lnTo>
                  <a:lnTo>
                    <a:pt x="4192905" y="22860"/>
                  </a:lnTo>
                  <a:cubicBezTo>
                    <a:pt x="4178617" y="22860"/>
                    <a:pt x="4169092" y="23812"/>
                    <a:pt x="4163377" y="25717"/>
                  </a:cubicBezTo>
                  <a:cubicBezTo>
                    <a:pt x="4157662" y="27622"/>
                    <a:pt x="4154805" y="29527"/>
                    <a:pt x="4154805" y="32385"/>
                  </a:cubicBezTo>
                  <a:cubicBezTo>
                    <a:pt x="4154805" y="33337"/>
                    <a:pt x="4154805" y="34290"/>
                    <a:pt x="4155757" y="37147"/>
                  </a:cubicBezTo>
                  <a:cubicBezTo>
                    <a:pt x="4156710" y="39052"/>
                    <a:pt x="4157662" y="41910"/>
                    <a:pt x="4159567" y="44767"/>
                  </a:cubicBezTo>
                  <a:cubicBezTo>
                    <a:pt x="4161472" y="48577"/>
                    <a:pt x="4163377" y="52387"/>
                    <a:pt x="4166235" y="57150"/>
                  </a:cubicBezTo>
                  <a:cubicBezTo>
                    <a:pt x="4169092" y="61912"/>
                    <a:pt x="4170997" y="66675"/>
                    <a:pt x="4172902" y="70485"/>
                  </a:cubicBezTo>
                  <a:cubicBezTo>
                    <a:pt x="4179570" y="82867"/>
                    <a:pt x="4186237" y="95250"/>
                    <a:pt x="4192905" y="107632"/>
                  </a:cubicBezTo>
                  <a:cubicBezTo>
                    <a:pt x="4199572" y="120015"/>
                    <a:pt x="4208145" y="136207"/>
                    <a:pt x="4219575" y="155257"/>
                  </a:cubicBezTo>
                  <a:cubicBezTo>
                    <a:pt x="4241482" y="120015"/>
                    <a:pt x="4257675" y="92392"/>
                    <a:pt x="4270057" y="73342"/>
                  </a:cubicBezTo>
                  <a:cubicBezTo>
                    <a:pt x="4281487" y="53340"/>
                    <a:pt x="4287202" y="41910"/>
                    <a:pt x="4287202" y="38100"/>
                  </a:cubicBezTo>
                  <a:cubicBezTo>
                    <a:pt x="4287202" y="35242"/>
                    <a:pt x="4286250" y="32385"/>
                    <a:pt x="4283392" y="30480"/>
                  </a:cubicBezTo>
                  <a:cubicBezTo>
                    <a:pt x="4281487" y="28575"/>
                    <a:pt x="4277677" y="26670"/>
                    <a:pt x="4273867" y="25717"/>
                  </a:cubicBezTo>
                  <a:cubicBezTo>
                    <a:pt x="4270057" y="24765"/>
                    <a:pt x="4265295" y="23812"/>
                    <a:pt x="4260532" y="23812"/>
                  </a:cubicBezTo>
                  <a:cubicBezTo>
                    <a:pt x="4255770" y="23812"/>
                    <a:pt x="4251007" y="22860"/>
                    <a:pt x="4247197" y="22860"/>
                  </a:cubicBezTo>
                  <a:lnTo>
                    <a:pt x="4247197" y="7620"/>
                  </a:lnTo>
                  <a:lnTo>
                    <a:pt x="4350067" y="7620"/>
                  </a:lnTo>
                  <a:lnTo>
                    <a:pt x="4350067" y="22860"/>
                  </a:lnTo>
                  <a:lnTo>
                    <a:pt x="4351972" y="22860"/>
                  </a:lnTo>
                  <a:cubicBezTo>
                    <a:pt x="4350067" y="22860"/>
                    <a:pt x="4346257" y="23812"/>
                    <a:pt x="4340542" y="25717"/>
                  </a:cubicBezTo>
                  <a:cubicBezTo>
                    <a:pt x="4335780" y="27622"/>
                    <a:pt x="4331970" y="29527"/>
                    <a:pt x="4329112" y="30480"/>
                  </a:cubicBezTo>
                  <a:cubicBezTo>
                    <a:pt x="4323397" y="33337"/>
                    <a:pt x="4319587" y="36195"/>
                    <a:pt x="4317682" y="38100"/>
                  </a:cubicBezTo>
                  <a:cubicBezTo>
                    <a:pt x="4315777" y="40005"/>
                    <a:pt x="4311967" y="44767"/>
                    <a:pt x="4306252" y="52387"/>
                  </a:cubicBezTo>
                  <a:cubicBezTo>
                    <a:pt x="4295775" y="67627"/>
                    <a:pt x="4285297" y="82867"/>
                    <a:pt x="4276725" y="99060"/>
                  </a:cubicBezTo>
                  <a:cubicBezTo>
                    <a:pt x="4267200" y="114300"/>
                    <a:pt x="4255770" y="134302"/>
                    <a:pt x="4242435" y="159067"/>
                  </a:cubicBezTo>
                  <a:cubicBezTo>
                    <a:pt x="4237672" y="167640"/>
                    <a:pt x="4233862" y="175260"/>
                    <a:pt x="4231957" y="180022"/>
                  </a:cubicBezTo>
                  <a:cubicBezTo>
                    <a:pt x="4230052" y="185737"/>
                    <a:pt x="4229100" y="193357"/>
                    <a:pt x="4229100" y="203835"/>
                  </a:cubicBezTo>
                  <a:lnTo>
                    <a:pt x="4229100" y="260032"/>
                  </a:lnTo>
                  <a:cubicBezTo>
                    <a:pt x="4229100" y="264795"/>
                    <a:pt x="4230052" y="269557"/>
                    <a:pt x="4231957" y="273367"/>
                  </a:cubicBezTo>
                  <a:cubicBezTo>
                    <a:pt x="4233862" y="277177"/>
                    <a:pt x="4237672" y="280035"/>
                    <a:pt x="4242435" y="281940"/>
                  </a:cubicBezTo>
                  <a:cubicBezTo>
                    <a:pt x="4245292" y="282892"/>
                    <a:pt x="4250055" y="284797"/>
                    <a:pt x="4257675" y="285750"/>
                  </a:cubicBezTo>
                  <a:cubicBezTo>
                    <a:pt x="4265295" y="287655"/>
                    <a:pt x="4271010" y="288607"/>
                    <a:pt x="4275772" y="288607"/>
                  </a:cubicBezTo>
                  <a:lnTo>
                    <a:pt x="4275772" y="303847"/>
                  </a:lnTo>
                  <a:lnTo>
                    <a:pt x="4137660" y="303847"/>
                  </a:lnTo>
                  <a:lnTo>
                    <a:pt x="4137660" y="288607"/>
                  </a:lnTo>
                  <a:cubicBezTo>
                    <a:pt x="4141470" y="288607"/>
                    <a:pt x="4147185" y="287655"/>
                    <a:pt x="4154805" y="286702"/>
                  </a:cubicBezTo>
                  <a:cubicBezTo>
                    <a:pt x="4162425" y="285750"/>
                    <a:pt x="4168140" y="284797"/>
                    <a:pt x="4170997" y="283845"/>
                  </a:cubicBezTo>
                  <a:cubicBezTo>
                    <a:pt x="4175760" y="281940"/>
                    <a:pt x="4179570" y="279082"/>
                    <a:pt x="4181475" y="275272"/>
                  </a:cubicBezTo>
                  <a:cubicBezTo>
                    <a:pt x="4183380" y="271462"/>
                    <a:pt x="4184332" y="267652"/>
                    <a:pt x="4184332" y="261937"/>
                  </a:cubicBezTo>
                  <a:lnTo>
                    <a:pt x="4184332" y="190500"/>
                  </a:lnTo>
                  <a:cubicBezTo>
                    <a:pt x="4184332" y="188595"/>
                    <a:pt x="4183380" y="183832"/>
                    <a:pt x="4180522" y="178117"/>
                  </a:cubicBezTo>
                  <a:cubicBezTo>
                    <a:pt x="4177665" y="172402"/>
                    <a:pt x="4174807" y="165735"/>
                    <a:pt x="4170997" y="158115"/>
                  </a:cubicBezTo>
                  <a:cubicBezTo>
                    <a:pt x="4162425" y="141922"/>
                    <a:pt x="4153852" y="124777"/>
                    <a:pt x="4143375" y="105727"/>
                  </a:cubicBezTo>
                  <a:cubicBezTo>
                    <a:pt x="4132897" y="86677"/>
                    <a:pt x="4124325" y="71437"/>
                    <a:pt x="4116705" y="58102"/>
                  </a:cubicBezTo>
                  <a:cubicBezTo>
                    <a:pt x="4111942" y="50482"/>
                    <a:pt x="4108132" y="43815"/>
                    <a:pt x="4104322" y="40005"/>
                  </a:cubicBezTo>
                  <a:cubicBezTo>
                    <a:pt x="4100512" y="36195"/>
                    <a:pt x="4096702" y="32385"/>
                    <a:pt x="4091940" y="29527"/>
                  </a:cubicBezTo>
                  <a:cubicBezTo>
                    <a:pt x="4089082" y="27622"/>
                    <a:pt x="4084320" y="25717"/>
                    <a:pt x="4079557" y="24765"/>
                  </a:cubicBezTo>
                  <a:cubicBezTo>
                    <a:pt x="4074795" y="23812"/>
                    <a:pt x="4070985" y="22860"/>
                    <a:pt x="4067175" y="22860"/>
                  </a:cubicBezTo>
                  <a:close/>
                  <a:moveTo>
                    <a:pt x="3791903" y="7620"/>
                  </a:moveTo>
                  <a:lnTo>
                    <a:pt x="4050031" y="7620"/>
                  </a:lnTo>
                  <a:lnTo>
                    <a:pt x="4050031" y="87630"/>
                  </a:lnTo>
                  <a:lnTo>
                    <a:pt x="4035743" y="87630"/>
                  </a:lnTo>
                  <a:cubicBezTo>
                    <a:pt x="4034790" y="82867"/>
                    <a:pt x="4031933" y="76200"/>
                    <a:pt x="4029075" y="69532"/>
                  </a:cubicBezTo>
                  <a:cubicBezTo>
                    <a:pt x="4026218" y="62865"/>
                    <a:pt x="4022408" y="56197"/>
                    <a:pt x="4017645" y="50482"/>
                  </a:cubicBezTo>
                  <a:cubicBezTo>
                    <a:pt x="4013836" y="43815"/>
                    <a:pt x="4009073" y="38100"/>
                    <a:pt x="4004311" y="33337"/>
                  </a:cubicBezTo>
                  <a:cubicBezTo>
                    <a:pt x="3999548" y="28575"/>
                    <a:pt x="3994786" y="25717"/>
                    <a:pt x="3990023" y="24765"/>
                  </a:cubicBezTo>
                  <a:cubicBezTo>
                    <a:pt x="3986213" y="23812"/>
                    <a:pt x="3980498" y="23812"/>
                    <a:pt x="3973831" y="23812"/>
                  </a:cubicBezTo>
                  <a:cubicBezTo>
                    <a:pt x="3967163" y="23812"/>
                    <a:pt x="3961448" y="23812"/>
                    <a:pt x="3955733" y="23812"/>
                  </a:cubicBezTo>
                  <a:lnTo>
                    <a:pt x="3943350" y="23812"/>
                  </a:lnTo>
                  <a:lnTo>
                    <a:pt x="3943350" y="260032"/>
                  </a:lnTo>
                  <a:cubicBezTo>
                    <a:pt x="3943350" y="264795"/>
                    <a:pt x="3944303" y="268605"/>
                    <a:pt x="3946208" y="272415"/>
                  </a:cubicBezTo>
                  <a:cubicBezTo>
                    <a:pt x="3948113" y="276225"/>
                    <a:pt x="3951923" y="279082"/>
                    <a:pt x="3956686" y="280987"/>
                  </a:cubicBezTo>
                  <a:cubicBezTo>
                    <a:pt x="3959543" y="281940"/>
                    <a:pt x="3964306" y="282892"/>
                    <a:pt x="3971925" y="284797"/>
                  </a:cubicBezTo>
                  <a:cubicBezTo>
                    <a:pt x="3979545" y="286702"/>
                    <a:pt x="3986213" y="287655"/>
                    <a:pt x="3990975" y="287655"/>
                  </a:cubicBezTo>
                  <a:lnTo>
                    <a:pt x="3990975" y="302895"/>
                  </a:lnTo>
                  <a:lnTo>
                    <a:pt x="3851911" y="302895"/>
                  </a:lnTo>
                  <a:lnTo>
                    <a:pt x="3851911" y="287655"/>
                  </a:lnTo>
                  <a:cubicBezTo>
                    <a:pt x="3855720" y="287655"/>
                    <a:pt x="3861436" y="286702"/>
                    <a:pt x="3870008" y="285750"/>
                  </a:cubicBezTo>
                  <a:cubicBezTo>
                    <a:pt x="3877628" y="284797"/>
                    <a:pt x="3883343" y="283845"/>
                    <a:pt x="3886200" y="282892"/>
                  </a:cubicBezTo>
                  <a:cubicBezTo>
                    <a:pt x="3890963" y="280987"/>
                    <a:pt x="3893820" y="278130"/>
                    <a:pt x="3896678" y="275272"/>
                  </a:cubicBezTo>
                  <a:cubicBezTo>
                    <a:pt x="3898583" y="271462"/>
                    <a:pt x="3899536" y="267652"/>
                    <a:pt x="3899536" y="261937"/>
                  </a:cubicBezTo>
                  <a:lnTo>
                    <a:pt x="3899536" y="23812"/>
                  </a:lnTo>
                  <a:lnTo>
                    <a:pt x="3887153" y="23812"/>
                  </a:lnTo>
                  <a:cubicBezTo>
                    <a:pt x="3882390" y="23812"/>
                    <a:pt x="3877628" y="23812"/>
                    <a:pt x="3870961" y="23812"/>
                  </a:cubicBezTo>
                  <a:cubicBezTo>
                    <a:pt x="3864293" y="23812"/>
                    <a:pt x="3858578" y="24765"/>
                    <a:pt x="3852863" y="24765"/>
                  </a:cubicBezTo>
                  <a:cubicBezTo>
                    <a:pt x="3848100" y="25717"/>
                    <a:pt x="3843338" y="27622"/>
                    <a:pt x="3838575" y="33337"/>
                  </a:cubicBezTo>
                  <a:cubicBezTo>
                    <a:pt x="3833813" y="38100"/>
                    <a:pt x="3829050" y="43815"/>
                    <a:pt x="3825240" y="50482"/>
                  </a:cubicBezTo>
                  <a:cubicBezTo>
                    <a:pt x="3821431" y="57150"/>
                    <a:pt x="3817620" y="63817"/>
                    <a:pt x="3813811" y="70485"/>
                  </a:cubicBezTo>
                  <a:cubicBezTo>
                    <a:pt x="3810953" y="77152"/>
                    <a:pt x="3808095" y="83820"/>
                    <a:pt x="3807143" y="87630"/>
                  </a:cubicBezTo>
                  <a:lnTo>
                    <a:pt x="3791903" y="87630"/>
                  </a:lnTo>
                  <a:close/>
                  <a:moveTo>
                    <a:pt x="3107055" y="6668"/>
                  </a:moveTo>
                  <a:lnTo>
                    <a:pt x="3243262" y="6668"/>
                  </a:lnTo>
                  <a:cubicBezTo>
                    <a:pt x="3255645" y="6668"/>
                    <a:pt x="3267075" y="7620"/>
                    <a:pt x="3278505" y="10478"/>
                  </a:cubicBezTo>
                  <a:cubicBezTo>
                    <a:pt x="3289935" y="13335"/>
                    <a:pt x="3299460" y="17145"/>
                    <a:pt x="3308032" y="22860"/>
                  </a:cubicBezTo>
                  <a:cubicBezTo>
                    <a:pt x="3316605" y="28575"/>
                    <a:pt x="3323272" y="35243"/>
                    <a:pt x="3328987" y="44768"/>
                  </a:cubicBezTo>
                  <a:cubicBezTo>
                    <a:pt x="3333750" y="53340"/>
                    <a:pt x="3336607" y="64770"/>
                    <a:pt x="3336607" y="77153"/>
                  </a:cubicBezTo>
                  <a:cubicBezTo>
                    <a:pt x="3336607" y="88583"/>
                    <a:pt x="3334702" y="98108"/>
                    <a:pt x="3330892" y="107633"/>
                  </a:cubicBezTo>
                  <a:cubicBezTo>
                    <a:pt x="3327082" y="116205"/>
                    <a:pt x="3322320" y="123825"/>
                    <a:pt x="3315652" y="130493"/>
                  </a:cubicBezTo>
                  <a:cubicBezTo>
                    <a:pt x="3308985" y="136208"/>
                    <a:pt x="3302317" y="141923"/>
                    <a:pt x="3292792" y="145733"/>
                  </a:cubicBezTo>
                  <a:cubicBezTo>
                    <a:pt x="3284220" y="150495"/>
                    <a:pt x="3274695" y="153353"/>
                    <a:pt x="3263264" y="157163"/>
                  </a:cubicBezTo>
                  <a:cubicBezTo>
                    <a:pt x="3277552" y="176213"/>
                    <a:pt x="3289935" y="192405"/>
                    <a:pt x="3299460" y="205740"/>
                  </a:cubicBezTo>
                  <a:cubicBezTo>
                    <a:pt x="3308985" y="219075"/>
                    <a:pt x="3321367" y="235268"/>
                    <a:pt x="3334702" y="253365"/>
                  </a:cubicBezTo>
                  <a:cubicBezTo>
                    <a:pt x="3340417" y="261938"/>
                    <a:pt x="3346132" y="267653"/>
                    <a:pt x="3350895" y="271463"/>
                  </a:cubicBezTo>
                  <a:cubicBezTo>
                    <a:pt x="3355657" y="275273"/>
                    <a:pt x="3360420" y="278130"/>
                    <a:pt x="3365182" y="280988"/>
                  </a:cubicBezTo>
                  <a:cubicBezTo>
                    <a:pt x="3368992" y="282893"/>
                    <a:pt x="3373755" y="283845"/>
                    <a:pt x="3378517" y="284798"/>
                  </a:cubicBezTo>
                  <a:cubicBezTo>
                    <a:pt x="3384232" y="285750"/>
                    <a:pt x="3388042" y="286703"/>
                    <a:pt x="3391852" y="286703"/>
                  </a:cubicBezTo>
                  <a:lnTo>
                    <a:pt x="3391852" y="302895"/>
                  </a:lnTo>
                  <a:lnTo>
                    <a:pt x="3313747" y="302895"/>
                  </a:lnTo>
                  <a:cubicBezTo>
                    <a:pt x="3296602" y="275273"/>
                    <a:pt x="3280410" y="251460"/>
                    <a:pt x="3266122" y="231458"/>
                  </a:cubicBezTo>
                  <a:cubicBezTo>
                    <a:pt x="3251835" y="211455"/>
                    <a:pt x="3236595" y="190500"/>
                    <a:pt x="3220402" y="169545"/>
                  </a:cubicBezTo>
                  <a:lnTo>
                    <a:pt x="3189922" y="169545"/>
                  </a:lnTo>
                  <a:lnTo>
                    <a:pt x="3189922" y="262890"/>
                  </a:lnTo>
                  <a:cubicBezTo>
                    <a:pt x="3189922" y="267653"/>
                    <a:pt x="3190875" y="271463"/>
                    <a:pt x="3191827" y="275273"/>
                  </a:cubicBezTo>
                  <a:cubicBezTo>
                    <a:pt x="3193732" y="279083"/>
                    <a:pt x="3196589" y="281940"/>
                    <a:pt x="3201352" y="283845"/>
                  </a:cubicBezTo>
                  <a:cubicBezTo>
                    <a:pt x="3204210" y="284798"/>
                    <a:pt x="3208020" y="285750"/>
                    <a:pt x="3214687" y="286703"/>
                  </a:cubicBezTo>
                  <a:cubicBezTo>
                    <a:pt x="3220402" y="287655"/>
                    <a:pt x="3226117" y="287655"/>
                    <a:pt x="3230880" y="287655"/>
                  </a:cubicBezTo>
                  <a:lnTo>
                    <a:pt x="3230880" y="302895"/>
                  </a:lnTo>
                  <a:lnTo>
                    <a:pt x="3107055" y="302895"/>
                  </a:lnTo>
                  <a:lnTo>
                    <a:pt x="3107055" y="287655"/>
                  </a:lnTo>
                  <a:cubicBezTo>
                    <a:pt x="3109912" y="287655"/>
                    <a:pt x="3114675" y="286703"/>
                    <a:pt x="3121342" y="285750"/>
                  </a:cubicBezTo>
                  <a:cubicBezTo>
                    <a:pt x="3128010" y="284798"/>
                    <a:pt x="3131820" y="283845"/>
                    <a:pt x="3134677" y="282893"/>
                  </a:cubicBezTo>
                  <a:cubicBezTo>
                    <a:pt x="3138487" y="280988"/>
                    <a:pt x="3141345" y="278130"/>
                    <a:pt x="3143250" y="275273"/>
                  </a:cubicBezTo>
                  <a:cubicBezTo>
                    <a:pt x="3145155" y="271463"/>
                    <a:pt x="3146107" y="267653"/>
                    <a:pt x="3146107" y="261938"/>
                  </a:cubicBezTo>
                  <a:lnTo>
                    <a:pt x="3146107" y="49530"/>
                  </a:lnTo>
                  <a:cubicBezTo>
                    <a:pt x="3146107" y="44768"/>
                    <a:pt x="3145155" y="40005"/>
                    <a:pt x="3144202" y="36195"/>
                  </a:cubicBezTo>
                  <a:cubicBezTo>
                    <a:pt x="3143250" y="32385"/>
                    <a:pt x="3139439" y="29528"/>
                    <a:pt x="3134677" y="27623"/>
                  </a:cubicBezTo>
                  <a:cubicBezTo>
                    <a:pt x="3130867" y="26670"/>
                    <a:pt x="3127057" y="25718"/>
                    <a:pt x="3121342" y="23813"/>
                  </a:cubicBezTo>
                  <a:cubicBezTo>
                    <a:pt x="3115627" y="22860"/>
                    <a:pt x="3110864" y="21908"/>
                    <a:pt x="3107055" y="21908"/>
                  </a:cubicBezTo>
                  <a:close/>
                  <a:moveTo>
                    <a:pt x="2514600" y="6668"/>
                  </a:moveTo>
                  <a:lnTo>
                    <a:pt x="2636520" y="6668"/>
                  </a:lnTo>
                  <a:lnTo>
                    <a:pt x="2636520" y="21908"/>
                  </a:lnTo>
                  <a:cubicBezTo>
                    <a:pt x="2626042" y="22860"/>
                    <a:pt x="2617470" y="23813"/>
                    <a:pt x="2609850" y="24765"/>
                  </a:cubicBezTo>
                  <a:cubicBezTo>
                    <a:pt x="2603182" y="26670"/>
                    <a:pt x="2599372" y="28575"/>
                    <a:pt x="2599372" y="33338"/>
                  </a:cubicBezTo>
                  <a:cubicBezTo>
                    <a:pt x="2599372" y="35243"/>
                    <a:pt x="2599372" y="37148"/>
                    <a:pt x="2600325" y="39053"/>
                  </a:cubicBezTo>
                  <a:cubicBezTo>
                    <a:pt x="2601277" y="40958"/>
                    <a:pt x="2601277" y="42863"/>
                    <a:pt x="2601277" y="43815"/>
                  </a:cubicBezTo>
                  <a:cubicBezTo>
                    <a:pt x="2606040" y="57150"/>
                    <a:pt x="2614612" y="80010"/>
                    <a:pt x="2626042" y="110490"/>
                  </a:cubicBezTo>
                  <a:cubicBezTo>
                    <a:pt x="2637472" y="140970"/>
                    <a:pt x="2653665" y="184785"/>
                    <a:pt x="2675572" y="241935"/>
                  </a:cubicBezTo>
                  <a:cubicBezTo>
                    <a:pt x="2686050" y="216218"/>
                    <a:pt x="2698432" y="185738"/>
                    <a:pt x="2711767" y="150495"/>
                  </a:cubicBezTo>
                  <a:cubicBezTo>
                    <a:pt x="2725102" y="115253"/>
                    <a:pt x="2734627" y="91440"/>
                    <a:pt x="2739390" y="78105"/>
                  </a:cubicBezTo>
                  <a:cubicBezTo>
                    <a:pt x="2744152" y="65723"/>
                    <a:pt x="2747010" y="57150"/>
                    <a:pt x="2747010" y="51435"/>
                  </a:cubicBezTo>
                  <a:cubicBezTo>
                    <a:pt x="2747962" y="46673"/>
                    <a:pt x="2747962" y="42863"/>
                    <a:pt x="2747962" y="40005"/>
                  </a:cubicBezTo>
                  <a:cubicBezTo>
                    <a:pt x="2747962" y="37148"/>
                    <a:pt x="2747010" y="34290"/>
                    <a:pt x="2744152" y="32385"/>
                  </a:cubicBezTo>
                  <a:cubicBezTo>
                    <a:pt x="2741295" y="30480"/>
                    <a:pt x="2737485" y="28575"/>
                    <a:pt x="2732722" y="26670"/>
                  </a:cubicBezTo>
                  <a:cubicBezTo>
                    <a:pt x="2727960" y="24765"/>
                    <a:pt x="2723197" y="23813"/>
                    <a:pt x="2718435" y="23813"/>
                  </a:cubicBezTo>
                  <a:cubicBezTo>
                    <a:pt x="2713672" y="22860"/>
                    <a:pt x="2708910" y="22860"/>
                    <a:pt x="2704147" y="21908"/>
                  </a:cubicBezTo>
                  <a:lnTo>
                    <a:pt x="2704147" y="6668"/>
                  </a:lnTo>
                  <a:lnTo>
                    <a:pt x="2814637" y="6668"/>
                  </a:lnTo>
                  <a:lnTo>
                    <a:pt x="2814637" y="22860"/>
                  </a:lnTo>
                  <a:lnTo>
                    <a:pt x="2815590" y="22860"/>
                  </a:lnTo>
                  <a:cubicBezTo>
                    <a:pt x="2811780" y="22860"/>
                    <a:pt x="2807970" y="23813"/>
                    <a:pt x="2802255" y="24765"/>
                  </a:cubicBezTo>
                  <a:cubicBezTo>
                    <a:pt x="2797492" y="26670"/>
                    <a:pt x="2792730" y="27623"/>
                    <a:pt x="2789872" y="30480"/>
                  </a:cubicBezTo>
                  <a:cubicBezTo>
                    <a:pt x="2785110" y="33338"/>
                    <a:pt x="2781300" y="37148"/>
                    <a:pt x="2778442" y="41910"/>
                  </a:cubicBezTo>
                  <a:cubicBezTo>
                    <a:pt x="2775585" y="46673"/>
                    <a:pt x="2772727" y="52388"/>
                    <a:pt x="2769870" y="58103"/>
                  </a:cubicBezTo>
                  <a:cubicBezTo>
                    <a:pt x="2760345" y="80010"/>
                    <a:pt x="2747010" y="114300"/>
                    <a:pt x="2727960" y="160973"/>
                  </a:cubicBezTo>
                  <a:cubicBezTo>
                    <a:pt x="2708910" y="207645"/>
                    <a:pt x="2689860" y="256223"/>
                    <a:pt x="2670810" y="306705"/>
                  </a:cubicBezTo>
                  <a:lnTo>
                    <a:pt x="2653665" y="306705"/>
                  </a:lnTo>
                  <a:cubicBezTo>
                    <a:pt x="2633662" y="253365"/>
                    <a:pt x="2614612" y="200978"/>
                    <a:pt x="2595562" y="151448"/>
                  </a:cubicBezTo>
                  <a:cubicBezTo>
                    <a:pt x="2576512" y="101918"/>
                    <a:pt x="2564130" y="67628"/>
                    <a:pt x="2557462" y="50483"/>
                  </a:cubicBezTo>
                  <a:cubicBezTo>
                    <a:pt x="2555557" y="45720"/>
                    <a:pt x="2553652" y="42863"/>
                    <a:pt x="2550795" y="39053"/>
                  </a:cubicBezTo>
                  <a:cubicBezTo>
                    <a:pt x="2547937" y="36195"/>
                    <a:pt x="2544127" y="32385"/>
                    <a:pt x="2539365" y="29528"/>
                  </a:cubicBezTo>
                  <a:cubicBezTo>
                    <a:pt x="2535555" y="27623"/>
                    <a:pt x="2531745" y="25718"/>
                    <a:pt x="2526982" y="23813"/>
                  </a:cubicBezTo>
                  <a:cubicBezTo>
                    <a:pt x="2522220" y="22860"/>
                    <a:pt x="2518410" y="21908"/>
                    <a:pt x="2514600" y="21908"/>
                  </a:cubicBezTo>
                  <a:close/>
                  <a:moveTo>
                    <a:pt x="2038350" y="6668"/>
                  </a:moveTo>
                  <a:lnTo>
                    <a:pt x="2122170" y="6668"/>
                  </a:lnTo>
                  <a:lnTo>
                    <a:pt x="2287905" y="232410"/>
                  </a:lnTo>
                  <a:lnTo>
                    <a:pt x="2287905" y="91440"/>
                  </a:lnTo>
                  <a:cubicBezTo>
                    <a:pt x="2287905" y="74295"/>
                    <a:pt x="2286952" y="60960"/>
                    <a:pt x="2285047" y="51435"/>
                  </a:cubicBezTo>
                  <a:cubicBezTo>
                    <a:pt x="2283142" y="41910"/>
                    <a:pt x="2279332" y="36195"/>
                    <a:pt x="2275522" y="33338"/>
                  </a:cubicBezTo>
                  <a:cubicBezTo>
                    <a:pt x="2271712" y="30480"/>
                    <a:pt x="2265045" y="27623"/>
                    <a:pt x="2256472" y="25718"/>
                  </a:cubicBezTo>
                  <a:cubicBezTo>
                    <a:pt x="2247900" y="22860"/>
                    <a:pt x="2241232" y="21908"/>
                    <a:pt x="2236470" y="21908"/>
                  </a:cubicBezTo>
                  <a:lnTo>
                    <a:pt x="2236470" y="6668"/>
                  </a:lnTo>
                  <a:lnTo>
                    <a:pt x="2356485" y="6668"/>
                  </a:lnTo>
                  <a:lnTo>
                    <a:pt x="2356485" y="22860"/>
                  </a:lnTo>
                  <a:lnTo>
                    <a:pt x="2358390" y="22860"/>
                  </a:lnTo>
                  <a:cubicBezTo>
                    <a:pt x="2354580" y="22860"/>
                    <a:pt x="2348865" y="23813"/>
                    <a:pt x="2340292" y="25718"/>
                  </a:cubicBezTo>
                  <a:cubicBezTo>
                    <a:pt x="2332672" y="27623"/>
                    <a:pt x="2326005" y="30480"/>
                    <a:pt x="2323147" y="32385"/>
                  </a:cubicBezTo>
                  <a:cubicBezTo>
                    <a:pt x="2318385" y="36195"/>
                    <a:pt x="2314575" y="42863"/>
                    <a:pt x="2312670" y="52388"/>
                  </a:cubicBezTo>
                  <a:cubicBezTo>
                    <a:pt x="2310765" y="61913"/>
                    <a:pt x="2309812" y="75248"/>
                    <a:pt x="2309812" y="89535"/>
                  </a:cubicBezTo>
                  <a:lnTo>
                    <a:pt x="2309812" y="306705"/>
                  </a:lnTo>
                  <a:lnTo>
                    <a:pt x="2291715" y="306705"/>
                  </a:lnTo>
                  <a:lnTo>
                    <a:pt x="2112645" y="64770"/>
                  </a:lnTo>
                  <a:lnTo>
                    <a:pt x="2112645" y="217170"/>
                  </a:lnTo>
                  <a:cubicBezTo>
                    <a:pt x="2112645" y="234315"/>
                    <a:pt x="2113597" y="247650"/>
                    <a:pt x="2115502" y="256223"/>
                  </a:cubicBezTo>
                  <a:cubicBezTo>
                    <a:pt x="2117407" y="265748"/>
                    <a:pt x="2121217" y="271463"/>
                    <a:pt x="2125027" y="276225"/>
                  </a:cubicBezTo>
                  <a:cubicBezTo>
                    <a:pt x="2127885" y="279083"/>
                    <a:pt x="2134552" y="281940"/>
                    <a:pt x="2145030" y="284798"/>
                  </a:cubicBezTo>
                  <a:cubicBezTo>
                    <a:pt x="2154555" y="287655"/>
                    <a:pt x="2161222" y="288608"/>
                    <a:pt x="2165032" y="288608"/>
                  </a:cubicBezTo>
                  <a:lnTo>
                    <a:pt x="2165032" y="303848"/>
                  </a:lnTo>
                  <a:lnTo>
                    <a:pt x="2044065" y="303848"/>
                  </a:lnTo>
                  <a:lnTo>
                    <a:pt x="2044065" y="288608"/>
                  </a:lnTo>
                  <a:cubicBezTo>
                    <a:pt x="2047875" y="288608"/>
                    <a:pt x="2053590" y="286703"/>
                    <a:pt x="2063115" y="284798"/>
                  </a:cubicBezTo>
                  <a:cubicBezTo>
                    <a:pt x="2071687" y="281940"/>
                    <a:pt x="2077402" y="280035"/>
                    <a:pt x="2079307" y="278130"/>
                  </a:cubicBezTo>
                  <a:cubicBezTo>
                    <a:pt x="2084070" y="274320"/>
                    <a:pt x="2087880" y="268605"/>
                    <a:pt x="2088832" y="260033"/>
                  </a:cubicBezTo>
                  <a:cubicBezTo>
                    <a:pt x="2090737" y="252413"/>
                    <a:pt x="2091690" y="238125"/>
                    <a:pt x="2091690" y="219075"/>
                  </a:cubicBezTo>
                  <a:lnTo>
                    <a:pt x="2091690" y="73343"/>
                  </a:lnTo>
                  <a:cubicBezTo>
                    <a:pt x="2091690" y="66675"/>
                    <a:pt x="2090737" y="60960"/>
                    <a:pt x="2087880" y="54293"/>
                  </a:cubicBezTo>
                  <a:cubicBezTo>
                    <a:pt x="2085975" y="47625"/>
                    <a:pt x="2083117" y="42863"/>
                    <a:pt x="2079307" y="39053"/>
                  </a:cubicBezTo>
                  <a:cubicBezTo>
                    <a:pt x="2074545" y="34290"/>
                    <a:pt x="2067877" y="30480"/>
                    <a:pt x="2059305" y="27623"/>
                  </a:cubicBezTo>
                  <a:cubicBezTo>
                    <a:pt x="2050732" y="24765"/>
                    <a:pt x="2044065" y="22860"/>
                    <a:pt x="2038350" y="21908"/>
                  </a:cubicBezTo>
                  <a:close/>
                  <a:moveTo>
                    <a:pt x="1906905" y="6668"/>
                  </a:moveTo>
                  <a:lnTo>
                    <a:pt x="2027872" y="6668"/>
                  </a:lnTo>
                  <a:lnTo>
                    <a:pt x="2027872" y="22860"/>
                  </a:lnTo>
                  <a:lnTo>
                    <a:pt x="2025967" y="22860"/>
                  </a:lnTo>
                  <a:cubicBezTo>
                    <a:pt x="2022157" y="22860"/>
                    <a:pt x="2016442" y="23813"/>
                    <a:pt x="2008822" y="25718"/>
                  </a:cubicBezTo>
                  <a:cubicBezTo>
                    <a:pt x="2001202" y="27623"/>
                    <a:pt x="1995487" y="29528"/>
                    <a:pt x="1990725" y="32385"/>
                  </a:cubicBezTo>
                  <a:cubicBezTo>
                    <a:pt x="1985962" y="35243"/>
                    <a:pt x="1983105" y="41910"/>
                    <a:pt x="1981200" y="52388"/>
                  </a:cubicBezTo>
                  <a:cubicBezTo>
                    <a:pt x="1979295" y="62865"/>
                    <a:pt x="1978342" y="74295"/>
                    <a:pt x="1978342" y="88583"/>
                  </a:cubicBezTo>
                  <a:lnTo>
                    <a:pt x="1978342" y="217170"/>
                  </a:lnTo>
                  <a:cubicBezTo>
                    <a:pt x="1978342" y="233363"/>
                    <a:pt x="1974532" y="247650"/>
                    <a:pt x="1967865" y="260033"/>
                  </a:cubicBezTo>
                  <a:cubicBezTo>
                    <a:pt x="1961197" y="272415"/>
                    <a:pt x="1951672" y="281940"/>
                    <a:pt x="1941195" y="289560"/>
                  </a:cubicBezTo>
                  <a:cubicBezTo>
                    <a:pt x="1929765" y="297180"/>
                    <a:pt x="1918335" y="302895"/>
                    <a:pt x="1906905" y="305753"/>
                  </a:cubicBezTo>
                  <a:cubicBezTo>
                    <a:pt x="1894522" y="308610"/>
                    <a:pt x="1883092" y="310515"/>
                    <a:pt x="1871662" y="310515"/>
                  </a:cubicBezTo>
                  <a:cubicBezTo>
                    <a:pt x="1853565" y="310515"/>
                    <a:pt x="1838325" y="308610"/>
                    <a:pt x="1824037" y="303848"/>
                  </a:cubicBezTo>
                  <a:cubicBezTo>
                    <a:pt x="1809750" y="299085"/>
                    <a:pt x="1798320" y="293370"/>
                    <a:pt x="1788795" y="284798"/>
                  </a:cubicBezTo>
                  <a:cubicBezTo>
                    <a:pt x="1779270" y="277178"/>
                    <a:pt x="1772602" y="267653"/>
                    <a:pt x="1767840" y="258128"/>
                  </a:cubicBezTo>
                  <a:cubicBezTo>
                    <a:pt x="1763077" y="247650"/>
                    <a:pt x="1761172" y="237173"/>
                    <a:pt x="1761172" y="225743"/>
                  </a:cubicBezTo>
                  <a:lnTo>
                    <a:pt x="1761172" y="51435"/>
                  </a:lnTo>
                  <a:cubicBezTo>
                    <a:pt x="1761172" y="46673"/>
                    <a:pt x="1760220" y="42863"/>
                    <a:pt x="1758315" y="39053"/>
                  </a:cubicBezTo>
                  <a:cubicBezTo>
                    <a:pt x="1756410" y="36195"/>
                    <a:pt x="1753552" y="32385"/>
                    <a:pt x="1748790" y="29528"/>
                  </a:cubicBezTo>
                  <a:cubicBezTo>
                    <a:pt x="1744980" y="27623"/>
                    <a:pt x="1741170" y="25718"/>
                    <a:pt x="1735455" y="24765"/>
                  </a:cubicBezTo>
                  <a:cubicBezTo>
                    <a:pt x="1729740" y="23813"/>
                    <a:pt x="1725930" y="22860"/>
                    <a:pt x="1722120" y="22860"/>
                  </a:cubicBezTo>
                  <a:lnTo>
                    <a:pt x="1722120" y="7620"/>
                  </a:lnTo>
                  <a:lnTo>
                    <a:pt x="1844040" y="7620"/>
                  </a:lnTo>
                  <a:lnTo>
                    <a:pt x="1844040" y="22860"/>
                  </a:lnTo>
                  <a:cubicBezTo>
                    <a:pt x="1840230" y="22860"/>
                    <a:pt x="1835467" y="23813"/>
                    <a:pt x="1829752" y="24765"/>
                  </a:cubicBezTo>
                  <a:cubicBezTo>
                    <a:pt x="1824037" y="25718"/>
                    <a:pt x="1819275" y="26670"/>
                    <a:pt x="1817370" y="27623"/>
                  </a:cubicBezTo>
                  <a:cubicBezTo>
                    <a:pt x="1812607" y="29528"/>
                    <a:pt x="1809750" y="32385"/>
                    <a:pt x="1807845" y="36195"/>
                  </a:cubicBezTo>
                  <a:cubicBezTo>
                    <a:pt x="1805940" y="40005"/>
                    <a:pt x="1805940" y="44768"/>
                    <a:pt x="1805940" y="48578"/>
                  </a:cubicBezTo>
                  <a:lnTo>
                    <a:pt x="1805940" y="211455"/>
                  </a:lnTo>
                  <a:cubicBezTo>
                    <a:pt x="1805940" y="219075"/>
                    <a:pt x="1806892" y="227648"/>
                    <a:pt x="1808797" y="236220"/>
                  </a:cubicBezTo>
                  <a:cubicBezTo>
                    <a:pt x="1810702" y="244793"/>
                    <a:pt x="1813560" y="253365"/>
                    <a:pt x="1819275" y="260033"/>
                  </a:cubicBezTo>
                  <a:cubicBezTo>
                    <a:pt x="1824990" y="267653"/>
                    <a:pt x="1832610" y="274320"/>
                    <a:pt x="1841182" y="279083"/>
                  </a:cubicBezTo>
                  <a:cubicBezTo>
                    <a:pt x="1850707" y="283845"/>
                    <a:pt x="1863090" y="286703"/>
                    <a:pt x="1879282" y="286703"/>
                  </a:cubicBezTo>
                  <a:cubicBezTo>
                    <a:pt x="1894522" y="286703"/>
                    <a:pt x="1907857" y="284798"/>
                    <a:pt x="1917382" y="279083"/>
                  </a:cubicBezTo>
                  <a:cubicBezTo>
                    <a:pt x="1927860" y="274320"/>
                    <a:pt x="1936432" y="267653"/>
                    <a:pt x="1942147" y="260033"/>
                  </a:cubicBezTo>
                  <a:cubicBezTo>
                    <a:pt x="1947862" y="252413"/>
                    <a:pt x="1951672" y="244793"/>
                    <a:pt x="1954530" y="236220"/>
                  </a:cubicBezTo>
                  <a:cubicBezTo>
                    <a:pt x="1956435" y="227648"/>
                    <a:pt x="1958340" y="220028"/>
                    <a:pt x="1958340" y="211455"/>
                  </a:cubicBezTo>
                  <a:lnTo>
                    <a:pt x="1958340" y="90488"/>
                  </a:lnTo>
                  <a:cubicBezTo>
                    <a:pt x="1958340" y="75248"/>
                    <a:pt x="1957387" y="62865"/>
                    <a:pt x="1955482" y="52388"/>
                  </a:cubicBezTo>
                  <a:cubicBezTo>
                    <a:pt x="1953577" y="42863"/>
                    <a:pt x="1949767" y="36195"/>
                    <a:pt x="1945957" y="33338"/>
                  </a:cubicBezTo>
                  <a:cubicBezTo>
                    <a:pt x="1941195" y="29528"/>
                    <a:pt x="1934527" y="27623"/>
                    <a:pt x="1925955" y="24765"/>
                  </a:cubicBezTo>
                  <a:cubicBezTo>
                    <a:pt x="1917382" y="22860"/>
                    <a:pt x="1910715" y="21908"/>
                    <a:pt x="1906905" y="21908"/>
                  </a:cubicBezTo>
                  <a:close/>
                  <a:moveTo>
                    <a:pt x="972503" y="6668"/>
                  </a:moveTo>
                  <a:lnTo>
                    <a:pt x="1056323" y="6668"/>
                  </a:lnTo>
                  <a:lnTo>
                    <a:pt x="1222058" y="232410"/>
                  </a:lnTo>
                  <a:lnTo>
                    <a:pt x="1222058" y="91440"/>
                  </a:lnTo>
                  <a:cubicBezTo>
                    <a:pt x="1222058" y="74295"/>
                    <a:pt x="1221105" y="60960"/>
                    <a:pt x="1219200" y="51435"/>
                  </a:cubicBezTo>
                  <a:cubicBezTo>
                    <a:pt x="1217295" y="41910"/>
                    <a:pt x="1213485" y="36195"/>
                    <a:pt x="1209675" y="33338"/>
                  </a:cubicBezTo>
                  <a:cubicBezTo>
                    <a:pt x="1205865" y="30480"/>
                    <a:pt x="1199198" y="27623"/>
                    <a:pt x="1190625" y="25718"/>
                  </a:cubicBezTo>
                  <a:cubicBezTo>
                    <a:pt x="1182053" y="22860"/>
                    <a:pt x="1175385" y="21908"/>
                    <a:pt x="1170623" y="21908"/>
                  </a:cubicBezTo>
                  <a:lnTo>
                    <a:pt x="1170623" y="6668"/>
                  </a:lnTo>
                  <a:lnTo>
                    <a:pt x="1290638" y="6668"/>
                  </a:lnTo>
                  <a:lnTo>
                    <a:pt x="1290638" y="22860"/>
                  </a:lnTo>
                  <a:lnTo>
                    <a:pt x="1291590" y="22860"/>
                  </a:lnTo>
                  <a:cubicBezTo>
                    <a:pt x="1287780" y="22860"/>
                    <a:pt x="1282065" y="23813"/>
                    <a:pt x="1273493" y="25718"/>
                  </a:cubicBezTo>
                  <a:cubicBezTo>
                    <a:pt x="1264920" y="27623"/>
                    <a:pt x="1259205" y="30480"/>
                    <a:pt x="1256348" y="32385"/>
                  </a:cubicBezTo>
                  <a:cubicBezTo>
                    <a:pt x="1251585" y="36195"/>
                    <a:pt x="1247775" y="42863"/>
                    <a:pt x="1245870" y="52388"/>
                  </a:cubicBezTo>
                  <a:cubicBezTo>
                    <a:pt x="1243965" y="61913"/>
                    <a:pt x="1243013" y="75248"/>
                    <a:pt x="1243013" y="89535"/>
                  </a:cubicBezTo>
                  <a:lnTo>
                    <a:pt x="1243013" y="306705"/>
                  </a:lnTo>
                  <a:lnTo>
                    <a:pt x="1224915" y="306705"/>
                  </a:lnTo>
                  <a:lnTo>
                    <a:pt x="1045845" y="64770"/>
                  </a:lnTo>
                  <a:lnTo>
                    <a:pt x="1045845" y="217170"/>
                  </a:lnTo>
                  <a:cubicBezTo>
                    <a:pt x="1045845" y="234315"/>
                    <a:pt x="1046798" y="247650"/>
                    <a:pt x="1048703" y="256223"/>
                  </a:cubicBezTo>
                  <a:cubicBezTo>
                    <a:pt x="1050608" y="265748"/>
                    <a:pt x="1054418" y="271463"/>
                    <a:pt x="1058228" y="276225"/>
                  </a:cubicBezTo>
                  <a:cubicBezTo>
                    <a:pt x="1061085" y="279083"/>
                    <a:pt x="1067753" y="281940"/>
                    <a:pt x="1078230" y="284798"/>
                  </a:cubicBezTo>
                  <a:cubicBezTo>
                    <a:pt x="1087755" y="287655"/>
                    <a:pt x="1094423" y="288608"/>
                    <a:pt x="1098233" y="288608"/>
                  </a:cubicBezTo>
                  <a:lnTo>
                    <a:pt x="1098233" y="303848"/>
                  </a:lnTo>
                  <a:lnTo>
                    <a:pt x="977265" y="303848"/>
                  </a:lnTo>
                  <a:lnTo>
                    <a:pt x="977265" y="288608"/>
                  </a:lnTo>
                  <a:cubicBezTo>
                    <a:pt x="981075" y="288608"/>
                    <a:pt x="986790" y="286703"/>
                    <a:pt x="996315" y="284798"/>
                  </a:cubicBezTo>
                  <a:cubicBezTo>
                    <a:pt x="1004888" y="281940"/>
                    <a:pt x="1010603" y="280035"/>
                    <a:pt x="1012508" y="278130"/>
                  </a:cubicBezTo>
                  <a:cubicBezTo>
                    <a:pt x="1017270" y="274320"/>
                    <a:pt x="1021080" y="268605"/>
                    <a:pt x="1022033" y="260033"/>
                  </a:cubicBezTo>
                  <a:cubicBezTo>
                    <a:pt x="1023938" y="252413"/>
                    <a:pt x="1024890" y="238125"/>
                    <a:pt x="1024890" y="219075"/>
                  </a:cubicBezTo>
                  <a:lnTo>
                    <a:pt x="1024890" y="73343"/>
                  </a:lnTo>
                  <a:cubicBezTo>
                    <a:pt x="1024890" y="66675"/>
                    <a:pt x="1023938" y="60960"/>
                    <a:pt x="1022033" y="54293"/>
                  </a:cubicBezTo>
                  <a:cubicBezTo>
                    <a:pt x="1020128" y="47625"/>
                    <a:pt x="1017270" y="42863"/>
                    <a:pt x="1013460" y="39053"/>
                  </a:cubicBezTo>
                  <a:cubicBezTo>
                    <a:pt x="1008698" y="34290"/>
                    <a:pt x="1002030" y="30480"/>
                    <a:pt x="993458" y="27623"/>
                  </a:cubicBezTo>
                  <a:cubicBezTo>
                    <a:pt x="984885" y="24765"/>
                    <a:pt x="978218" y="22860"/>
                    <a:pt x="972503" y="21908"/>
                  </a:cubicBezTo>
                  <a:close/>
                  <a:moveTo>
                    <a:pt x="687705" y="6668"/>
                  </a:moveTo>
                  <a:lnTo>
                    <a:pt x="798195" y="6668"/>
                  </a:lnTo>
                  <a:lnTo>
                    <a:pt x="798195" y="21908"/>
                  </a:lnTo>
                  <a:cubicBezTo>
                    <a:pt x="798195" y="21908"/>
                    <a:pt x="797243" y="21908"/>
                    <a:pt x="795338" y="21908"/>
                  </a:cubicBezTo>
                  <a:cubicBezTo>
                    <a:pt x="794385" y="21908"/>
                    <a:pt x="792480" y="21908"/>
                    <a:pt x="790575" y="21908"/>
                  </a:cubicBezTo>
                  <a:cubicBezTo>
                    <a:pt x="788670" y="21908"/>
                    <a:pt x="786765" y="21908"/>
                    <a:pt x="784860" y="22860"/>
                  </a:cubicBezTo>
                  <a:cubicBezTo>
                    <a:pt x="782955" y="22860"/>
                    <a:pt x="780098" y="23813"/>
                    <a:pt x="777240" y="23813"/>
                  </a:cubicBezTo>
                  <a:cubicBezTo>
                    <a:pt x="772478" y="24765"/>
                    <a:pt x="767715" y="26670"/>
                    <a:pt x="762000" y="29528"/>
                  </a:cubicBezTo>
                  <a:cubicBezTo>
                    <a:pt x="757238" y="32385"/>
                    <a:pt x="752475" y="35243"/>
                    <a:pt x="749618" y="39053"/>
                  </a:cubicBezTo>
                  <a:cubicBezTo>
                    <a:pt x="735330" y="55245"/>
                    <a:pt x="720090" y="72390"/>
                    <a:pt x="704850" y="89535"/>
                  </a:cubicBezTo>
                  <a:cubicBezTo>
                    <a:pt x="689610" y="106680"/>
                    <a:pt x="673418" y="122873"/>
                    <a:pt x="658178" y="137160"/>
                  </a:cubicBezTo>
                  <a:cubicBezTo>
                    <a:pt x="679133" y="160973"/>
                    <a:pt x="696278" y="181928"/>
                    <a:pt x="710565" y="199073"/>
                  </a:cubicBezTo>
                  <a:cubicBezTo>
                    <a:pt x="724853" y="216218"/>
                    <a:pt x="739140" y="234315"/>
                    <a:pt x="754380" y="254318"/>
                  </a:cubicBezTo>
                  <a:cubicBezTo>
                    <a:pt x="760095" y="261938"/>
                    <a:pt x="765810" y="267653"/>
                    <a:pt x="772478" y="272415"/>
                  </a:cubicBezTo>
                  <a:cubicBezTo>
                    <a:pt x="778193" y="277178"/>
                    <a:pt x="783908" y="280035"/>
                    <a:pt x="787718" y="282893"/>
                  </a:cubicBezTo>
                  <a:cubicBezTo>
                    <a:pt x="791528" y="284798"/>
                    <a:pt x="795338" y="285750"/>
                    <a:pt x="801053" y="286703"/>
                  </a:cubicBezTo>
                  <a:cubicBezTo>
                    <a:pt x="806768" y="287655"/>
                    <a:pt x="810578" y="288608"/>
                    <a:pt x="814388" y="288608"/>
                  </a:cubicBezTo>
                  <a:lnTo>
                    <a:pt x="814388" y="302895"/>
                  </a:lnTo>
                  <a:lnTo>
                    <a:pt x="813435" y="302895"/>
                  </a:lnTo>
                  <a:lnTo>
                    <a:pt x="730568" y="302895"/>
                  </a:lnTo>
                  <a:cubicBezTo>
                    <a:pt x="714375" y="278130"/>
                    <a:pt x="697230" y="253365"/>
                    <a:pt x="677228" y="229553"/>
                  </a:cubicBezTo>
                  <a:cubicBezTo>
                    <a:pt x="657225" y="204788"/>
                    <a:pt x="637223" y="181928"/>
                    <a:pt x="616268" y="159068"/>
                  </a:cubicBezTo>
                  <a:lnTo>
                    <a:pt x="610553" y="159068"/>
                  </a:lnTo>
                  <a:lnTo>
                    <a:pt x="610553" y="261938"/>
                  </a:lnTo>
                  <a:cubicBezTo>
                    <a:pt x="610553" y="266700"/>
                    <a:pt x="611505" y="270510"/>
                    <a:pt x="613410" y="274320"/>
                  </a:cubicBezTo>
                  <a:cubicBezTo>
                    <a:pt x="615315" y="278130"/>
                    <a:pt x="618173" y="280988"/>
                    <a:pt x="622935" y="282893"/>
                  </a:cubicBezTo>
                  <a:cubicBezTo>
                    <a:pt x="624840" y="283845"/>
                    <a:pt x="629603" y="284798"/>
                    <a:pt x="635318" y="286703"/>
                  </a:cubicBezTo>
                  <a:cubicBezTo>
                    <a:pt x="641033" y="287655"/>
                    <a:pt x="645795" y="288608"/>
                    <a:pt x="650558" y="288608"/>
                  </a:cubicBezTo>
                  <a:lnTo>
                    <a:pt x="650558" y="303848"/>
                  </a:lnTo>
                  <a:lnTo>
                    <a:pt x="528638" y="303848"/>
                  </a:lnTo>
                  <a:lnTo>
                    <a:pt x="528638" y="288608"/>
                  </a:lnTo>
                  <a:cubicBezTo>
                    <a:pt x="531495" y="288608"/>
                    <a:pt x="536258" y="287655"/>
                    <a:pt x="542925" y="287655"/>
                  </a:cubicBezTo>
                  <a:cubicBezTo>
                    <a:pt x="548640" y="286703"/>
                    <a:pt x="553403" y="286703"/>
                    <a:pt x="556260" y="284798"/>
                  </a:cubicBezTo>
                  <a:cubicBezTo>
                    <a:pt x="560070" y="282893"/>
                    <a:pt x="563880" y="280035"/>
                    <a:pt x="565785" y="277178"/>
                  </a:cubicBezTo>
                  <a:cubicBezTo>
                    <a:pt x="567690" y="273368"/>
                    <a:pt x="568643" y="269558"/>
                    <a:pt x="568643" y="264795"/>
                  </a:cubicBezTo>
                  <a:lnTo>
                    <a:pt x="568643" y="51435"/>
                  </a:lnTo>
                  <a:cubicBezTo>
                    <a:pt x="568643" y="46673"/>
                    <a:pt x="567690" y="42863"/>
                    <a:pt x="565785" y="39053"/>
                  </a:cubicBezTo>
                  <a:cubicBezTo>
                    <a:pt x="563880" y="35243"/>
                    <a:pt x="561023" y="32385"/>
                    <a:pt x="556260" y="30480"/>
                  </a:cubicBezTo>
                  <a:cubicBezTo>
                    <a:pt x="552450" y="28575"/>
                    <a:pt x="547688" y="26670"/>
                    <a:pt x="542925" y="25718"/>
                  </a:cubicBezTo>
                  <a:cubicBezTo>
                    <a:pt x="538163" y="24765"/>
                    <a:pt x="533400" y="23813"/>
                    <a:pt x="529590" y="22860"/>
                  </a:cubicBezTo>
                  <a:lnTo>
                    <a:pt x="529590" y="7620"/>
                  </a:lnTo>
                  <a:lnTo>
                    <a:pt x="651510" y="7620"/>
                  </a:lnTo>
                  <a:lnTo>
                    <a:pt x="651510" y="22860"/>
                  </a:lnTo>
                  <a:cubicBezTo>
                    <a:pt x="647700" y="22860"/>
                    <a:pt x="642938" y="23813"/>
                    <a:pt x="637223" y="24765"/>
                  </a:cubicBezTo>
                  <a:cubicBezTo>
                    <a:pt x="631508" y="25718"/>
                    <a:pt x="627698" y="26670"/>
                    <a:pt x="624840" y="27623"/>
                  </a:cubicBezTo>
                  <a:cubicBezTo>
                    <a:pt x="620078" y="29528"/>
                    <a:pt x="617220" y="32385"/>
                    <a:pt x="615315" y="36195"/>
                  </a:cubicBezTo>
                  <a:cubicBezTo>
                    <a:pt x="613410" y="40005"/>
                    <a:pt x="612458" y="44768"/>
                    <a:pt x="612458" y="48578"/>
                  </a:cubicBezTo>
                  <a:lnTo>
                    <a:pt x="612458" y="150495"/>
                  </a:lnTo>
                  <a:lnTo>
                    <a:pt x="616268" y="150495"/>
                  </a:lnTo>
                  <a:cubicBezTo>
                    <a:pt x="628650" y="140018"/>
                    <a:pt x="641033" y="128588"/>
                    <a:pt x="653415" y="117158"/>
                  </a:cubicBezTo>
                  <a:cubicBezTo>
                    <a:pt x="665798" y="105728"/>
                    <a:pt x="676275" y="94298"/>
                    <a:pt x="686753" y="82868"/>
                  </a:cubicBezTo>
                  <a:cubicBezTo>
                    <a:pt x="697230" y="70485"/>
                    <a:pt x="705803" y="60008"/>
                    <a:pt x="710565" y="52388"/>
                  </a:cubicBezTo>
                  <a:cubicBezTo>
                    <a:pt x="715328" y="44768"/>
                    <a:pt x="718185" y="38100"/>
                    <a:pt x="718185" y="32385"/>
                  </a:cubicBezTo>
                  <a:cubicBezTo>
                    <a:pt x="718185" y="30480"/>
                    <a:pt x="717233" y="28575"/>
                    <a:pt x="714375" y="27623"/>
                  </a:cubicBezTo>
                  <a:cubicBezTo>
                    <a:pt x="711518" y="26670"/>
                    <a:pt x="708660" y="24765"/>
                    <a:pt x="705803" y="24765"/>
                  </a:cubicBezTo>
                  <a:cubicBezTo>
                    <a:pt x="701993" y="23813"/>
                    <a:pt x="698183" y="23813"/>
                    <a:pt x="695325" y="22860"/>
                  </a:cubicBezTo>
                  <a:cubicBezTo>
                    <a:pt x="692468" y="22860"/>
                    <a:pt x="689610" y="22860"/>
                    <a:pt x="687705" y="21908"/>
                  </a:cubicBezTo>
                  <a:close/>
                  <a:moveTo>
                    <a:pt x="0" y="6668"/>
                  </a:moveTo>
                  <a:lnTo>
                    <a:pt x="134302" y="6668"/>
                  </a:lnTo>
                  <a:cubicBezTo>
                    <a:pt x="161925" y="6668"/>
                    <a:pt x="183832" y="13335"/>
                    <a:pt x="200977" y="26670"/>
                  </a:cubicBezTo>
                  <a:cubicBezTo>
                    <a:pt x="218122" y="40958"/>
                    <a:pt x="226695" y="59055"/>
                    <a:pt x="226695" y="80963"/>
                  </a:cubicBezTo>
                  <a:cubicBezTo>
                    <a:pt x="226695" y="96203"/>
                    <a:pt x="223837" y="110490"/>
                    <a:pt x="217170" y="121920"/>
                  </a:cubicBezTo>
                  <a:cubicBezTo>
                    <a:pt x="211455" y="134303"/>
                    <a:pt x="202882" y="143828"/>
                    <a:pt x="192405" y="151448"/>
                  </a:cubicBezTo>
                  <a:cubicBezTo>
                    <a:pt x="181927" y="159068"/>
                    <a:pt x="170497" y="164783"/>
                    <a:pt x="158115" y="168593"/>
                  </a:cubicBezTo>
                  <a:cubicBezTo>
                    <a:pt x="145732" y="172403"/>
                    <a:pt x="132397" y="174308"/>
                    <a:pt x="118110" y="174308"/>
                  </a:cubicBezTo>
                  <a:lnTo>
                    <a:pt x="84772" y="174308"/>
                  </a:lnTo>
                  <a:lnTo>
                    <a:pt x="84772" y="263843"/>
                  </a:lnTo>
                  <a:cubicBezTo>
                    <a:pt x="84772" y="268605"/>
                    <a:pt x="85725" y="273368"/>
                    <a:pt x="87630" y="276225"/>
                  </a:cubicBezTo>
                  <a:cubicBezTo>
                    <a:pt x="89535" y="280035"/>
                    <a:pt x="92392" y="282893"/>
                    <a:pt x="97155" y="284798"/>
                  </a:cubicBezTo>
                  <a:cubicBezTo>
                    <a:pt x="100012" y="285750"/>
                    <a:pt x="103822" y="286703"/>
                    <a:pt x="110490" y="287655"/>
                  </a:cubicBezTo>
                  <a:cubicBezTo>
                    <a:pt x="117157" y="288608"/>
                    <a:pt x="122872" y="288608"/>
                    <a:pt x="127635" y="289560"/>
                  </a:cubicBezTo>
                  <a:lnTo>
                    <a:pt x="127635" y="304800"/>
                  </a:lnTo>
                  <a:lnTo>
                    <a:pt x="952" y="304800"/>
                  </a:lnTo>
                  <a:lnTo>
                    <a:pt x="952" y="289560"/>
                  </a:lnTo>
                  <a:cubicBezTo>
                    <a:pt x="3810" y="289560"/>
                    <a:pt x="8572" y="288608"/>
                    <a:pt x="15240" y="287655"/>
                  </a:cubicBezTo>
                  <a:cubicBezTo>
                    <a:pt x="21907" y="286703"/>
                    <a:pt x="25717" y="285750"/>
                    <a:pt x="28575" y="284798"/>
                  </a:cubicBezTo>
                  <a:cubicBezTo>
                    <a:pt x="32385" y="282893"/>
                    <a:pt x="35242" y="280035"/>
                    <a:pt x="37147" y="277178"/>
                  </a:cubicBezTo>
                  <a:cubicBezTo>
                    <a:pt x="39052" y="273368"/>
                    <a:pt x="40005" y="269558"/>
                    <a:pt x="40005" y="263843"/>
                  </a:cubicBezTo>
                  <a:lnTo>
                    <a:pt x="40005" y="49530"/>
                  </a:lnTo>
                  <a:cubicBezTo>
                    <a:pt x="40005" y="44768"/>
                    <a:pt x="39052" y="40005"/>
                    <a:pt x="38100" y="36195"/>
                  </a:cubicBezTo>
                  <a:cubicBezTo>
                    <a:pt x="37147" y="32385"/>
                    <a:pt x="33337" y="29528"/>
                    <a:pt x="28575" y="27623"/>
                  </a:cubicBezTo>
                  <a:cubicBezTo>
                    <a:pt x="23812" y="25718"/>
                    <a:pt x="18097" y="24765"/>
                    <a:pt x="13335" y="23813"/>
                  </a:cubicBezTo>
                  <a:cubicBezTo>
                    <a:pt x="8572" y="22860"/>
                    <a:pt x="3810" y="22860"/>
                    <a:pt x="0" y="21908"/>
                  </a:cubicBezTo>
                  <a:close/>
                  <a:moveTo>
                    <a:pt x="2824163" y="5715"/>
                  </a:moveTo>
                  <a:lnTo>
                    <a:pt x="3052763" y="5715"/>
                  </a:lnTo>
                  <a:lnTo>
                    <a:pt x="3052763" y="76200"/>
                  </a:lnTo>
                  <a:lnTo>
                    <a:pt x="3037523" y="76200"/>
                  </a:lnTo>
                  <a:cubicBezTo>
                    <a:pt x="3034665" y="65722"/>
                    <a:pt x="3028950" y="55245"/>
                    <a:pt x="3019425" y="42862"/>
                  </a:cubicBezTo>
                  <a:cubicBezTo>
                    <a:pt x="3009900" y="31432"/>
                    <a:pt x="3001328" y="24765"/>
                    <a:pt x="2992755" y="23812"/>
                  </a:cubicBezTo>
                  <a:cubicBezTo>
                    <a:pt x="2988945" y="22860"/>
                    <a:pt x="2983230" y="22860"/>
                    <a:pt x="2977515" y="22860"/>
                  </a:cubicBezTo>
                  <a:cubicBezTo>
                    <a:pt x="2971800" y="22860"/>
                    <a:pt x="2965133" y="22860"/>
                    <a:pt x="2957513" y="22860"/>
                  </a:cubicBezTo>
                  <a:lnTo>
                    <a:pt x="2910840" y="22860"/>
                  </a:lnTo>
                  <a:lnTo>
                    <a:pt x="2910840" y="139065"/>
                  </a:lnTo>
                  <a:lnTo>
                    <a:pt x="2944178" y="139065"/>
                  </a:lnTo>
                  <a:cubicBezTo>
                    <a:pt x="2954655" y="139065"/>
                    <a:pt x="2962275" y="138112"/>
                    <a:pt x="2967038" y="136207"/>
                  </a:cubicBezTo>
                  <a:cubicBezTo>
                    <a:pt x="2971800" y="134302"/>
                    <a:pt x="2976563" y="130492"/>
                    <a:pt x="2980373" y="125730"/>
                  </a:cubicBezTo>
                  <a:cubicBezTo>
                    <a:pt x="2983230" y="121920"/>
                    <a:pt x="2986088" y="116205"/>
                    <a:pt x="2987993" y="109537"/>
                  </a:cubicBezTo>
                  <a:cubicBezTo>
                    <a:pt x="2989898" y="102870"/>
                    <a:pt x="2991803" y="96202"/>
                    <a:pt x="2992755" y="90487"/>
                  </a:cubicBezTo>
                  <a:lnTo>
                    <a:pt x="3007995" y="90487"/>
                  </a:lnTo>
                  <a:lnTo>
                    <a:pt x="3007995" y="206692"/>
                  </a:lnTo>
                  <a:lnTo>
                    <a:pt x="2992755" y="206692"/>
                  </a:lnTo>
                  <a:cubicBezTo>
                    <a:pt x="2991803" y="200025"/>
                    <a:pt x="2990850" y="193357"/>
                    <a:pt x="2987993" y="185737"/>
                  </a:cubicBezTo>
                  <a:cubicBezTo>
                    <a:pt x="2985135" y="178117"/>
                    <a:pt x="2983230" y="173355"/>
                    <a:pt x="2980373" y="169545"/>
                  </a:cubicBezTo>
                  <a:cubicBezTo>
                    <a:pt x="2975610" y="163830"/>
                    <a:pt x="2970848" y="160972"/>
                    <a:pt x="2966085" y="159067"/>
                  </a:cubicBezTo>
                  <a:cubicBezTo>
                    <a:pt x="2960370" y="157162"/>
                    <a:pt x="2953703" y="156210"/>
                    <a:pt x="2944178" y="156210"/>
                  </a:cubicBezTo>
                  <a:lnTo>
                    <a:pt x="2910840" y="156210"/>
                  </a:lnTo>
                  <a:lnTo>
                    <a:pt x="2910840" y="244792"/>
                  </a:lnTo>
                  <a:cubicBezTo>
                    <a:pt x="2910840" y="253365"/>
                    <a:pt x="2911793" y="260985"/>
                    <a:pt x="2912745" y="265747"/>
                  </a:cubicBezTo>
                  <a:cubicBezTo>
                    <a:pt x="2913698" y="270510"/>
                    <a:pt x="2916555" y="274320"/>
                    <a:pt x="2920365" y="277177"/>
                  </a:cubicBezTo>
                  <a:cubicBezTo>
                    <a:pt x="2924175" y="280035"/>
                    <a:pt x="2928938" y="281940"/>
                    <a:pt x="2934653" y="281940"/>
                  </a:cubicBezTo>
                  <a:cubicBezTo>
                    <a:pt x="2941320" y="282892"/>
                    <a:pt x="2949893" y="282892"/>
                    <a:pt x="2961323" y="282892"/>
                  </a:cubicBezTo>
                  <a:cubicBezTo>
                    <a:pt x="2966085" y="282892"/>
                    <a:pt x="2971800" y="282892"/>
                    <a:pt x="2979420" y="282892"/>
                  </a:cubicBezTo>
                  <a:cubicBezTo>
                    <a:pt x="2987040" y="282892"/>
                    <a:pt x="2992755" y="282892"/>
                    <a:pt x="2998470" y="281940"/>
                  </a:cubicBezTo>
                  <a:cubicBezTo>
                    <a:pt x="3003233" y="280987"/>
                    <a:pt x="3008948" y="280035"/>
                    <a:pt x="3014663" y="279082"/>
                  </a:cubicBezTo>
                  <a:cubicBezTo>
                    <a:pt x="3020378" y="278130"/>
                    <a:pt x="3024188" y="275272"/>
                    <a:pt x="3026093" y="273367"/>
                  </a:cubicBezTo>
                  <a:cubicBezTo>
                    <a:pt x="3032760" y="266700"/>
                    <a:pt x="3039428" y="256222"/>
                    <a:pt x="3046095" y="242887"/>
                  </a:cubicBezTo>
                  <a:cubicBezTo>
                    <a:pt x="3052763" y="229552"/>
                    <a:pt x="3057525" y="219075"/>
                    <a:pt x="3059430" y="213360"/>
                  </a:cubicBezTo>
                  <a:lnTo>
                    <a:pt x="3074670" y="213360"/>
                  </a:lnTo>
                  <a:lnTo>
                    <a:pt x="3074670" y="216217"/>
                  </a:lnTo>
                  <a:lnTo>
                    <a:pt x="3068955" y="302895"/>
                  </a:lnTo>
                  <a:lnTo>
                    <a:pt x="2824163" y="302895"/>
                  </a:lnTo>
                  <a:lnTo>
                    <a:pt x="2824163" y="287655"/>
                  </a:lnTo>
                  <a:cubicBezTo>
                    <a:pt x="2827973" y="287655"/>
                    <a:pt x="2833688" y="286702"/>
                    <a:pt x="2840355" y="285750"/>
                  </a:cubicBezTo>
                  <a:cubicBezTo>
                    <a:pt x="2847023" y="284797"/>
                    <a:pt x="2851785" y="283845"/>
                    <a:pt x="2853690" y="282892"/>
                  </a:cubicBezTo>
                  <a:cubicBezTo>
                    <a:pt x="2858453" y="280987"/>
                    <a:pt x="2861310" y="278130"/>
                    <a:pt x="2863215" y="274320"/>
                  </a:cubicBezTo>
                  <a:cubicBezTo>
                    <a:pt x="2865120" y="271462"/>
                    <a:pt x="2866073" y="266700"/>
                    <a:pt x="2866073" y="261937"/>
                  </a:cubicBezTo>
                  <a:lnTo>
                    <a:pt x="2866073" y="49530"/>
                  </a:lnTo>
                  <a:cubicBezTo>
                    <a:pt x="2866073" y="44767"/>
                    <a:pt x="2865120" y="40957"/>
                    <a:pt x="2864168" y="37147"/>
                  </a:cubicBezTo>
                  <a:cubicBezTo>
                    <a:pt x="2862263" y="33337"/>
                    <a:pt x="2859405" y="30480"/>
                    <a:pt x="2854643" y="28575"/>
                  </a:cubicBezTo>
                  <a:cubicBezTo>
                    <a:pt x="2850833" y="26670"/>
                    <a:pt x="2846070" y="24765"/>
                    <a:pt x="2839403" y="23812"/>
                  </a:cubicBezTo>
                  <a:cubicBezTo>
                    <a:pt x="2832735" y="22860"/>
                    <a:pt x="2827973" y="21907"/>
                    <a:pt x="2824163" y="20955"/>
                  </a:cubicBezTo>
                  <a:close/>
                  <a:moveTo>
                    <a:pt x="258128" y="5715"/>
                  </a:moveTo>
                  <a:lnTo>
                    <a:pt x="486728" y="5715"/>
                  </a:lnTo>
                  <a:lnTo>
                    <a:pt x="486728" y="76200"/>
                  </a:lnTo>
                  <a:lnTo>
                    <a:pt x="471488" y="76200"/>
                  </a:lnTo>
                  <a:cubicBezTo>
                    <a:pt x="468630" y="65722"/>
                    <a:pt x="462915" y="55245"/>
                    <a:pt x="453390" y="42862"/>
                  </a:cubicBezTo>
                  <a:cubicBezTo>
                    <a:pt x="443865" y="31432"/>
                    <a:pt x="435293" y="24765"/>
                    <a:pt x="426720" y="23812"/>
                  </a:cubicBezTo>
                  <a:cubicBezTo>
                    <a:pt x="421958" y="22860"/>
                    <a:pt x="417195" y="22860"/>
                    <a:pt x="411480" y="22860"/>
                  </a:cubicBezTo>
                  <a:cubicBezTo>
                    <a:pt x="405765" y="22860"/>
                    <a:pt x="399098" y="22860"/>
                    <a:pt x="391478" y="22860"/>
                  </a:cubicBezTo>
                  <a:lnTo>
                    <a:pt x="344805" y="22860"/>
                  </a:lnTo>
                  <a:lnTo>
                    <a:pt x="344805" y="139065"/>
                  </a:lnTo>
                  <a:lnTo>
                    <a:pt x="378143" y="139065"/>
                  </a:lnTo>
                  <a:cubicBezTo>
                    <a:pt x="388620" y="139065"/>
                    <a:pt x="396240" y="138112"/>
                    <a:pt x="401003" y="136207"/>
                  </a:cubicBezTo>
                  <a:cubicBezTo>
                    <a:pt x="405765" y="134302"/>
                    <a:pt x="410528" y="130492"/>
                    <a:pt x="414338" y="125730"/>
                  </a:cubicBezTo>
                  <a:cubicBezTo>
                    <a:pt x="417195" y="121920"/>
                    <a:pt x="420053" y="116205"/>
                    <a:pt x="421958" y="109537"/>
                  </a:cubicBezTo>
                  <a:cubicBezTo>
                    <a:pt x="423863" y="102870"/>
                    <a:pt x="425768" y="96202"/>
                    <a:pt x="425768" y="90487"/>
                  </a:cubicBezTo>
                  <a:lnTo>
                    <a:pt x="441008" y="90487"/>
                  </a:lnTo>
                  <a:lnTo>
                    <a:pt x="441008" y="206692"/>
                  </a:lnTo>
                  <a:lnTo>
                    <a:pt x="425768" y="206692"/>
                  </a:lnTo>
                  <a:cubicBezTo>
                    <a:pt x="424815" y="200025"/>
                    <a:pt x="423863" y="193357"/>
                    <a:pt x="421005" y="185737"/>
                  </a:cubicBezTo>
                  <a:cubicBezTo>
                    <a:pt x="419100" y="178117"/>
                    <a:pt x="416243" y="173355"/>
                    <a:pt x="413385" y="169545"/>
                  </a:cubicBezTo>
                  <a:cubicBezTo>
                    <a:pt x="409575" y="163830"/>
                    <a:pt x="403860" y="160972"/>
                    <a:pt x="399098" y="159067"/>
                  </a:cubicBezTo>
                  <a:cubicBezTo>
                    <a:pt x="393383" y="157162"/>
                    <a:pt x="386715" y="156210"/>
                    <a:pt x="377190" y="156210"/>
                  </a:cubicBezTo>
                  <a:lnTo>
                    <a:pt x="343853" y="156210"/>
                  </a:lnTo>
                  <a:lnTo>
                    <a:pt x="343853" y="244792"/>
                  </a:lnTo>
                  <a:cubicBezTo>
                    <a:pt x="343853" y="253365"/>
                    <a:pt x="344805" y="260985"/>
                    <a:pt x="345758" y="265747"/>
                  </a:cubicBezTo>
                  <a:cubicBezTo>
                    <a:pt x="346710" y="270510"/>
                    <a:pt x="349568" y="274320"/>
                    <a:pt x="353378" y="277177"/>
                  </a:cubicBezTo>
                  <a:cubicBezTo>
                    <a:pt x="357188" y="280035"/>
                    <a:pt x="361950" y="281940"/>
                    <a:pt x="367665" y="281940"/>
                  </a:cubicBezTo>
                  <a:cubicBezTo>
                    <a:pt x="373380" y="282892"/>
                    <a:pt x="382905" y="282892"/>
                    <a:pt x="394335" y="282892"/>
                  </a:cubicBezTo>
                  <a:cubicBezTo>
                    <a:pt x="399098" y="282892"/>
                    <a:pt x="404813" y="282892"/>
                    <a:pt x="412433" y="282892"/>
                  </a:cubicBezTo>
                  <a:cubicBezTo>
                    <a:pt x="420053" y="282892"/>
                    <a:pt x="425768" y="282892"/>
                    <a:pt x="431483" y="281940"/>
                  </a:cubicBezTo>
                  <a:cubicBezTo>
                    <a:pt x="436245" y="280987"/>
                    <a:pt x="441960" y="280035"/>
                    <a:pt x="447675" y="279082"/>
                  </a:cubicBezTo>
                  <a:cubicBezTo>
                    <a:pt x="453390" y="278130"/>
                    <a:pt x="457200" y="275272"/>
                    <a:pt x="460058" y="273367"/>
                  </a:cubicBezTo>
                  <a:cubicBezTo>
                    <a:pt x="466725" y="266700"/>
                    <a:pt x="473393" y="256222"/>
                    <a:pt x="480060" y="242887"/>
                  </a:cubicBezTo>
                  <a:cubicBezTo>
                    <a:pt x="486728" y="229552"/>
                    <a:pt x="491490" y="219075"/>
                    <a:pt x="493395" y="213360"/>
                  </a:cubicBezTo>
                  <a:lnTo>
                    <a:pt x="508635" y="213360"/>
                  </a:lnTo>
                  <a:lnTo>
                    <a:pt x="508635" y="216217"/>
                  </a:lnTo>
                  <a:lnTo>
                    <a:pt x="502920" y="302895"/>
                  </a:lnTo>
                  <a:lnTo>
                    <a:pt x="258128" y="302895"/>
                  </a:lnTo>
                  <a:lnTo>
                    <a:pt x="258128" y="287655"/>
                  </a:lnTo>
                  <a:cubicBezTo>
                    <a:pt x="261938" y="287655"/>
                    <a:pt x="267653" y="286702"/>
                    <a:pt x="274320" y="285750"/>
                  </a:cubicBezTo>
                  <a:cubicBezTo>
                    <a:pt x="280988" y="284797"/>
                    <a:pt x="285750" y="283845"/>
                    <a:pt x="287655" y="282892"/>
                  </a:cubicBezTo>
                  <a:cubicBezTo>
                    <a:pt x="292418" y="280987"/>
                    <a:pt x="295275" y="278130"/>
                    <a:pt x="297180" y="274320"/>
                  </a:cubicBezTo>
                  <a:cubicBezTo>
                    <a:pt x="299085" y="271462"/>
                    <a:pt x="300038" y="266700"/>
                    <a:pt x="300038" y="261937"/>
                  </a:cubicBezTo>
                  <a:lnTo>
                    <a:pt x="300038" y="49530"/>
                  </a:lnTo>
                  <a:cubicBezTo>
                    <a:pt x="300038" y="44767"/>
                    <a:pt x="299085" y="40957"/>
                    <a:pt x="298133" y="37147"/>
                  </a:cubicBezTo>
                  <a:cubicBezTo>
                    <a:pt x="296228" y="33337"/>
                    <a:pt x="293370" y="30480"/>
                    <a:pt x="288608" y="28575"/>
                  </a:cubicBezTo>
                  <a:cubicBezTo>
                    <a:pt x="284798" y="26670"/>
                    <a:pt x="280035" y="24765"/>
                    <a:pt x="273368" y="23812"/>
                  </a:cubicBezTo>
                  <a:cubicBezTo>
                    <a:pt x="266700" y="22860"/>
                    <a:pt x="261938" y="21907"/>
                    <a:pt x="258128" y="20955"/>
                  </a:cubicBezTo>
                  <a:close/>
                  <a:moveTo>
                    <a:pt x="3640456" y="4763"/>
                  </a:moveTo>
                  <a:lnTo>
                    <a:pt x="3773806" y="4763"/>
                  </a:lnTo>
                  <a:lnTo>
                    <a:pt x="3773806" y="20003"/>
                  </a:lnTo>
                  <a:cubicBezTo>
                    <a:pt x="3769043" y="20003"/>
                    <a:pt x="3764281" y="20955"/>
                    <a:pt x="3758565" y="21908"/>
                  </a:cubicBezTo>
                  <a:cubicBezTo>
                    <a:pt x="3752850" y="22860"/>
                    <a:pt x="3747136" y="23813"/>
                    <a:pt x="3743325" y="25718"/>
                  </a:cubicBezTo>
                  <a:cubicBezTo>
                    <a:pt x="3737611" y="27623"/>
                    <a:pt x="3734753" y="30480"/>
                    <a:pt x="3732848" y="33338"/>
                  </a:cubicBezTo>
                  <a:cubicBezTo>
                    <a:pt x="3730943" y="37148"/>
                    <a:pt x="3729990" y="40958"/>
                    <a:pt x="3729990" y="45720"/>
                  </a:cubicBezTo>
                  <a:lnTo>
                    <a:pt x="3729990" y="259080"/>
                  </a:lnTo>
                  <a:cubicBezTo>
                    <a:pt x="3729990" y="263843"/>
                    <a:pt x="3730943" y="267653"/>
                    <a:pt x="3732848" y="271463"/>
                  </a:cubicBezTo>
                  <a:cubicBezTo>
                    <a:pt x="3734753" y="275273"/>
                    <a:pt x="3738563" y="278130"/>
                    <a:pt x="3743325" y="280035"/>
                  </a:cubicBezTo>
                  <a:cubicBezTo>
                    <a:pt x="3746183" y="280988"/>
                    <a:pt x="3750945" y="281940"/>
                    <a:pt x="3757613" y="283845"/>
                  </a:cubicBezTo>
                  <a:cubicBezTo>
                    <a:pt x="3764281" y="284798"/>
                    <a:pt x="3769995" y="285750"/>
                    <a:pt x="3774758" y="285750"/>
                  </a:cubicBezTo>
                  <a:lnTo>
                    <a:pt x="3774758" y="302895"/>
                  </a:lnTo>
                  <a:lnTo>
                    <a:pt x="3772853" y="302895"/>
                  </a:lnTo>
                  <a:lnTo>
                    <a:pt x="3639503" y="302895"/>
                  </a:lnTo>
                  <a:lnTo>
                    <a:pt x="3639503" y="287655"/>
                  </a:lnTo>
                  <a:cubicBezTo>
                    <a:pt x="3643313" y="287655"/>
                    <a:pt x="3649028" y="286703"/>
                    <a:pt x="3655695" y="286703"/>
                  </a:cubicBezTo>
                  <a:cubicBezTo>
                    <a:pt x="3662363" y="285750"/>
                    <a:pt x="3668078" y="285750"/>
                    <a:pt x="3670936" y="283845"/>
                  </a:cubicBezTo>
                  <a:cubicBezTo>
                    <a:pt x="3675698" y="281940"/>
                    <a:pt x="3678556" y="280035"/>
                    <a:pt x="3681413" y="276225"/>
                  </a:cubicBezTo>
                  <a:cubicBezTo>
                    <a:pt x="3683318" y="273368"/>
                    <a:pt x="3684270" y="268605"/>
                    <a:pt x="3684270" y="262890"/>
                  </a:cubicBezTo>
                  <a:lnTo>
                    <a:pt x="3684270" y="48578"/>
                  </a:lnTo>
                  <a:cubicBezTo>
                    <a:pt x="3684270" y="43815"/>
                    <a:pt x="3683318" y="40005"/>
                    <a:pt x="3682365" y="36195"/>
                  </a:cubicBezTo>
                  <a:cubicBezTo>
                    <a:pt x="3680461" y="33338"/>
                    <a:pt x="3677603" y="30480"/>
                    <a:pt x="3671888" y="27623"/>
                  </a:cubicBezTo>
                  <a:cubicBezTo>
                    <a:pt x="3668078" y="25718"/>
                    <a:pt x="3662363" y="24765"/>
                    <a:pt x="3655695" y="22860"/>
                  </a:cubicBezTo>
                  <a:cubicBezTo>
                    <a:pt x="3649028" y="20955"/>
                    <a:pt x="3644265" y="20955"/>
                    <a:pt x="3640456" y="20003"/>
                  </a:cubicBezTo>
                  <a:close/>
                  <a:moveTo>
                    <a:pt x="2371725" y="4763"/>
                  </a:moveTo>
                  <a:lnTo>
                    <a:pt x="2505075" y="4763"/>
                  </a:lnTo>
                  <a:lnTo>
                    <a:pt x="2505075" y="20003"/>
                  </a:lnTo>
                  <a:cubicBezTo>
                    <a:pt x="2500312" y="20003"/>
                    <a:pt x="2495550" y="20955"/>
                    <a:pt x="2489835" y="21908"/>
                  </a:cubicBezTo>
                  <a:cubicBezTo>
                    <a:pt x="2484120" y="22860"/>
                    <a:pt x="2478405" y="23813"/>
                    <a:pt x="2474595" y="25718"/>
                  </a:cubicBezTo>
                  <a:cubicBezTo>
                    <a:pt x="2468880" y="27623"/>
                    <a:pt x="2466022" y="30480"/>
                    <a:pt x="2464117" y="33338"/>
                  </a:cubicBezTo>
                  <a:cubicBezTo>
                    <a:pt x="2462212" y="37148"/>
                    <a:pt x="2461260" y="40958"/>
                    <a:pt x="2461260" y="45720"/>
                  </a:cubicBezTo>
                  <a:lnTo>
                    <a:pt x="2461260" y="259080"/>
                  </a:lnTo>
                  <a:cubicBezTo>
                    <a:pt x="2461260" y="263843"/>
                    <a:pt x="2462212" y="267653"/>
                    <a:pt x="2464117" y="271463"/>
                  </a:cubicBezTo>
                  <a:cubicBezTo>
                    <a:pt x="2466022" y="275273"/>
                    <a:pt x="2469832" y="278130"/>
                    <a:pt x="2474595" y="280035"/>
                  </a:cubicBezTo>
                  <a:cubicBezTo>
                    <a:pt x="2477452" y="280988"/>
                    <a:pt x="2482215" y="281940"/>
                    <a:pt x="2488882" y="283845"/>
                  </a:cubicBezTo>
                  <a:cubicBezTo>
                    <a:pt x="2495550" y="284798"/>
                    <a:pt x="2501265" y="285750"/>
                    <a:pt x="2506027" y="285750"/>
                  </a:cubicBezTo>
                  <a:lnTo>
                    <a:pt x="2506027" y="302895"/>
                  </a:lnTo>
                  <a:lnTo>
                    <a:pt x="2503170" y="302895"/>
                  </a:lnTo>
                  <a:lnTo>
                    <a:pt x="2369820" y="302895"/>
                  </a:lnTo>
                  <a:lnTo>
                    <a:pt x="2369820" y="287655"/>
                  </a:lnTo>
                  <a:cubicBezTo>
                    <a:pt x="2373630" y="287655"/>
                    <a:pt x="2379345" y="286703"/>
                    <a:pt x="2386012" y="286703"/>
                  </a:cubicBezTo>
                  <a:cubicBezTo>
                    <a:pt x="2392680" y="285750"/>
                    <a:pt x="2398395" y="285750"/>
                    <a:pt x="2401252" y="283845"/>
                  </a:cubicBezTo>
                  <a:cubicBezTo>
                    <a:pt x="2406015" y="281940"/>
                    <a:pt x="2408872" y="280035"/>
                    <a:pt x="2411730" y="276225"/>
                  </a:cubicBezTo>
                  <a:cubicBezTo>
                    <a:pt x="2413635" y="273368"/>
                    <a:pt x="2414587" y="268605"/>
                    <a:pt x="2414587" y="262890"/>
                  </a:cubicBezTo>
                  <a:lnTo>
                    <a:pt x="2414587" y="48578"/>
                  </a:lnTo>
                  <a:cubicBezTo>
                    <a:pt x="2414587" y="43815"/>
                    <a:pt x="2413635" y="40005"/>
                    <a:pt x="2412682" y="36195"/>
                  </a:cubicBezTo>
                  <a:cubicBezTo>
                    <a:pt x="2410777" y="33338"/>
                    <a:pt x="2407920" y="30480"/>
                    <a:pt x="2402205" y="27623"/>
                  </a:cubicBezTo>
                  <a:cubicBezTo>
                    <a:pt x="2398395" y="25718"/>
                    <a:pt x="2392680" y="24765"/>
                    <a:pt x="2386965" y="22860"/>
                  </a:cubicBezTo>
                  <a:cubicBezTo>
                    <a:pt x="2380297" y="20955"/>
                    <a:pt x="2375535" y="20955"/>
                    <a:pt x="2371725" y="20003"/>
                  </a:cubicBezTo>
                  <a:close/>
                  <a:moveTo>
                    <a:pt x="827723" y="4763"/>
                  </a:moveTo>
                  <a:lnTo>
                    <a:pt x="961073" y="4763"/>
                  </a:lnTo>
                  <a:lnTo>
                    <a:pt x="961073" y="20003"/>
                  </a:lnTo>
                  <a:cubicBezTo>
                    <a:pt x="956310" y="20003"/>
                    <a:pt x="951548" y="20955"/>
                    <a:pt x="945833" y="21908"/>
                  </a:cubicBezTo>
                  <a:cubicBezTo>
                    <a:pt x="940118" y="22860"/>
                    <a:pt x="934403" y="23813"/>
                    <a:pt x="930593" y="25718"/>
                  </a:cubicBezTo>
                  <a:cubicBezTo>
                    <a:pt x="924878" y="27623"/>
                    <a:pt x="922020" y="30480"/>
                    <a:pt x="920115" y="33338"/>
                  </a:cubicBezTo>
                  <a:cubicBezTo>
                    <a:pt x="918210" y="37148"/>
                    <a:pt x="917258" y="40958"/>
                    <a:pt x="917258" y="45720"/>
                  </a:cubicBezTo>
                  <a:lnTo>
                    <a:pt x="917258" y="259080"/>
                  </a:lnTo>
                  <a:cubicBezTo>
                    <a:pt x="917258" y="263843"/>
                    <a:pt x="918210" y="267653"/>
                    <a:pt x="920115" y="271463"/>
                  </a:cubicBezTo>
                  <a:cubicBezTo>
                    <a:pt x="922020" y="275273"/>
                    <a:pt x="925830" y="278130"/>
                    <a:pt x="930593" y="280035"/>
                  </a:cubicBezTo>
                  <a:cubicBezTo>
                    <a:pt x="933450" y="280988"/>
                    <a:pt x="938213" y="281940"/>
                    <a:pt x="944880" y="283845"/>
                  </a:cubicBezTo>
                  <a:cubicBezTo>
                    <a:pt x="951548" y="284798"/>
                    <a:pt x="957263" y="285750"/>
                    <a:pt x="962025" y="285750"/>
                  </a:cubicBezTo>
                  <a:lnTo>
                    <a:pt x="962025" y="302895"/>
                  </a:lnTo>
                  <a:lnTo>
                    <a:pt x="961073" y="302895"/>
                  </a:lnTo>
                  <a:lnTo>
                    <a:pt x="827723" y="302895"/>
                  </a:lnTo>
                  <a:lnTo>
                    <a:pt x="827723" y="287655"/>
                  </a:lnTo>
                  <a:cubicBezTo>
                    <a:pt x="831533" y="287655"/>
                    <a:pt x="837248" y="286703"/>
                    <a:pt x="843915" y="286703"/>
                  </a:cubicBezTo>
                  <a:cubicBezTo>
                    <a:pt x="850583" y="285750"/>
                    <a:pt x="856298" y="285750"/>
                    <a:pt x="859155" y="283845"/>
                  </a:cubicBezTo>
                  <a:cubicBezTo>
                    <a:pt x="863918" y="281940"/>
                    <a:pt x="866775" y="280035"/>
                    <a:pt x="868680" y="276225"/>
                  </a:cubicBezTo>
                  <a:cubicBezTo>
                    <a:pt x="870585" y="273368"/>
                    <a:pt x="871538" y="268605"/>
                    <a:pt x="871538" y="262890"/>
                  </a:cubicBezTo>
                  <a:lnTo>
                    <a:pt x="871538" y="48578"/>
                  </a:lnTo>
                  <a:cubicBezTo>
                    <a:pt x="871538" y="43815"/>
                    <a:pt x="870585" y="40005"/>
                    <a:pt x="869633" y="36195"/>
                  </a:cubicBezTo>
                  <a:cubicBezTo>
                    <a:pt x="867728" y="33338"/>
                    <a:pt x="864870" y="30480"/>
                    <a:pt x="859155" y="27623"/>
                  </a:cubicBezTo>
                  <a:cubicBezTo>
                    <a:pt x="855345" y="25718"/>
                    <a:pt x="849630" y="24765"/>
                    <a:pt x="842963" y="22860"/>
                  </a:cubicBezTo>
                  <a:cubicBezTo>
                    <a:pt x="836295" y="20955"/>
                    <a:pt x="831533" y="20955"/>
                    <a:pt x="827723" y="20003"/>
                  </a:cubicBezTo>
                  <a:close/>
                  <a:moveTo>
                    <a:pt x="3500437" y="1905"/>
                  </a:moveTo>
                  <a:cubicBezTo>
                    <a:pt x="3513773" y="1905"/>
                    <a:pt x="3526155" y="3810"/>
                    <a:pt x="3536632" y="8572"/>
                  </a:cubicBezTo>
                  <a:cubicBezTo>
                    <a:pt x="3547110" y="12382"/>
                    <a:pt x="3556635" y="18097"/>
                    <a:pt x="3566160" y="22860"/>
                  </a:cubicBezTo>
                  <a:lnTo>
                    <a:pt x="3574732" y="8572"/>
                  </a:lnTo>
                  <a:lnTo>
                    <a:pt x="3590925" y="8572"/>
                  </a:lnTo>
                  <a:lnTo>
                    <a:pt x="3592830" y="106680"/>
                  </a:lnTo>
                  <a:lnTo>
                    <a:pt x="3575685" y="106680"/>
                  </a:lnTo>
                  <a:cubicBezTo>
                    <a:pt x="3572827" y="95250"/>
                    <a:pt x="3569018" y="84772"/>
                    <a:pt x="3565207" y="74295"/>
                  </a:cubicBezTo>
                  <a:cubicBezTo>
                    <a:pt x="3561398" y="63817"/>
                    <a:pt x="3556635" y="55245"/>
                    <a:pt x="3549968" y="46672"/>
                  </a:cubicBezTo>
                  <a:cubicBezTo>
                    <a:pt x="3544252" y="39052"/>
                    <a:pt x="3536632" y="32385"/>
                    <a:pt x="3528060" y="27622"/>
                  </a:cubicBezTo>
                  <a:cubicBezTo>
                    <a:pt x="3519487" y="22860"/>
                    <a:pt x="3509010" y="20002"/>
                    <a:pt x="3496627" y="20002"/>
                  </a:cubicBezTo>
                  <a:cubicBezTo>
                    <a:pt x="3483293" y="20002"/>
                    <a:pt x="3471862" y="23812"/>
                    <a:pt x="3463290" y="32385"/>
                  </a:cubicBezTo>
                  <a:cubicBezTo>
                    <a:pt x="3453765" y="40957"/>
                    <a:pt x="3449002" y="51435"/>
                    <a:pt x="3449002" y="63817"/>
                  </a:cubicBezTo>
                  <a:cubicBezTo>
                    <a:pt x="3449002" y="76200"/>
                    <a:pt x="3451860" y="87630"/>
                    <a:pt x="3457575" y="95250"/>
                  </a:cubicBezTo>
                  <a:cubicBezTo>
                    <a:pt x="3463290" y="103822"/>
                    <a:pt x="3471862" y="110490"/>
                    <a:pt x="3483293" y="116205"/>
                  </a:cubicBezTo>
                  <a:cubicBezTo>
                    <a:pt x="3493770" y="120967"/>
                    <a:pt x="3503295" y="125730"/>
                    <a:pt x="3512820" y="128587"/>
                  </a:cubicBezTo>
                  <a:cubicBezTo>
                    <a:pt x="3522345" y="132397"/>
                    <a:pt x="3531870" y="136207"/>
                    <a:pt x="3541395" y="140017"/>
                  </a:cubicBezTo>
                  <a:cubicBezTo>
                    <a:pt x="3549968" y="143827"/>
                    <a:pt x="3557587" y="147637"/>
                    <a:pt x="3565207" y="152400"/>
                  </a:cubicBezTo>
                  <a:cubicBezTo>
                    <a:pt x="3575685" y="156210"/>
                    <a:pt x="3582352" y="161925"/>
                    <a:pt x="3588068" y="167640"/>
                  </a:cubicBezTo>
                  <a:cubicBezTo>
                    <a:pt x="3593782" y="174307"/>
                    <a:pt x="3598545" y="181927"/>
                    <a:pt x="3602355" y="190500"/>
                  </a:cubicBezTo>
                  <a:cubicBezTo>
                    <a:pt x="3605212" y="199072"/>
                    <a:pt x="3607118" y="208597"/>
                    <a:pt x="3607118" y="219075"/>
                  </a:cubicBezTo>
                  <a:cubicBezTo>
                    <a:pt x="3607118" y="244792"/>
                    <a:pt x="3597593" y="266700"/>
                    <a:pt x="3578543" y="283845"/>
                  </a:cubicBezTo>
                  <a:cubicBezTo>
                    <a:pt x="3559493" y="300990"/>
                    <a:pt x="3535680" y="309562"/>
                    <a:pt x="3507105" y="309562"/>
                  </a:cubicBezTo>
                  <a:cubicBezTo>
                    <a:pt x="3493770" y="309562"/>
                    <a:pt x="3480435" y="307657"/>
                    <a:pt x="3468052" y="302895"/>
                  </a:cubicBezTo>
                  <a:cubicBezTo>
                    <a:pt x="3454718" y="298132"/>
                    <a:pt x="3443287" y="293370"/>
                    <a:pt x="3433762" y="287655"/>
                  </a:cubicBezTo>
                  <a:lnTo>
                    <a:pt x="3425190" y="302895"/>
                  </a:lnTo>
                  <a:lnTo>
                    <a:pt x="3408998" y="302895"/>
                  </a:lnTo>
                  <a:lnTo>
                    <a:pt x="3406140" y="201930"/>
                  </a:lnTo>
                  <a:lnTo>
                    <a:pt x="3422332" y="201930"/>
                  </a:lnTo>
                  <a:cubicBezTo>
                    <a:pt x="3426143" y="214312"/>
                    <a:pt x="3429952" y="225742"/>
                    <a:pt x="3434715" y="236220"/>
                  </a:cubicBezTo>
                  <a:cubicBezTo>
                    <a:pt x="3439477" y="246697"/>
                    <a:pt x="3445193" y="256222"/>
                    <a:pt x="3452812" y="264795"/>
                  </a:cubicBezTo>
                  <a:cubicBezTo>
                    <a:pt x="3460432" y="273367"/>
                    <a:pt x="3469005" y="280035"/>
                    <a:pt x="3478530" y="284797"/>
                  </a:cubicBezTo>
                  <a:cubicBezTo>
                    <a:pt x="3488055" y="289560"/>
                    <a:pt x="3499485" y="292417"/>
                    <a:pt x="3511868" y="292417"/>
                  </a:cubicBezTo>
                  <a:cubicBezTo>
                    <a:pt x="3521393" y="292417"/>
                    <a:pt x="3529965" y="291465"/>
                    <a:pt x="3536632" y="288607"/>
                  </a:cubicBezTo>
                  <a:cubicBezTo>
                    <a:pt x="3544252" y="285750"/>
                    <a:pt x="3549968" y="282892"/>
                    <a:pt x="3553777" y="278130"/>
                  </a:cubicBezTo>
                  <a:cubicBezTo>
                    <a:pt x="3558540" y="273367"/>
                    <a:pt x="3561398" y="268605"/>
                    <a:pt x="3563302" y="261937"/>
                  </a:cubicBezTo>
                  <a:cubicBezTo>
                    <a:pt x="3565207" y="256222"/>
                    <a:pt x="3566160" y="248602"/>
                    <a:pt x="3566160" y="240982"/>
                  </a:cubicBezTo>
                  <a:cubicBezTo>
                    <a:pt x="3566160" y="229552"/>
                    <a:pt x="3563302" y="218122"/>
                    <a:pt x="3556635" y="207645"/>
                  </a:cubicBezTo>
                  <a:cubicBezTo>
                    <a:pt x="3549968" y="197167"/>
                    <a:pt x="3540443" y="189547"/>
                    <a:pt x="3527107" y="184785"/>
                  </a:cubicBezTo>
                  <a:cubicBezTo>
                    <a:pt x="3518535" y="180975"/>
                    <a:pt x="3508057" y="177165"/>
                    <a:pt x="3495675" y="172402"/>
                  </a:cubicBezTo>
                  <a:cubicBezTo>
                    <a:pt x="3484245" y="167640"/>
                    <a:pt x="3473768" y="163830"/>
                    <a:pt x="3465195" y="160020"/>
                  </a:cubicBezTo>
                  <a:cubicBezTo>
                    <a:pt x="3448050" y="152400"/>
                    <a:pt x="3435668" y="142875"/>
                    <a:pt x="3426143" y="130492"/>
                  </a:cubicBezTo>
                  <a:cubicBezTo>
                    <a:pt x="3416618" y="118110"/>
                    <a:pt x="3411855" y="102870"/>
                    <a:pt x="3411855" y="82867"/>
                  </a:cubicBezTo>
                  <a:cubicBezTo>
                    <a:pt x="3411855" y="71437"/>
                    <a:pt x="3413760" y="60960"/>
                    <a:pt x="3418523" y="51435"/>
                  </a:cubicBezTo>
                  <a:cubicBezTo>
                    <a:pt x="3423285" y="41910"/>
                    <a:pt x="3429952" y="33337"/>
                    <a:pt x="3437573" y="25717"/>
                  </a:cubicBezTo>
                  <a:cubicBezTo>
                    <a:pt x="3445193" y="18097"/>
                    <a:pt x="3454718" y="12382"/>
                    <a:pt x="3466148" y="8572"/>
                  </a:cubicBezTo>
                  <a:cubicBezTo>
                    <a:pt x="3476625" y="4762"/>
                    <a:pt x="3488055" y="1905"/>
                    <a:pt x="3500437" y="1905"/>
                  </a:cubicBezTo>
                  <a:close/>
                  <a:moveTo>
                    <a:pt x="1459230" y="0"/>
                  </a:moveTo>
                  <a:cubicBezTo>
                    <a:pt x="1475423" y="0"/>
                    <a:pt x="1490663" y="1905"/>
                    <a:pt x="1503045" y="6667"/>
                  </a:cubicBezTo>
                  <a:cubicBezTo>
                    <a:pt x="1515428" y="10477"/>
                    <a:pt x="1525905" y="15240"/>
                    <a:pt x="1535430" y="20955"/>
                  </a:cubicBezTo>
                  <a:lnTo>
                    <a:pt x="1544003" y="6667"/>
                  </a:lnTo>
                  <a:lnTo>
                    <a:pt x="1560195" y="6667"/>
                  </a:lnTo>
                  <a:lnTo>
                    <a:pt x="1562100" y="109537"/>
                  </a:lnTo>
                  <a:lnTo>
                    <a:pt x="1544955" y="109537"/>
                  </a:lnTo>
                  <a:cubicBezTo>
                    <a:pt x="1542098" y="98107"/>
                    <a:pt x="1538288" y="86677"/>
                    <a:pt x="1534478" y="76200"/>
                  </a:cubicBezTo>
                  <a:cubicBezTo>
                    <a:pt x="1530668" y="64770"/>
                    <a:pt x="1524953" y="55245"/>
                    <a:pt x="1518285" y="46672"/>
                  </a:cubicBezTo>
                  <a:cubicBezTo>
                    <a:pt x="1511618" y="38100"/>
                    <a:pt x="1503045" y="30480"/>
                    <a:pt x="1493520" y="25717"/>
                  </a:cubicBezTo>
                  <a:cubicBezTo>
                    <a:pt x="1483995" y="20002"/>
                    <a:pt x="1472565" y="18097"/>
                    <a:pt x="1458278" y="18097"/>
                  </a:cubicBezTo>
                  <a:cubicBezTo>
                    <a:pt x="1443990" y="18097"/>
                    <a:pt x="1430655" y="20955"/>
                    <a:pt x="1418273" y="27622"/>
                  </a:cubicBezTo>
                  <a:cubicBezTo>
                    <a:pt x="1406843" y="33337"/>
                    <a:pt x="1396365" y="42862"/>
                    <a:pt x="1387793" y="54292"/>
                  </a:cubicBezTo>
                  <a:cubicBezTo>
                    <a:pt x="1379220" y="65722"/>
                    <a:pt x="1372553" y="80010"/>
                    <a:pt x="1368743" y="97155"/>
                  </a:cubicBezTo>
                  <a:cubicBezTo>
                    <a:pt x="1363980" y="114300"/>
                    <a:pt x="1362075" y="133350"/>
                    <a:pt x="1362075" y="155257"/>
                  </a:cubicBezTo>
                  <a:cubicBezTo>
                    <a:pt x="1362075" y="174307"/>
                    <a:pt x="1363980" y="191452"/>
                    <a:pt x="1368743" y="208597"/>
                  </a:cubicBezTo>
                  <a:cubicBezTo>
                    <a:pt x="1373505" y="224790"/>
                    <a:pt x="1380173" y="239077"/>
                    <a:pt x="1388745" y="251460"/>
                  </a:cubicBezTo>
                  <a:cubicBezTo>
                    <a:pt x="1397318" y="263842"/>
                    <a:pt x="1407795" y="273367"/>
                    <a:pt x="1421130" y="280987"/>
                  </a:cubicBezTo>
                  <a:cubicBezTo>
                    <a:pt x="1434465" y="287655"/>
                    <a:pt x="1448753" y="291465"/>
                    <a:pt x="1464945" y="291465"/>
                  </a:cubicBezTo>
                  <a:cubicBezTo>
                    <a:pt x="1477328" y="291465"/>
                    <a:pt x="1487805" y="289560"/>
                    <a:pt x="1498283" y="285750"/>
                  </a:cubicBezTo>
                  <a:cubicBezTo>
                    <a:pt x="1508760" y="281940"/>
                    <a:pt x="1515428" y="278130"/>
                    <a:pt x="1519238" y="274320"/>
                  </a:cubicBezTo>
                  <a:cubicBezTo>
                    <a:pt x="1520190" y="266700"/>
                    <a:pt x="1521143" y="260032"/>
                    <a:pt x="1521143" y="252412"/>
                  </a:cubicBezTo>
                  <a:cubicBezTo>
                    <a:pt x="1521143" y="244792"/>
                    <a:pt x="1521143" y="239077"/>
                    <a:pt x="1521143" y="233362"/>
                  </a:cubicBezTo>
                  <a:lnTo>
                    <a:pt x="1521143" y="217170"/>
                  </a:lnTo>
                  <a:cubicBezTo>
                    <a:pt x="1521143" y="211455"/>
                    <a:pt x="1520190" y="205740"/>
                    <a:pt x="1518285" y="201930"/>
                  </a:cubicBezTo>
                  <a:cubicBezTo>
                    <a:pt x="1516380" y="197167"/>
                    <a:pt x="1513523" y="194310"/>
                    <a:pt x="1508760" y="192405"/>
                  </a:cubicBezTo>
                  <a:cubicBezTo>
                    <a:pt x="1503998" y="190500"/>
                    <a:pt x="1498283" y="188595"/>
                    <a:pt x="1489710" y="187642"/>
                  </a:cubicBezTo>
                  <a:cubicBezTo>
                    <a:pt x="1482090" y="186690"/>
                    <a:pt x="1475423" y="185737"/>
                    <a:pt x="1471613" y="185737"/>
                  </a:cubicBezTo>
                  <a:lnTo>
                    <a:pt x="1471613" y="170497"/>
                  </a:lnTo>
                  <a:lnTo>
                    <a:pt x="1601153" y="170497"/>
                  </a:lnTo>
                  <a:lnTo>
                    <a:pt x="1601153" y="184785"/>
                  </a:lnTo>
                  <a:cubicBezTo>
                    <a:pt x="1597343" y="184785"/>
                    <a:pt x="1593533" y="185737"/>
                    <a:pt x="1587818" y="186690"/>
                  </a:cubicBezTo>
                  <a:cubicBezTo>
                    <a:pt x="1582103" y="187642"/>
                    <a:pt x="1577340" y="188595"/>
                    <a:pt x="1574483" y="190500"/>
                  </a:cubicBezTo>
                  <a:cubicBezTo>
                    <a:pt x="1570673" y="192405"/>
                    <a:pt x="1567815" y="195262"/>
                    <a:pt x="1565910" y="199072"/>
                  </a:cubicBezTo>
                  <a:cubicBezTo>
                    <a:pt x="1564005" y="202882"/>
                    <a:pt x="1563053" y="207645"/>
                    <a:pt x="1563053" y="212407"/>
                  </a:cubicBezTo>
                  <a:lnTo>
                    <a:pt x="1563053" y="235267"/>
                  </a:lnTo>
                  <a:cubicBezTo>
                    <a:pt x="1563053" y="252412"/>
                    <a:pt x="1563053" y="262890"/>
                    <a:pt x="1563053" y="268605"/>
                  </a:cubicBezTo>
                  <a:cubicBezTo>
                    <a:pt x="1563053" y="274320"/>
                    <a:pt x="1563053" y="279082"/>
                    <a:pt x="1564005" y="282892"/>
                  </a:cubicBezTo>
                  <a:cubicBezTo>
                    <a:pt x="1545908" y="291465"/>
                    <a:pt x="1526858" y="297180"/>
                    <a:pt x="1508760" y="301942"/>
                  </a:cubicBezTo>
                  <a:cubicBezTo>
                    <a:pt x="1490663" y="306705"/>
                    <a:pt x="1472565" y="308610"/>
                    <a:pt x="1454468" y="308610"/>
                  </a:cubicBezTo>
                  <a:cubicBezTo>
                    <a:pt x="1435418" y="308610"/>
                    <a:pt x="1417320" y="304800"/>
                    <a:pt x="1400175" y="298132"/>
                  </a:cubicBezTo>
                  <a:cubicBezTo>
                    <a:pt x="1383030" y="291465"/>
                    <a:pt x="1367790" y="280987"/>
                    <a:pt x="1354455" y="267652"/>
                  </a:cubicBezTo>
                  <a:cubicBezTo>
                    <a:pt x="1341120" y="254317"/>
                    <a:pt x="1330643" y="238125"/>
                    <a:pt x="1323023" y="220027"/>
                  </a:cubicBezTo>
                  <a:cubicBezTo>
                    <a:pt x="1315403" y="200977"/>
                    <a:pt x="1311593" y="180022"/>
                    <a:pt x="1311593" y="157162"/>
                  </a:cubicBezTo>
                  <a:cubicBezTo>
                    <a:pt x="1311593" y="134302"/>
                    <a:pt x="1315403" y="113347"/>
                    <a:pt x="1323023" y="94297"/>
                  </a:cubicBezTo>
                  <a:cubicBezTo>
                    <a:pt x="1330643" y="75247"/>
                    <a:pt x="1341120" y="58102"/>
                    <a:pt x="1354455" y="43815"/>
                  </a:cubicBezTo>
                  <a:cubicBezTo>
                    <a:pt x="1367790" y="29527"/>
                    <a:pt x="1383030" y="19050"/>
                    <a:pt x="1401128" y="11430"/>
                  </a:cubicBezTo>
                  <a:cubicBezTo>
                    <a:pt x="1419225" y="3810"/>
                    <a:pt x="1439228" y="0"/>
                    <a:pt x="14592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îṩľiḋè"/>
            <p:cNvSpPr/>
            <p:nvPr/>
          </p:nvSpPr>
          <p:spPr>
            <a:xfrm>
              <a:off x="5032507" y="2563067"/>
              <a:ext cx="4352940" cy="1239475"/>
            </a:xfrm>
            <a:custGeom>
              <a:avLst/>
              <a:gdLst>
                <a:gd name="connsiteX0" fmla="*/ 1911219 w 4352938"/>
                <a:gd name="connsiteY0" fmla="*/ 884984 h 1239475"/>
                <a:gd name="connsiteX1" fmla="*/ 2030282 w 4352938"/>
                <a:gd name="connsiteY1" fmla="*/ 953564 h 1239475"/>
                <a:gd name="connsiteX2" fmla="*/ 2055047 w 4352938"/>
                <a:gd name="connsiteY2" fmla="*/ 991664 h 1239475"/>
                <a:gd name="connsiteX3" fmla="*/ 2047427 w 4352938"/>
                <a:gd name="connsiteY3" fmla="*/ 1067864 h 1239475"/>
                <a:gd name="connsiteX4" fmla="*/ 1974085 w 4352938"/>
                <a:gd name="connsiteY4" fmla="*/ 1093581 h 1239475"/>
                <a:gd name="connsiteX5" fmla="*/ 1923602 w 4352938"/>
                <a:gd name="connsiteY5" fmla="*/ 1040241 h 1239475"/>
                <a:gd name="connsiteX6" fmla="*/ 1903600 w 4352938"/>
                <a:gd name="connsiteY6" fmla="*/ 1022144 h 1239475"/>
                <a:gd name="connsiteX7" fmla="*/ 1888359 w 4352938"/>
                <a:gd name="connsiteY7" fmla="*/ 887841 h 1239475"/>
                <a:gd name="connsiteX8" fmla="*/ 1911219 w 4352938"/>
                <a:gd name="connsiteY8" fmla="*/ 884984 h 1239475"/>
                <a:gd name="connsiteX9" fmla="*/ 3037075 w 4352938"/>
                <a:gd name="connsiteY9" fmla="*/ 831644 h 1239475"/>
                <a:gd name="connsiteX10" fmla="*/ 3118038 w 4352938"/>
                <a:gd name="connsiteY10" fmla="*/ 880221 h 1239475"/>
                <a:gd name="connsiteX11" fmla="*/ 3217097 w 4352938"/>
                <a:gd name="connsiteY11" fmla="*/ 1004046 h 1239475"/>
                <a:gd name="connsiteX12" fmla="*/ 3140897 w 4352938"/>
                <a:gd name="connsiteY12" fmla="*/ 1054529 h 1239475"/>
                <a:gd name="connsiteX13" fmla="*/ 3072318 w 4352938"/>
                <a:gd name="connsiteY13" fmla="*/ 1031669 h 1239475"/>
                <a:gd name="connsiteX14" fmla="*/ 3057077 w 4352938"/>
                <a:gd name="connsiteY14" fmla="*/ 970709 h 1239475"/>
                <a:gd name="connsiteX15" fmla="*/ 3052315 w 4352938"/>
                <a:gd name="connsiteY15" fmla="*/ 947849 h 1239475"/>
                <a:gd name="connsiteX16" fmla="*/ 3029455 w 4352938"/>
                <a:gd name="connsiteY16" fmla="*/ 836406 h 1239475"/>
                <a:gd name="connsiteX17" fmla="*/ 3037075 w 4352938"/>
                <a:gd name="connsiteY17" fmla="*/ 831644 h 1239475"/>
                <a:gd name="connsiteX18" fmla="*/ 4031485 w 4352938"/>
                <a:gd name="connsiteY18" fmla="*/ 816404 h 1239475"/>
                <a:gd name="connsiteX19" fmla="*/ 4124830 w 4352938"/>
                <a:gd name="connsiteY19" fmla="*/ 826881 h 1239475"/>
                <a:gd name="connsiteX20" fmla="*/ 4142927 w 4352938"/>
                <a:gd name="connsiteY20" fmla="*/ 867839 h 1239475"/>
                <a:gd name="connsiteX21" fmla="*/ 4130545 w 4352938"/>
                <a:gd name="connsiteY21" fmla="*/ 901176 h 1239475"/>
                <a:gd name="connsiteX22" fmla="*/ 4092445 w 4352938"/>
                <a:gd name="connsiteY22" fmla="*/ 936419 h 1239475"/>
                <a:gd name="connsiteX23" fmla="*/ 3998147 w 4352938"/>
                <a:gd name="connsiteY23" fmla="*/ 948801 h 1239475"/>
                <a:gd name="connsiteX24" fmla="*/ 3990527 w 4352938"/>
                <a:gd name="connsiteY24" fmla="*/ 959279 h 1239475"/>
                <a:gd name="connsiteX25" fmla="*/ 4016245 w 4352938"/>
                <a:gd name="connsiteY25" fmla="*/ 1030716 h 1239475"/>
                <a:gd name="connsiteX26" fmla="*/ 4021007 w 4352938"/>
                <a:gd name="connsiteY26" fmla="*/ 1061196 h 1239475"/>
                <a:gd name="connsiteX27" fmla="*/ 4028627 w 4352938"/>
                <a:gd name="connsiteY27" fmla="*/ 1104059 h 1239475"/>
                <a:gd name="connsiteX28" fmla="*/ 4010530 w 4352938"/>
                <a:gd name="connsiteY28" fmla="*/ 1142159 h 1239475"/>
                <a:gd name="connsiteX29" fmla="*/ 3990527 w 4352938"/>
                <a:gd name="connsiteY29" fmla="*/ 1175496 h 1239475"/>
                <a:gd name="connsiteX30" fmla="*/ 3940045 w 4352938"/>
                <a:gd name="connsiteY30" fmla="*/ 1183116 h 1239475"/>
                <a:gd name="connsiteX31" fmla="*/ 3917185 w 4352938"/>
                <a:gd name="connsiteY31" fmla="*/ 1203119 h 1239475"/>
                <a:gd name="connsiteX32" fmla="*/ 3828602 w 4352938"/>
                <a:gd name="connsiteY32" fmla="*/ 1185021 h 1239475"/>
                <a:gd name="connsiteX33" fmla="*/ 3782882 w 4352938"/>
                <a:gd name="connsiteY33" fmla="*/ 1162161 h 1239475"/>
                <a:gd name="connsiteX34" fmla="*/ 3778120 w 4352938"/>
                <a:gd name="connsiteY34" fmla="*/ 1144064 h 1239475"/>
                <a:gd name="connsiteX35" fmla="*/ 3782882 w 4352938"/>
                <a:gd name="connsiteY35" fmla="*/ 1144064 h 1239475"/>
                <a:gd name="connsiteX36" fmla="*/ 3843843 w 4352938"/>
                <a:gd name="connsiteY36" fmla="*/ 1141206 h 1239475"/>
                <a:gd name="connsiteX37" fmla="*/ 3930520 w 4352938"/>
                <a:gd name="connsiteY37" fmla="*/ 1110726 h 1239475"/>
                <a:gd name="connsiteX38" fmla="*/ 3945760 w 4352938"/>
                <a:gd name="connsiteY38" fmla="*/ 1087866 h 1239475"/>
                <a:gd name="connsiteX39" fmla="*/ 3938140 w 4352938"/>
                <a:gd name="connsiteY39" fmla="*/ 1049766 h 1239475"/>
                <a:gd name="connsiteX40" fmla="*/ 3940997 w 4352938"/>
                <a:gd name="connsiteY40" fmla="*/ 996426 h 1239475"/>
                <a:gd name="connsiteX41" fmla="*/ 3933377 w 4352938"/>
                <a:gd name="connsiteY41" fmla="*/ 978329 h 1239475"/>
                <a:gd name="connsiteX42" fmla="*/ 3872418 w 4352938"/>
                <a:gd name="connsiteY42" fmla="*/ 996426 h 1239475"/>
                <a:gd name="connsiteX43" fmla="*/ 3823840 w 4352938"/>
                <a:gd name="connsiteY43" fmla="*/ 1004046 h 1239475"/>
                <a:gd name="connsiteX44" fmla="*/ 3770500 w 4352938"/>
                <a:gd name="connsiteY44" fmla="*/ 1029764 h 1239475"/>
                <a:gd name="connsiteX45" fmla="*/ 3645722 w 4352938"/>
                <a:gd name="connsiteY45" fmla="*/ 1110726 h 1239475"/>
                <a:gd name="connsiteX46" fmla="*/ 3589525 w 4352938"/>
                <a:gd name="connsiteY46" fmla="*/ 1128824 h 1239475"/>
                <a:gd name="connsiteX47" fmla="*/ 3566665 w 4352938"/>
                <a:gd name="connsiteY47" fmla="*/ 1118346 h 1239475"/>
                <a:gd name="connsiteX48" fmla="*/ 3561902 w 4352938"/>
                <a:gd name="connsiteY48" fmla="*/ 1101201 h 1239475"/>
                <a:gd name="connsiteX49" fmla="*/ 3526660 w 4352938"/>
                <a:gd name="connsiteY49" fmla="*/ 1017381 h 1239475"/>
                <a:gd name="connsiteX50" fmla="*/ 3554282 w 4352938"/>
                <a:gd name="connsiteY50" fmla="*/ 989759 h 1239475"/>
                <a:gd name="connsiteX51" fmla="*/ 3589525 w 4352938"/>
                <a:gd name="connsiteY51" fmla="*/ 986901 h 1239475"/>
                <a:gd name="connsiteX52" fmla="*/ 3630482 w 4352938"/>
                <a:gd name="connsiteY52" fmla="*/ 961184 h 1239475"/>
                <a:gd name="connsiteX53" fmla="*/ 3656200 w 4352938"/>
                <a:gd name="connsiteY53" fmla="*/ 956421 h 1239475"/>
                <a:gd name="connsiteX54" fmla="*/ 3752402 w 4352938"/>
                <a:gd name="connsiteY54" fmla="*/ 910701 h 1239475"/>
                <a:gd name="connsiteX55" fmla="*/ 3897182 w 4352938"/>
                <a:gd name="connsiteY55" fmla="*/ 854504 h 1239475"/>
                <a:gd name="connsiteX56" fmla="*/ 4031485 w 4352938"/>
                <a:gd name="connsiteY56" fmla="*/ 816404 h 1239475"/>
                <a:gd name="connsiteX57" fmla="*/ 281492 w 4352938"/>
                <a:gd name="connsiteY57" fmla="*/ 738299 h 1239475"/>
                <a:gd name="connsiteX58" fmla="*/ 205292 w 4352938"/>
                <a:gd name="connsiteY58" fmla="*/ 794496 h 1239475"/>
                <a:gd name="connsiteX59" fmla="*/ 174812 w 4352938"/>
                <a:gd name="connsiteY59" fmla="*/ 832596 h 1239475"/>
                <a:gd name="connsiteX60" fmla="*/ 170049 w 4352938"/>
                <a:gd name="connsiteY60" fmla="*/ 850694 h 1239475"/>
                <a:gd name="connsiteX61" fmla="*/ 96707 w 4352938"/>
                <a:gd name="connsiteY61" fmla="*/ 951659 h 1239475"/>
                <a:gd name="connsiteX62" fmla="*/ 63369 w 4352938"/>
                <a:gd name="connsiteY62" fmla="*/ 1009761 h 1239475"/>
                <a:gd name="connsiteX63" fmla="*/ 70989 w 4352938"/>
                <a:gd name="connsiteY63" fmla="*/ 1012619 h 1239475"/>
                <a:gd name="connsiteX64" fmla="*/ 134807 w 4352938"/>
                <a:gd name="connsiteY64" fmla="*/ 1002141 h 1239475"/>
                <a:gd name="connsiteX65" fmla="*/ 177669 w 4352938"/>
                <a:gd name="connsiteY65" fmla="*/ 971661 h 1239475"/>
                <a:gd name="connsiteX66" fmla="*/ 226247 w 4352938"/>
                <a:gd name="connsiteY66" fmla="*/ 953564 h 1239475"/>
                <a:gd name="connsiteX67" fmla="*/ 253869 w 4352938"/>
                <a:gd name="connsiteY67" fmla="*/ 933561 h 1239475"/>
                <a:gd name="connsiteX68" fmla="*/ 291969 w 4352938"/>
                <a:gd name="connsiteY68" fmla="*/ 907844 h 1239475"/>
                <a:gd name="connsiteX69" fmla="*/ 291969 w 4352938"/>
                <a:gd name="connsiteY69" fmla="*/ 874506 h 1239475"/>
                <a:gd name="connsiteX70" fmla="*/ 293874 w 4352938"/>
                <a:gd name="connsiteY70" fmla="*/ 829739 h 1239475"/>
                <a:gd name="connsiteX71" fmla="*/ 293874 w 4352938"/>
                <a:gd name="connsiteY71" fmla="*/ 741156 h 1239475"/>
                <a:gd name="connsiteX72" fmla="*/ 281492 w 4352938"/>
                <a:gd name="connsiteY72" fmla="*/ 738299 h 1239475"/>
                <a:gd name="connsiteX73" fmla="*/ 1852924 w 4352938"/>
                <a:gd name="connsiteY73" fmla="*/ 577625 h 1239475"/>
                <a:gd name="connsiteX74" fmla="*/ 1952177 w 4352938"/>
                <a:gd name="connsiteY74" fmla="*/ 596377 h 1239475"/>
                <a:gd name="connsiteX75" fmla="*/ 1959798 w 4352938"/>
                <a:gd name="connsiteY75" fmla="*/ 616379 h 1239475"/>
                <a:gd name="connsiteX76" fmla="*/ 1903600 w 4352938"/>
                <a:gd name="connsiteY76" fmla="*/ 659242 h 1239475"/>
                <a:gd name="connsiteX77" fmla="*/ 1888360 w 4352938"/>
                <a:gd name="connsiteY77" fmla="*/ 682102 h 1239475"/>
                <a:gd name="connsiteX78" fmla="*/ 1875977 w 4352938"/>
                <a:gd name="connsiteY78" fmla="*/ 684959 h 1239475"/>
                <a:gd name="connsiteX79" fmla="*/ 1863595 w 4352938"/>
                <a:gd name="connsiteY79" fmla="*/ 704962 h 1239475"/>
                <a:gd name="connsiteX80" fmla="*/ 1835973 w 4352938"/>
                <a:gd name="connsiteY80" fmla="*/ 724964 h 1239475"/>
                <a:gd name="connsiteX81" fmla="*/ 1808350 w 4352938"/>
                <a:gd name="connsiteY81" fmla="*/ 755444 h 1239475"/>
                <a:gd name="connsiteX82" fmla="*/ 1762630 w 4352938"/>
                <a:gd name="connsiteY82" fmla="*/ 804022 h 1239475"/>
                <a:gd name="connsiteX83" fmla="*/ 1795967 w 4352938"/>
                <a:gd name="connsiteY83" fmla="*/ 785924 h 1239475"/>
                <a:gd name="connsiteX84" fmla="*/ 1882645 w 4352938"/>
                <a:gd name="connsiteY84" fmla="*/ 783067 h 1239475"/>
                <a:gd name="connsiteX85" fmla="*/ 1893123 w 4352938"/>
                <a:gd name="connsiteY85" fmla="*/ 809737 h 1239475"/>
                <a:gd name="connsiteX86" fmla="*/ 1867405 w 4352938"/>
                <a:gd name="connsiteY86" fmla="*/ 843074 h 1239475"/>
                <a:gd name="connsiteX87" fmla="*/ 1773107 w 4352938"/>
                <a:gd name="connsiteY87" fmla="*/ 901177 h 1239475"/>
                <a:gd name="connsiteX88" fmla="*/ 1724530 w 4352938"/>
                <a:gd name="connsiteY88" fmla="*/ 942134 h 1239475"/>
                <a:gd name="connsiteX89" fmla="*/ 1742627 w 4352938"/>
                <a:gd name="connsiteY89" fmla="*/ 1025954 h 1239475"/>
                <a:gd name="connsiteX90" fmla="*/ 1770250 w 4352938"/>
                <a:gd name="connsiteY90" fmla="*/ 1233599 h 1239475"/>
                <a:gd name="connsiteX91" fmla="*/ 1762630 w 4352938"/>
                <a:gd name="connsiteY91" fmla="*/ 1236457 h 1239475"/>
                <a:gd name="connsiteX92" fmla="*/ 1729292 w 4352938"/>
                <a:gd name="connsiteY92" fmla="*/ 1236457 h 1239475"/>
                <a:gd name="connsiteX93" fmla="*/ 1709290 w 4352938"/>
                <a:gd name="connsiteY93" fmla="*/ 1213597 h 1239475"/>
                <a:gd name="connsiteX94" fmla="*/ 1709290 w 4352938"/>
                <a:gd name="connsiteY94" fmla="*/ 1190737 h 1239475"/>
                <a:gd name="connsiteX95" fmla="*/ 1691192 w 4352938"/>
                <a:gd name="connsiteY95" fmla="*/ 1167877 h 1239475"/>
                <a:gd name="connsiteX96" fmla="*/ 1637852 w 4352938"/>
                <a:gd name="connsiteY96" fmla="*/ 1145017 h 1239475"/>
                <a:gd name="connsiteX97" fmla="*/ 1637852 w 4352938"/>
                <a:gd name="connsiteY97" fmla="*/ 1129777 h 1239475"/>
                <a:gd name="connsiteX98" fmla="*/ 1653092 w 4352938"/>
                <a:gd name="connsiteY98" fmla="*/ 1109774 h 1239475"/>
                <a:gd name="connsiteX99" fmla="*/ 1675952 w 4352938"/>
                <a:gd name="connsiteY99" fmla="*/ 1105012 h 1239475"/>
                <a:gd name="connsiteX100" fmla="*/ 1688335 w 4352938"/>
                <a:gd name="connsiteY100" fmla="*/ 1048814 h 1239475"/>
                <a:gd name="connsiteX101" fmla="*/ 1675952 w 4352938"/>
                <a:gd name="connsiteY101" fmla="*/ 1015477 h 1239475"/>
                <a:gd name="connsiteX102" fmla="*/ 1668332 w 4352938"/>
                <a:gd name="connsiteY102" fmla="*/ 1012619 h 1239475"/>
                <a:gd name="connsiteX103" fmla="*/ 1645473 w 4352938"/>
                <a:gd name="connsiteY103" fmla="*/ 1027859 h 1239475"/>
                <a:gd name="connsiteX104" fmla="*/ 1617850 w 4352938"/>
                <a:gd name="connsiteY104" fmla="*/ 1058339 h 1239475"/>
                <a:gd name="connsiteX105" fmla="*/ 1605467 w 4352938"/>
                <a:gd name="connsiteY105" fmla="*/ 1063102 h 1239475"/>
                <a:gd name="connsiteX106" fmla="*/ 1587370 w 4352938"/>
                <a:gd name="connsiteY106" fmla="*/ 1093582 h 1239475"/>
                <a:gd name="connsiteX107" fmla="*/ 1554032 w 4352938"/>
                <a:gd name="connsiteY107" fmla="*/ 1121204 h 1239475"/>
                <a:gd name="connsiteX108" fmla="*/ 1450210 w 4352938"/>
                <a:gd name="connsiteY108" fmla="*/ 1230742 h 1239475"/>
                <a:gd name="connsiteX109" fmla="*/ 1355913 w 4352938"/>
                <a:gd name="connsiteY109" fmla="*/ 1104059 h 1239475"/>
                <a:gd name="connsiteX110" fmla="*/ 1394013 w 4352938"/>
                <a:gd name="connsiteY110" fmla="*/ 1093582 h 1239475"/>
                <a:gd name="connsiteX111" fmla="*/ 1419730 w 4352938"/>
                <a:gd name="connsiteY111" fmla="*/ 1101202 h 1239475"/>
                <a:gd name="connsiteX112" fmla="*/ 1434970 w 4352938"/>
                <a:gd name="connsiteY112" fmla="*/ 1085962 h 1239475"/>
                <a:gd name="connsiteX113" fmla="*/ 1470213 w 4352938"/>
                <a:gd name="connsiteY113" fmla="*/ 1070722 h 1239475"/>
                <a:gd name="connsiteX114" fmla="*/ 1490215 w 4352938"/>
                <a:gd name="connsiteY114" fmla="*/ 1052624 h 1239475"/>
                <a:gd name="connsiteX115" fmla="*/ 1525457 w 4352938"/>
                <a:gd name="connsiteY115" fmla="*/ 1037384 h 1239475"/>
                <a:gd name="connsiteX116" fmla="*/ 1612135 w 4352938"/>
                <a:gd name="connsiteY116" fmla="*/ 979282 h 1239475"/>
                <a:gd name="connsiteX117" fmla="*/ 1677857 w 4352938"/>
                <a:gd name="connsiteY117" fmla="*/ 921179 h 1239475"/>
                <a:gd name="connsiteX118" fmla="*/ 1650235 w 4352938"/>
                <a:gd name="connsiteY118" fmla="*/ 893557 h 1239475"/>
                <a:gd name="connsiteX119" fmla="*/ 1683573 w 4352938"/>
                <a:gd name="connsiteY119" fmla="*/ 812594 h 1239475"/>
                <a:gd name="connsiteX120" fmla="*/ 1660713 w 4352938"/>
                <a:gd name="connsiteY120" fmla="*/ 807832 h 1239475"/>
                <a:gd name="connsiteX121" fmla="*/ 1627375 w 4352938"/>
                <a:gd name="connsiteY121" fmla="*/ 818309 h 1239475"/>
                <a:gd name="connsiteX122" fmla="*/ 1627375 w 4352938"/>
                <a:gd name="connsiteY122" fmla="*/ 881174 h 1239475"/>
                <a:gd name="connsiteX123" fmla="*/ 1627375 w 4352938"/>
                <a:gd name="connsiteY123" fmla="*/ 882127 h 1239475"/>
                <a:gd name="connsiteX124" fmla="*/ 1624517 w 4352938"/>
                <a:gd name="connsiteY124" fmla="*/ 897367 h 1239475"/>
                <a:gd name="connsiteX125" fmla="*/ 1546413 w 4352938"/>
                <a:gd name="connsiteY125" fmla="*/ 999284 h 1239475"/>
                <a:gd name="connsiteX126" fmla="*/ 1515932 w 4352938"/>
                <a:gd name="connsiteY126" fmla="*/ 965947 h 1239475"/>
                <a:gd name="connsiteX127" fmla="*/ 1508313 w 4352938"/>
                <a:gd name="connsiteY127" fmla="*/ 938324 h 1239475"/>
                <a:gd name="connsiteX128" fmla="*/ 1493073 w 4352938"/>
                <a:gd name="connsiteY128" fmla="*/ 912607 h 1239475"/>
                <a:gd name="connsiteX129" fmla="*/ 1505455 w 4352938"/>
                <a:gd name="connsiteY129" fmla="*/ 744967 h 1239475"/>
                <a:gd name="connsiteX130" fmla="*/ 1502598 w 4352938"/>
                <a:gd name="connsiteY130" fmla="*/ 686864 h 1239475"/>
                <a:gd name="connsiteX131" fmla="*/ 1513075 w 4352938"/>
                <a:gd name="connsiteY131" fmla="*/ 682102 h 1239475"/>
                <a:gd name="connsiteX132" fmla="*/ 1523552 w 4352938"/>
                <a:gd name="connsiteY132" fmla="*/ 679244 h 1239475"/>
                <a:gd name="connsiteX133" fmla="*/ 1543555 w 4352938"/>
                <a:gd name="connsiteY133" fmla="*/ 689722 h 1239475"/>
                <a:gd name="connsiteX134" fmla="*/ 1584513 w 4352938"/>
                <a:gd name="connsiteY134" fmla="*/ 723059 h 1239475"/>
                <a:gd name="connsiteX135" fmla="*/ 1680715 w 4352938"/>
                <a:gd name="connsiteY135" fmla="*/ 664957 h 1239475"/>
                <a:gd name="connsiteX136" fmla="*/ 1723577 w 4352938"/>
                <a:gd name="connsiteY136" fmla="*/ 626857 h 1239475"/>
                <a:gd name="connsiteX137" fmla="*/ 1761677 w 4352938"/>
                <a:gd name="connsiteY137" fmla="*/ 622094 h 1239475"/>
                <a:gd name="connsiteX138" fmla="*/ 1774060 w 4352938"/>
                <a:gd name="connsiteY138" fmla="*/ 603997 h 1239475"/>
                <a:gd name="connsiteX139" fmla="*/ 1822638 w 4352938"/>
                <a:gd name="connsiteY139" fmla="*/ 581137 h 1239475"/>
                <a:gd name="connsiteX140" fmla="*/ 1852924 w 4352938"/>
                <a:gd name="connsiteY140" fmla="*/ 577625 h 1239475"/>
                <a:gd name="connsiteX141" fmla="*/ 3579047 w 4352938"/>
                <a:gd name="connsiteY141" fmla="*/ 530654 h 1239475"/>
                <a:gd name="connsiteX142" fmla="*/ 3604764 w 4352938"/>
                <a:gd name="connsiteY142" fmla="*/ 533511 h 1239475"/>
                <a:gd name="connsiteX143" fmla="*/ 3680964 w 4352938"/>
                <a:gd name="connsiteY143" fmla="*/ 644954 h 1239475"/>
                <a:gd name="connsiteX144" fmla="*/ 3642864 w 4352938"/>
                <a:gd name="connsiteY144" fmla="*/ 718296 h 1239475"/>
                <a:gd name="connsiteX145" fmla="*/ 3615242 w 4352938"/>
                <a:gd name="connsiteY145" fmla="*/ 718296 h 1239475"/>
                <a:gd name="connsiteX146" fmla="*/ 3587619 w 4352938"/>
                <a:gd name="connsiteY146" fmla="*/ 669719 h 1239475"/>
                <a:gd name="connsiteX147" fmla="*/ 3586667 w 4352938"/>
                <a:gd name="connsiteY147" fmla="*/ 619236 h 1239475"/>
                <a:gd name="connsiteX148" fmla="*/ 3579047 w 4352938"/>
                <a:gd name="connsiteY148" fmla="*/ 530654 h 1239475"/>
                <a:gd name="connsiteX149" fmla="*/ 1938842 w 4352938"/>
                <a:gd name="connsiteY149" fmla="*/ 307769 h 1239475"/>
                <a:gd name="connsiteX150" fmla="*/ 1969322 w 4352938"/>
                <a:gd name="connsiteY150" fmla="*/ 307769 h 1239475"/>
                <a:gd name="connsiteX151" fmla="*/ 1979799 w 4352938"/>
                <a:gd name="connsiteY151" fmla="*/ 333486 h 1239475"/>
                <a:gd name="connsiteX152" fmla="*/ 1946462 w 4352938"/>
                <a:gd name="connsiteY152" fmla="*/ 368729 h 1239475"/>
                <a:gd name="connsiteX153" fmla="*/ 1913124 w 4352938"/>
                <a:gd name="connsiteY153" fmla="*/ 373491 h 1239475"/>
                <a:gd name="connsiteX154" fmla="*/ 1832162 w 4352938"/>
                <a:gd name="connsiteY154" fmla="*/ 429689 h 1239475"/>
                <a:gd name="connsiteX155" fmla="*/ 1708337 w 4352938"/>
                <a:gd name="connsiteY155" fmla="*/ 546846 h 1239475"/>
                <a:gd name="connsiteX156" fmla="*/ 1629279 w 4352938"/>
                <a:gd name="connsiteY156" fmla="*/ 557324 h 1239475"/>
                <a:gd name="connsiteX157" fmla="*/ 1519742 w 4352938"/>
                <a:gd name="connsiteY157" fmla="*/ 498269 h 1239475"/>
                <a:gd name="connsiteX158" fmla="*/ 1524504 w 4352938"/>
                <a:gd name="connsiteY158" fmla="*/ 452549 h 1239475"/>
                <a:gd name="connsiteX159" fmla="*/ 1775964 w 4352938"/>
                <a:gd name="connsiteY159" fmla="*/ 351584 h 1239475"/>
                <a:gd name="connsiteX160" fmla="*/ 1798824 w 4352938"/>
                <a:gd name="connsiteY160" fmla="*/ 348726 h 1239475"/>
                <a:gd name="connsiteX161" fmla="*/ 1885501 w 4352938"/>
                <a:gd name="connsiteY161" fmla="*/ 318246 h 1239475"/>
                <a:gd name="connsiteX162" fmla="*/ 1938842 w 4352938"/>
                <a:gd name="connsiteY162" fmla="*/ 307769 h 1239475"/>
                <a:gd name="connsiteX163" fmla="*/ 667255 w 4352938"/>
                <a:gd name="connsiteY163" fmla="*/ 301102 h 1239475"/>
                <a:gd name="connsiteX164" fmla="*/ 717738 w 4352938"/>
                <a:gd name="connsiteY164" fmla="*/ 346822 h 1239475"/>
                <a:gd name="connsiteX165" fmla="*/ 819655 w 4352938"/>
                <a:gd name="connsiteY165" fmla="*/ 587804 h 1239475"/>
                <a:gd name="connsiteX166" fmla="*/ 845372 w 4352938"/>
                <a:gd name="connsiteY166" fmla="*/ 600187 h 1239475"/>
                <a:gd name="connsiteX167" fmla="*/ 875852 w 4352938"/>
                <a:gd name="connsiteY167" fmla="*/ 566849 h 1239475"/>
                <a:gd name="connsiteX168" fmla="*/ 921572 w 4352938"/>
                <a:gd name="connsiteY168" fmla="*/ 536369 h 1239475"/>
                <a:gd name="connsiteX169" fmla="*/ 921572 w 4352938"/>
                <a:gd name="connsiteY169" fmla="*/ 474457 h 1239475"/>
                <a:gd name="connsiteX170" fmla="*/ 921572 w 4352938"/>
                <a:gd name="connsiteY170" fmla="*/ 467789 h 1239475"/>
                <a:gd name="connsiteX171" fmla="*/ 927288 w 4352938"/>
                <a:gd name="connsiteY171" fmla="*/ 463027 h 1239475"/>
                <a:gd name="connsiteX172" fmla="*/ 949195 w 4352938"/>
                <a:gd name="connsiteY172" fmla="*/ 452549 h 1239475"/>
                <a:gd name="connsiteX173" fmla="*/ 959672 w 4352938"/>
                <a:gd name="connsiteY173" fmla="*/ 463027 h 1239475"/>
                <a:gd name="connsiteX174" fmla="*/ 962530 w 4352938"/>
                <a:gd name="connsiteY174" fmla="*/ 481124 h 1239475"/>
                <a:gd name="connsiteX175" fmla="*/ 988247 w 4352938"/>
                <a:gd name="connsiteY175" fmla="*/ 506842 h 1239475"/>
                <a:gd name="connsiteX176" fmla="*/ 1061590 w 4352938"/>
                <a:gd name="connsiteY176" fmla="*/ 537322 h 1239475"/>
                <a:gd name="connsiteX177" fmla="*/ 1061590 w 4352938"/>
                <a:gd name="connsiteY177" fmla="*/ 557324 h 1239475"/>
                <a:gd name="connsiteX178" fmla="*/ 1056827 w 4352938"/>
                <a:gd name="connsiteY178" fmla="*/ 598282 h 1239475"/>
                <a:gd name="connsiteX179" fmla="*/ 1003488 w 4352938"/>
                <a:gd name="connsiteY179" fmla="*/ 666862 h 1239475"/>
                <a:gd name="connsiteX180" fmla="*/ 934907 w 4352938"/>
                <a:gd name="connsiteY180" fmla="*/ 692579 h 1239475"/>
                <a:gd name="connsiteX181" fmla="*/ 846325 w 4352938"/>
                <a:gd name="connsiteY181" fmla="*/ 723059 h 1239475"/>
                <a:gd name="connsiteX182" fmla="*/ 849182 w 4352938"/>
                <a:gd name="connsiteY182" fmla="*/ 802117 h 1239475"/>
                <a:gd name="connsiteX183" fmla="*/ 783460 w 4352938"/>
                <a:gd name="connsiteY183" fmla="*/ 865934 h 1239475"/>
                <a:gd name="connsiteX184" fmla="*/ 786317 w 4352938"/>
                <a:gd name="connsiteY184" fmla="*/ 870697 h 1239475"/>
                <a:gd name="connsiteX185" fmla="*/ 882520 w 4352938"/>
                <a:gd name="connsiteY185" fmla="*/ 867839 h 1239475"/>
                <a:gd name="connsiteX186" fmla="*/ 958720 w 4352938"/>
                <a:gd name="connsiteY186" fmla="*/ 842122 h 1239475"/>
                <a:gd name="connsiteX187" fmla="*/ 984438 w 4352938"/>
                <a:gd name="connsiteY187" fmla="*/ 839264 h 1239475"/>
                <a:gd name="connsiteX188" fmla="*/ 1088260 w 4352938"/>
                <a:gd name="connsiteY188" fmla="*/ 808784 h 1239475"/>
                <a:gd name="connsiteX189" fmla="*/ 1095880 w 4352938"/>
                <a:gd name="connsiteY189" fmla="*/ 844027 h 1239475"/>
                <a:gd name="connsiteX190" fmla="*/ 1065400 w 4352938"/>
                <a:gd name="connsiteY190" fmla="*/ 900224 h 1239475"/>
                <a:gd name="connsiteX191" fmla="*/ 1009202 w 4352938"/>
                <a:gd name="connsiteY191" fmla="*/ 933562 h 1239475"/>
                <a:gd name="connsiteX192" fmla="*/ 897760 w 4352938"/>
                <a:gd name="connsiteY192" fmla="*/ 964042 h 1239475"/>
                <a:gd name="connsiteX193" fmla="*/ 859660 w 4352938"/>
                <a:gd name="connsiteY193" fmla="*/ 964042 h 1239475"/>
                <a:gd name="connsiteX194" fmla="*/ 829180 w 4352938"/>
                <a:gd name="connsiteY194" fmla="*/ 989759 h 1239475"/>
                <a:gd name="connsiteX195" fmla="*/ 710117 w 4352938"/>
                <a:gd name="connsiteY195" fmla="*/ 977377 h 1239475"/>
                <a:gd name="connsiteX196" fmla="*/ 638680 w 4352938"/>
                <a:gd name="connsiteY196" fmla="*/ 827834 h 1239475"/>
                <a:gd name="connsiteX197" fmla="*/ 631060 w 4352938"/>
                <a:gd name="connsiteY197" fmla="*/ 769732 h 1239475"/>
                <a:gd name="connsiteX198" fmla="*/ 592960 w 4352938"/>
                <a:gd name="connsiteY198" fmla="*/ 607807 h 1239475"/>
                <a:gd name="connsiteX199" fmla="*/ 608200 w 4352938"/>
                <a:gd name="connsiteY199" fmla="*/ 521129 h 1239475"/>
                <a:gd name="connsiteX200" fmla="*/ 643442 w 4352938"/>
                <a:gd name="connsiteY200" fmla="*/ 376349 h 1239475"/>
                <a:gd name="connsiteX201" fmla="*/ 644395 w 4352938"/>
                <a:gd name="connsiteY201" fmla="*/ 363014 h 1239475"/>
                <a:gd name="connsiteX202" fmla="*/ 667255 w 4352938"/>
                <a:gd name="connsiteY202" fmla="*/ 301102 h 1239475"/>
                <a:gd name="connsiteX203" fmla="*/ 4077204 w 4352938"/>
                <a:gd name="connsiteY203" fmla="*/ 290624 h 1239475"/>
                <a:gd name="connsiteX204" fmla="*/ 3993384 w 4352938"/>
                <a:gd name="connsiteY204" fmla="*/ 420164 h 1239475"/>
                <a:gd name="connsiteX205" fmla="*/ 4026721 w 4352938"/>
                <a:gd name="connsiteY205" fmla="*/ 445881 h 1239475"/>
                <a:gd name="connsiteX206" fmla="*/ 4049582 w 4352938"/>
                <a:gd name="connsiteY206" fmla="*/ 384921 h 1239475"/>
                <a:gd name="connsiteX207" fmla="*/ 4069584 w 4352938"/>
                <a:gd name="connsiteY207" fmla="*/ 382064 h 1239475"/>
                <a:gd name="connsiteX208" fmla="*/ 4092444 w 4352938"/>
                <a:gd name="connsiteY208" fmla="*/ 476361 h 1239475"/>
                <a:gd name="connsiteX209" fmla="*/ 4104827 w 4352938"/>
                <a:gd name="connsiteY209" fmla="*/ 479219 h 1239475"/>
                <a:gd name="connsiteX210" fmla="*/ 4130544 w 4352938"/>
                <a:gd name="connsiteY210" fmla="*/ 436356 h 1239475"/>
                <a:gd name="connsiteX211" fmla="*/ 4206744 w 4352938"/>
                <a:gd name="connsiteY211" fmla="*/ 318246 h 1239475"/>
                <a:gd name="connsiteX212" fmla="*/ 4077204 w 4352938"/>
                <a:gd name="connsiteY212" fmla="*/ 290624 h 1239475"/>
                <a:gd name="connsiteX213" fmla="*/ 3600002 w 4352938"/>
                <a:gd name="connsiteY213" fmla="*/ 256334 h 1239475"/>
                <a:gd name="connsiteX214" fmla="*/ 3663820 w 4352938"/>
                <a:gd name="connsiteY214" fmla="*/ 304912 h 1239475"/>
                <a:gd name="connsiteX215" fmla="*/ 3732400 w 4352938"/>
                <a:gd name="connsiteY215" fmla="*/ 340154 h 1239475"/>
                <a:gd name="connsiteX216" fmla="*/ 3834317 w 4352938"/>
                <a:gd name="connsiteY216" fmla="*/ 524939 h 1239475"/>
                <a:gd name="connsiteX217" fmla="*/ 3747640 w 4352938"/>
                <a:gd name="connsiteY217" fmla="*/ 590662 h 1239475"/>
                <a:gd name="connsiteX218" fmla="*/ 3699062 w 4352938"/>
                <a:gd name="connsiteY218" fmla="*/ 428737 h 1239475"/>
                <a:gd name="connsiteX219" fmla="*/ 3668582 w 4352938"/>
                <a:gd name="connsiteY219" fmla="*/ 398257 h 1239475"/>
                <a:gd name="connsiteX220" fmla="*/ 3615242 w 4352938"/>
                <a:gd name="connsiteY220" fmla="*/ 330629 h 1239475"/>
                <a:gd name="connsiteX221" fmla="*/ 3587620 w 4352938"/>
                <a:gd name="connsiteY221" fmla="*/ 307769 h 1239475"/>
                <a:gd name="connsiteX222" fmla="*/ 3587620 w 4352938"/>
                <a:gd name="connsiteY222" fmla="*/ 266812 h 1239475"/>
                <a:gd name="connsiteX223" fmla="*/ 3600002 w 4352938"/>
                <a:gd name="connsiteY223" fmla="*/ 256334 h 1239475"/>
                <a:gd name="connsiteX224" fmla="*/ 189099 w 4352938"/>
                <a:gd name="connsiteY224" fmla="*/ 169656 h 1239475"/>
                <a:gd name="connsiteX225" fmla="*/ 239582 w 4352938"/>
                <a:gd name="connsiteY225" fmla="*/ 207756 h 1239475"/>
                <a:gd name="connsiteX226" fmla="*/ 416747 w 4352938"/>
                <a:gd name="connsiteY226" fmla="*/ 339201 h 1239475"/>
                <a:gd name="connsiteX227" fmla="*/ 419604 w 4352938"/>
                <a:gd name="connsiteY227" fmla="*/ 407781 h 1239475"/>
                <a:gd name="connsiteX228" fmla="*/ 424367 w 4352938"/>
                <a:gd name="connsiteY228" fmla="*/ 506841 h 1239475"/>
                <a:gd name="connsiteX229" fmla="*/ 429129 w 4352938"/>
                <a:gd name="connsiteY229" fmla="*/ 550656 h 1239475"/>
                <a:gd name="connsiteX230" fmla="*/ 426272 w 4352938"/>
                <a:gd name="connsiteY230" fmla="*/ 629714 h 1239475"/>
                <a:gd name="connsiteX231" fmla="*/ 415794 w 4352938"/>
                <a:gd name="connsiteY231" fmla="*/ 822119 h 1239475"/>
                <a:gd name="connsiteX232" fmla="*/ 412937 w 4352938"/>
                <a:gd name="connsiteY232" fmla="*/ 885936 h 1239475"/>
                <a:gd name="connsiteX233" fmla="*/ 371979 w 4352938"/>
                <a:gd name="connsiteY233" fmla="*/ 1058339 h 1239475"/>
                <a:gd name="connsiteX234" fmla="*/ 333879 w 4352938"/>
                <a:gd name="connsiteY234" fmla="*/ 1119299 h 1239475"/>
                <a:gd name="connsiteX235" fmla="*/ 303399 w 4352938"/>
                <a:gd name="connsiteY235" fmla="*/ 1122156 h 1239475"/>
                <a:gd name="connsiteX236" fmla="*/ 291017 w 4352938"/>
                <a:gd name="connsiteY236" fmla="*/ 1020239 h 1239475"/>
                <a:gd name="connsiteX237" fmla="*/ 291017 w 4352938"/>
                <a:gd name="connsiteY237" fmla="*/ 984996 h 1239475"/>
                <a:gd name="connsiteX238" fmla="*/ 283397 w 4352938"/>
                <a:gd name="connsiteY238" fmla="*/ 984996 h 1239475"/>
                <a:gd name="connsiteX239" fmla="*/ 217674 w 4352938"/>
                <a:gd name="connsiteY239" fmla="*/ 1041194 h 1239475"/>
                <a:gd name="connsiteX240" fmla="*/ 205292 w 4352938"/>
                <a:gd name="connsiteY240" fmla="*/ 1056434 h 1239475"/>
                <a:gd name="connsiteX241" fmla="*/ 133854 w 4352938"/>
                <a:gd name="connsiteY241" fmla="*/ 1099296 h 1239475"/>
                <a:gd name="connsiteX242" fmla="*/ 80514 w 4352938"/>
                <a:gd name="connsiteY242" fmla="*/ 1152636 h 1239475"/>
                <a:gd name="connsiteX243" fmla="*/ 35747 w 4352938"/>
                <a:gd name="connsiteY243" fmla="*/ 1152636 h 1239475"/>
                <a:gd name="connsiteX244" fmla="*/ 31937 w 4352938"/>
                <a:gd name="connsiteY244" fmla="*/ 1149779 h 1239475"/>
                <a:gd name="connsiteX245" fmla="*/ 1457 w 4352938"/>
                <a:gd name="connsiteY245" fmla="*/ 1013571 h 1239475"/>
                <a:gd name="connsiteX246" fmla="*/ 3362 w 4352938"/>
                <a:gd name="connsiteY246" fmla="*/ 1004046 h 1239475"/>
                <a:gd name="connsiteX247" fmla="*/ 9077 w 4352938"/>
                <a:gd name="connsiteY247" fmla="*/ 998331 h 1239475"/>
                <a:gd name="connsiteX248" fmla="*/ 101469 w 4352938"/>
                <a:gd name="connsiteY248" fmla="*/ 814499 h 1239475"/>
                <a:gd name="connsiteX249" fmla="*/ 119567 w 4352938"/>
                <a:gd name="connsiteY249" fmla="*/ 750681 h 1239475"/>
                <a:gd name="connsiteX250" fmla="*/ 107184 w 4352938"/>
                <a:gd name="connsiteY250" fmla="*/ 694484 h 1239475"/>
                <a:gd name="connsiteX251" fmla="*/ 107184 w 4352938"/>
                <a:gd name="connsiteY251" fmla="*/ 674481 h 1239475"/>
                <a:gd name="connsiteX252" fmla="*/ 79562 w 4352938"/>
                <a:gd name="connsiteY252" fmla="*/ 623999 h 1239475"/>
                <a:gd name="connsiteX253" fmla="*/ 94802 w 4352938"/>
                <a:gd name="connsiteY253" fmla="*/ 611616 h 1239475"/>
                <a:gd name="connsiteX254" fmla="*/ 145284 w 4352938"/>
                <a:gd name="connsiteY254" fmla="*/ 631619 h 1239475"/>
                <a:gd name="connsiteX255" fmla="*/ 191004 w 4352938"/>
                <a:gd name="connsiteY255" fmla="*/ 636381 h 1239475"/>
                <a:gd name="connsiteX256" fmla="*/ 221484 w 4352938"/>
                <a:gd name="connsiteY256" fmla="*/ 659241 h 1239475"/>
                <a:gd name="connsiteX257" fmla="*/ 254822 w 4352938"/>
                <a:gd name="connsiteY257" fmla="*/ 664004 h 1239475"/>
                <a:gd name="connsiteX258" fmla="*/ 292922 w 4352938"/>
                <a:gd name="connsiteY258" fmla="*/ 689721 h 1239475"/>
                <a:gd name="connsiteX259" fmla="*/ 297684 w 4352938"/>
                <a:gd name="connsiteY259" fmla="*/ 631619 h 1239475"/>
                <a:gd name="connsiteX260" fmla="*/ 297684 w 4352938"/>
                <a:gd name="connsiteY260" fmla="*/ 581136 h 1239475"/>
                <a:gd name="connsiteX261" fmla="*/ 292922 w 4352938"/>
                <a:gd name="connsiteY261" fmla="*/ 370634 h 1239475"/>
                <a:gd name="connsiteX262" fmla="*/ 239582 w 4352938"/>
                <a:gd name="connsiteY262" fmla="*/ 302054 h 1239475"/>
                <a:gd name="connsiteX263" fmla="*/ 211959 w 4352938"/>
                <a:gd name="connsiteY263" fmla="*/ 259191 h 1239475"/>
                <a:gd name="connsiteX264" fmla="*/ 169097 w 4352938"/>
                <a:gd name="connsiteY264" fmla="*/ 187754 h 1239475"/>
                <a:gd name="connsiteX265" fmla="*/ 189099 w 4352938"/>
                <a:gd name="connsiteY265" fmla="*/ 169656 h 1239475"/>
                <a:gd name="connsiteX266" fmla="*/ 2741800 w 4352938"/>
                <a:gd name="connsiteY266" fmla="*/ 161084 h 1239475"/>
                <a:gd name="connsiteX267" fmla="*/ 2802760 w 4352938"/>
                <a:gd name="connsiteY267" fmla="*/ 173466 h 1239475"/>
                <a:gd name="connsiteX268" fmla="*/ 2836097 w 4352938"/>
                <a:gd name="connsiteY268" fmla="*/ 201089 h 1239475"/>
                <a:gd name="connsiteX269" fmla="*/ 2899915 w 4352938"/>
                <a:gd name="connsiteY269" fmla="*/ 243951 h 1239475"/>
                <a:gd name="connsiteX270" fmla="*/ 2904677 w 4352938"/>
                <a:gd name="connsiteY270" fmla="*/ 312531 h 1239475"/>
                <a:gd name="connsiteX271" fmla="*/ 2892295 w 4352938"/>
                <a:gd name="connsiteY271" fmla="*/ 327771 h 1239475"/>
                <a:gd name="connsiteX272" fmla="*/ 2892295 w 4352938"/>
                <a:gd name="connsiteY272" fmla="*/ 393494 h 1239475"/>
                <a:gd name="connsiteX273" fmla="*/ 2895152 w 4352938"/>
                <a:gd name="connsiteY273" fmla="*/ 565896 h 1239475"/>
                <a:gd name="connsiteX274" fmla="*/ 2899915 w 4352938"/>
                <a:gd name="connsiteY274" fmla="*/ 565896 h 1239475"/>
                <a:gd name="connsiteX275" fmla="*/ 2971352 w 4352938"/>
                <a:gd name="connsiteY275" fmla="*/ 520176 h 1239475"/>
                <a:gd name="connsiteX276" fmla="*/ 3123752 w 4352938"/>
                <a:gd name="connsiteY276" fmla="*/ 433499 h 1239475"/>
                <a:gd name="connsiteX277" fmla="*/ 3131372 w 4352938"/>
                <a:gd name="connsiteY277" fmla="*/ 468741 h 1239475"/>
                <a:gd name="connsiteX278" fmla="*/ 3113275 w 4352938"/>
                <a:gd name="connsiteY278" fmla="*/ 496364 h 1239475"/>
                <a:gd name="connsiteX279" fmla="*/ 3068507 w 4352938"/>
                <a:gd name="connsiteY279" fmla="*/ 544941 h 1239475"/>
                <a:gd name="connsiteX280" fmla="*/ 2987545 w 4352938"/>
                <a:gd name="connsiteY280" fmla="*/ 603044 h 1239475"/>
                <a:gd name="connsiteX281" fmla="*/ 2949445 w 4352938"/>
                <a:gd name="connsiteY281" fmla="*/ 638286 h 1239475"/>
                <a:gd name="connsiteX282" fmla="*/ 2891342 w 4352938"/>
                <a:gd name="connsiteY282" fmla="*/ 681149 h 1239475"/>
                <a:gd name="connsiteX283" fmla="*/ 2883722 w 4352938"/>
                <a:gd name="connsiteY283" fmla="*/ 734489 h 1239475"/>
                <a:gd name="connsiteX284" fmla="*/ 2845622 w 4352938"/>
                <a:gd name="connsiteY284" fmla="*/ 873554 h 1239475"/>
                <a:gd name="connsiteX285" fmla="*/ 2766565 w 4352938"/>
                <a:gd name="connsiteY285" fmla="*/ 952611 h 1239475"/>
                <a:gd name="connsiteX286" fmla="*/ 2472242 w 4352938"/>
                <a:gd name="connsiteY286" fmla="*/ 1074531 h 1239475"/>
                <a:gd name="connsiteX287" fmla="*/ 2472242 w 4352938"/>
                <a:gd name="connsiteY287" fmla="*/ 1069769 h 1239475"/>
                <a:gd name="connsiteX288" fmla="*/ 2497960 w 4352938"/>
                <a:gd name="connsiteY288" fmla="*/ 1028811 h 1239475"/>
                <a:gd name="connsiteX289" fmla="*/ 2538917 w 4352938"/>
                <a:gd name="connsiteY289" fmla="*/ 1003094 h 1239475"/>
                <a:gd name="connsiteX290" fmla="*/ 2558920 w 4352938"/>
                <a:gd name="connsiteY290" fmla="*/ 1000236 h 1239475"/>
                <a:gd name="connsiteX291" fmla="*/ 2586542 w 4352938"/>
                <a:gd name="connsiteY291" fmla="*/ 987854 h 1239475"/>
                <a:gd name="connsiteX292" fmla="*/ 2612260 w 4352938"/>
                <a:gd name="connsiteY292" fmla="*/ 972614 h 1239475"/>
                <a:gd name="connsiteX293" fmla="*/ 2736085 w 4352938"/>
                <a:gd name="connsiteY293" fmla="*/ 769731 h 1239475"/>
                <a:gd name="connsiteX294" fmla="*/ 2624642 w 4352938"/>
                <a:gd name="connsiteY294" fmla="*/ 804974 h 1239475"/>
                <a:gd name="connsiteX295" fmla="*/ 2601782 w 4352938"/>
                <a:gd name="connsiteY295" fmla="*/ 809736 h 1239475"/>
                <a:gd name="connsiteX296" fmla="*/ 2556062 w 4352938"/>
                <a:gd name="connsiteY296" fmla="*/ 850694 h 1239475"/>
                <a:gd name="connsiteX297" fmla="*/ 2492245 w 4352938"/>
                <a:gd name="connsiteY297" fmla="*/ 888794 h 1239475"/>
                <a:gd name="connsiteX298" fmla="*/ 2316985 w 4352938"/>
                <a:gd name="connsiteY298" fmla="*/ 942134 h 1239475"/>
                <a:gd name="connsiteX299" fmla="*/ 2289362 w 4352938"/>
                <a:gd name="connsiteY299" fmla="*/ 792591 h 1239475"/>
                <a:gd name="connsiteX300" fmla="*/ 2294125 w 4352938"/>
                <a:gd name="connsiteY300" fmla="*/ 784971 h 1239475"/>
                <a:gd name="connsiteX301" fmla="*/ 2304602 w 4352938"/>
                <a:gd name="connsiteY301" fmla="*/ 790686 h 1239475"/>
                <a:gd name="connsiteX302" fmla="*/ 2332225 w 4352938"/>
                <a:gd name="connsiteY302" fmla="*/ 824024 h 1239475"/>
                <a:gd name="connsiteX303" fmla="*/ 2352227 w 4352938"/>
                <a:gd name="connsiteY303" fmla="*/ 821166 h 1239475"/>
                <a:gd name="connsiteX304" fmla="*/ 2395090 w 4352938"/>
                <a:gd name="connsiteY304" fmla="*/ 805926 h 1239475"/>
                <a:gd name="connsiteX305" fmla="*/ 2422712 w 4352938"/>
                <a:gd name="connsiteY305" fmla="*/ 803069 h 1239475"/>
                <a:gd name="connsiteX306" fmla="*/ 2526535 w 4352938"/>
                <a:gd name="connsiteY306" fmla="*/ 744966 h 1239475"/>
                <a:gd name="connsiteX307" fmla="*/ 2587495 w 4352938"/>
                <a:gd name="connsiteY307" fmla="*/ 724964 h 1239475"/>
                <a:gd name="connsiteX308" fmla="*/ 2645597 w 4352938"/>
                <a:gd name="connsiteY308" fmla="*/ 699246 h 1239475"/>
                <a:gd name="connsiteX309" fmla="*/ 2759897 w 4352938"/>
                <a:gd name="connsiteY309" fmla="*/ 648764 h 1239475"/>
                <a:gd name="connsiteX310" fmla="*/ 2772280 w 4352938"/>
                <a:gd name="connsiteY310" fmla="*/ 546846 h 1239475"/>
                <a:gd name="connsiteX311" fmla="*/ 2767517 w 4352938"/>
                <a:gd name="connsiteY311" fmla="*/ 354441 h 1239475"/>
                <a:gd name="connsiteX312" fmla="*/ 2718940 w 4352938"/>
                <a:gd name="connsiteY312" fmla="*/ 171561 h 1239475"/>
                <a:gd name="connsiteX313" fmla="*/ 2741800 w 4352938"/>
                <a:gd name="connsiteY313" fmla="*/ 161084 h 1239475"/>
                <a:gd name="connsiteX314" fmla="*/ 4109589 w 4352938"/>
                <a:gd name="connsiteY314" fmla="*/ 20114 h 1239475"/>
                <a:gd name="connsiteX315" fmla="*/ 4147689 w 4352938"/>
                <a:gd name="connsiteY315" fmla="*/ 70596 h 1239475"/>
                <a:gd name="connsiteX316" fmla="*/ 4137212 w 4352938"/>
                <a:gd name="connsiteY316" fmla="*/ 126794 h 1239475"/>
                <a:gd name="connsiteX317" fmla="*/ 4083871 w 4352938"/>
                <a:gd name="connsiteY317" fmla="*/ 243951 h 1239475"/>
                <a:gd name="connsiteX318" fmla="*/ 4091492 w 4352938"/>
                <a:gd name="connsiteY318" fmla="*/ 246809 h 1239475"/>
                <a:gd name="connsiteX319" fmla="*/ 4157214 w 4352938"/>
                <a:gd name="connsiteY319" fmla="*/ 228711 h 1239475"/>
                <a:gd name="connsiteX320" fmla="*/ 4245796 w 4352938"/>
                <a:gd name="connsiteY320" fmla="*/ 202994 h 1239475"/>
                <a:gd name="connsiteX321" fmla="*/ 4276277 w 4352938"/>
                <a:gd name="connsiteY321" fmla="*/ 195374 h 1239475"/>
                <a:gd name="connsiteX322" fmla="*/ 4296279 w 4352938"/>
                <a:gd name="connsiteY322" fmla="*/ 207756 h 1239475"/>
                <a:gd name="connsiteX323" fmla="*/ 4346762 w 4352938"/>
                <a:gd name="connsiteY323" fmla="*/ 218234 h 1239475"/>
                <a:gd name="connsiteX324" fmla="*/ 4328664 w 4352938"/>
                <a:gd name="connsiteY324" fmla="*/ 306816 h 1239475"/>
                <a:gd name="connsiteX325" fmla="*/ 4211507 w 4352938"/>
                <a:gd name="connsiteY325" fmla="*/ 468741 h 1239475"/>
                <a:gd name="connsiteX326" fmla="*/ 4157214 w 4352938"/>
                <a:gd name="connsiteY326" fmla="*/ 521129 h 1239475"/>
                <a:gd name="connsiteX327" fmla="*/ 4210554 w 4352938"/>
                <a:gd name="connsiteY327" fmla="*/ 521129 h 1239475"/>
                <a:gd name="connsiteX328" fmla="*/ 4251512 w 4352938"/>
                <a:gd name="connsiteY328" fmla="*/ 533511 h 1239475"/>
                <a:gd name="connsiteX329" fmla="*/ 4167692 w 4352938"/>
                <a:gd name="connsiteY329" fmla="*/ 688769 h 1239475"/>
                <a:gd name="connsiteX330" fmla="*/ 4140069 w 4352938"/>
                <a:gd name="connsiteY330" fmla="*/ 716391 h 1239475"/>
                <a:gd name="connsiteX331" fmla="*/ 4083871 w 4352938"/>
                <a:gd name="connsiteY331" fmla="*/ 736394 h 1239475"/>
                <a:gd name="connsiteX332" fmla="*/ 3989574 w 4352938"/>
                <a:gd name="connsiteY332" fmla="*/ 779256 h 1239475"/>
                <a:gd name="connsiteX333" fmla="*/ 3986717 w 4352938"/>
                <a:gd name="connsiteY333" fmla="*/ 753539 h 1239475"/>
                <a:gd name="connsiteX334" fmla="*/ 4044819 w 4352938"/>
                <a:gd name="connsiteY334" fmla="*/ 703056 h 1239475"/>
                <a:gd name="connsiteX335" fmla="*/ 4064821 w 4352938"/>
                <a:gd name="connsiteY335" fmla="*/ 675434 h 1239475"/>
                <a:gd name="connsiteX336" fmla="*/ 4105779 w 4352938"/>
                <a:gd name="connsiteY336" fmla="*/ 637334 h 1239475"/>
                <a:gd name="connsiteX337" fmla="*/ 4113399 w 4352938"/>
                <a:gd name="connsiteY337" fmla="*/ 617331 h 1239475"/>
                <a:gd name="connsiteX338" fmla="*/ 4136259 w 4352938"/>
                <a:gd name="connsiteY338" fmla="*/ 583994 h 1239475"/>
                <a:gd name="connsiteX339" fmla="*/ 4123877 w 4352938"/>
                <a:gd name="connsiteY339" fmla="*/ 583994 h 1239475"/>
                <a:gd name="connsiteX340" fmla="*/ 4081014 w 4352938"/>
                <a:gd name="connsiteY340" fmla="*/ 609711 h 1239475"/>
                <a:gd name="connsiteX341" fmla="*/ 4027674 w 4352938"/>
                <a:gd name="connsiteY341" fmla="*/ 660194 h 1239475"/>
                <a:gd name="connsiteX342" fmla="*/ 3827649 w 4352938"/>
                <a:gd name="connsiteY342" fmla="*/ 779256 h 1239475"/>
                <a:gd name="connsiteX343" fmla="*/ 3635244 w 4352938"/>
                <a:gd name="connsiteY343" fmla="*/ 820214 h 1239475"/>
                <a:gd name="connsiteX344" fmla="*/ 3632387 w 4352938"/>
                <a:gd name="connsiteY344" fmla="*/ 802116 h 1239475"/>
                <a:gd name="connsiteX345" fmla="*/ 3635244 w 4352938"/>
                <a:gd name="connsiteY345" fmla="*/ 797354 h 1239475"/>
                <a:gd name="connsiteX346" fmla="*/ 3815267 w 4352938"/>
                <a:gd name="connsiteY346" fmla="*/ 683054 h 1239475"/>
                <a:gd name="connsiteX347" fmla="*/ 3848604 w 4352938"/>
                <a:gd name="connsiteY347" fmla="*/ 672576 h 1239475"/>
                <a:gd name="connsiteX348" fmla="*/ 3970524 w 4352938"/>
                <a:gd name="connsiteY348" fmla="*/ 603996 h 1239475"/>
                <a:gd name="connsiteX349" fmla="*/ 4059107 w 4352938"/>
                <a:gd name="connsiteY349" fmla="*/ 561134 h 1239475"/>
                <a:gd name="connsiteX350" fmla="*/ 4094349 w 4352938"/>
                <a:gd name="connsiteY350" fmla="*/ 535416 h 1239475"/>
                <a:gd name="connsiteX351" fmla="*/ 4089587 w 4352938"/>
                <a:gd name="connsiteY351" fmla="*/ 535416 h 1239475"/>
                <a:gd name="connsiteX352" fmla="*/ 3993384 w 4352938"/>
                <a:gd name="connsiteY352" fmla="*/ 563039 h 1239475"/>
                <a:gd name="connsiteX353" fmla="*/ 3990527 w 4352938"/>
                <a:gd name="connsiteY353" fmla="*/ 537321 h 1239475"/>
                <a:gd name="connsiteX354" fmla="*/ 4005767 w 4352938"/>
                <a:gd name="connsiteY354" fmla="*/ 499221 h 1239475"/>
                <a:gd name="connsiteX355" fmla="*/ 3941949 w 4352938"/>
                <a:gd name="connsiteY355" fmla="*/ 471599 h 1239475"/>
                <a:gd name="connsiteX356" fmla="*/ 3860987 w 4352938"/>
                <a:gd name="connsiteY356" fmla="*/ 544941 h 1239475"/>
                <a:gd name="connsiteX357" fmla="*/ 3845746 w 4352938"/>
                <a:gd name="connsiteY357" fmla="*/ 537321 h 1239475"/>
                <a:gd name="connsiteX358" fmla="*/ 3858129 w 4352938"/>
                <a:gd name="connsiteY358" fmla="*/ 502079 h 1239475"/>
                <a:gd name="connsiteX359" fmla="*/ 3900992 w 4352938"/>
                <a:gd name="connsiteY359" fmla="*/ 436356 h 1239475"/>
                <a:gd name="connsiteX360" fmla="*/ 3880989 w 4352938"/>
                <a:gd name="connsiteY360" fmla="*/ 403019 h 1239475"/>
                <a:gd name="connsiteX361" fmla="*/ 3883846 w 4352938"/>
                <a:gd name="connsiteY361" fmla="*/ 400161 h 1239475"/>
                <a:gd name="connsiteX362" fmla="*/ 3941949 w 4352938"/>
                <a:gd name="connsiteY362" fmla="*/ 392541 h 1239475"/>
                <a:gd name="connsiteX363" fmla="*/ 3982907 w 4352938"/>
                <a:gd name="connsiteY363" fmla="*/ 328724 h 1239475"/>
                <a:gd name="connsiteX364" fmla="*/ 3924804 w 4352938"/>
                <a:gd name="connsiteY364" fmla="*/ 339201 h 1239475"/>
                <a:gd name="connsiteX365" fmla="*/ 3921946 w 4352938"/>
                <a:gd name="connsiteY365" fmla="*/ 319199 h 1239475"/>
                <a:gd name="connsiteX366" fmla="*/ 3949569 w 4352938"/>
                <a:gd name="connsiteY366" fmla="*/ 273479 h 1239475"/>
                <a:gd name="connsiteX367" fmla="*/ 3914327 w 4352938"/>
                <a:gd name="connsiteY367" fmla="*/ 273479 h 1239475"/>
                <a:gd name="connsiteX368" fmla="*/ 3876227 w 4352938"/>
                <a:gd name="connsiteY368" fmla="*/ 220139 h 1239475"/>
                <a:gd name="connsiteX369" fmla="*/ 3901944 w 4352938"/>
                <a:gd name="connsiteY369" fmla="*/ 212519 h 1239475"/>
                <a:gd name="connsiteX370" fmla="*/ 3982907 w 4352938"/>
                <a:gd name="connsiteY370" fmla="*/ 200136 h 1239475"/>
                <a:gd name="connsiteX371" fmla="*/ 4021007 w 4352938"/>
                <a:gd name="connsiteY371" fmla="*/ 189659 h 1239475"/>
                <a:gd name="connsiteX372" fmla="*/ 4086729 w 4352938"/>
                <a:gd name="connsiteY372" fmla="*/ 30591 h 1239475"/>
                <a:gd name="connsiteX373" fmla="*/ 4109589 w 4352938"/>
                <a:gd name="connsiteY373" fmla="*/ 20114 h 1239475"/>
                <a:gd name="connsiteX374" fmla="*/ 1675952 w 4352938"/>
                <a:gd name="connsiteY374" fmla="*/ 111 h 1239475"/>
                <a:gd name="connsiteX375" fmla="*/ 1800729 w 4352938"/>
                <a:gd name="connsiteY375" fmla="*/ 42974 h 1239475"/>
                <a:gd name="connsiteX376" fmla="*/ 1834067 w 4352938"/>
                <a:gd name="connsiteY376" fmla="*/ 55356 h 1239475"/>
                <a:gd name="connsiteX377" fmla="*/ 1899789 w 4352938"/>
                <a:gd name="connsiteY377" fmla="*/ 101076 h 1239475"/>
                <a:gd name="connsiteX378" fmla="*/ 1917887 w 4352938"/>
                <a:gd name="connsiteY378" fmla="*/ 126794 h 1239475"/>
                <a:gd name="connsiteX379" fmla="*/ 1814064 w 4352938"/>
                <a:gd name="connsiteY379" fmla="*/ 215376 h 1239475"/>
                <a:gd name="connsiteX380" fmla="*/ 1717862 w 4352938"/>
                <a:gd name="connsiteY380" fmla="*/ 279194 h 1239475"/>
                <a:gd name="connsiteX381" fmla="*/ 1710242 w 4352938"/>
                <a:gd name="connsiteY381" fmla="*/ 253476 h 1239475"/>
                <a:gd name="connsiteX382" fmla="*/ 1720719 w 4352938"/>
                <a:gd name="connsiteY382" fmla="*/ 151559 h 1239475"/>
                <a:gd name="connsiteX383" fmla="*/ 1695002 w 4352938"/>
                <a:gd name="connsiteY383" fmla="*/ 101076 h 1239475"/>
                <a:gd name="connsiteX384" fmla="*/ 1684524 w 4352938"/>
                <a:gd name="connsiteY384" fmla="*/ 93456 h 1239475"/>
                <a:gd name="connsiteX385" fmla="*/ 1678809 w 4352938"/>
                <a:gd name="connsiteY385" fmla="*/ 63929 h 1239475"/>
                <a:gd name="connsiteX386" fmla="*/ 1675952 w 4352938"/>
                <a:gd name="connsiteY386" fmla="*/ 111 h 12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</a:cxnLst>
              <a:rect l="l" t="t" r="r" b="b"/>
              <a:pathLst>
                <a:path w="4352938" h="1239475">
                  <a:moveTo>
                    <a:pt x="1911219" y="884984"/>
                  </a:moveTo>
                  <a:cubicBezTo>
                    <a:pt x="1975989" y="884031"/>
                    <a:pt x="2003612" y="917369"/>
                    <a:pt x="2030282" y="953564"/>
                  </a:cubicBezTo>
                  <a:cubicBezTo>
                    <a:pt x="2038854" y="965946"/>
                    <a:pt x="2054094" y="969756"/>
                    <a:pt x="2055047" y="991664"/>
                  </a:cubicBezTo>
                  <a:cubicBezTo>
                    <a:pt x="2063619" y="1004999"/>
                    <a:pt x="2051237" y="1052624"/>
                    <a:pt x="2047427" y="1067864"/>
                  </a:cubicBezTo>
                  <a:cubicBezTo>
                    <a:pt x="2035044" y="1076436"/>
                    <a:pt x="2001707" y="1111679"/>
                    <a:pt x="1974085" y="1093581"/>
                  </a:cubicBezTo>
                  <a:cubicBezTo>
                    <a:pt x="1947414" y="1084056"/>
                    <a:pt x="1938842" y="1062149"/>
                    <a:pt x="1923602" y="1040241"/>
                  </a:cubicBezTo>
                  <a:cubicBezTo>
                    <a:pt x="1916934" y="1033574"/>
                    <a:pt x="1910267" y="1027859"/>
                    <a:pt x="1903600" y="1022144"/>
                  </a:cubicBezTo>
                  <a:cubicBezTo>
                    <a:pt x="1876929" y="983091"/>
                    <a:pt x="1875977" y="940229"/>
                    <a:pt x="1888359" y="887841"/>
                  </a:cubicBezTo>
                  <a:cubicBezTo>
                    <a:pt x="1896932" y="887841"/>
                    <a:pt x="1906457" y="887841"/>
                    <a:pt x="1911219" y="884984"/>
                  </a:cubicBezTo>
                  <a:close/>
                  <a:moveTo>
                    <a:pt x="3037075" y="831644"/>
                  </a:moveTo>
                  <a:cubicBezTo>
                    <a:pt x="3082795" y="831644"/>
                    <a:pt x="3093272" y="860219"/>
                    <a:pt x="3118038" y="880221"/>
                  </a:cubicBezTo>
                  <a:cubicBezTo>
                    <a:pt x="3156138" y="909749"/>
                    <a:pt x="3217097" y="938324"/>
                    <a:pt x="3217097" y="1004046"/>
                  </a:cubicBezTo>
                  <a:cubicBezTo>
                    <a:pt x="3199000" y="1025001"/>
                    <a:pt x="3169472" y="1045004"/>
                    <a:pt x="3140897" y="1054529"/>
                  </a:cubicBezTo>
                  <a:cubicBezTo>
                    <a:pt x="3114227" y="1063101"/>
                    <a:pt x="3075175" y="1054529"/>
                    <a:pt x="3072318" y="1031669"/>
                  </a:cubicBezTo>
                  <a:cubicBezTo>
                    <a:pt x="3086605" y="1008809"/>
                    <a:pt x="3062793" y="982139"/>
                    <a:pt x="3057077" y="970709"/>
                  </a:cubicBezTo>
                  <a:cubicBezTo>
                    <a:pt x="3056125" y="963089"/>
                    <a:pt x="3054220" y="955469"/>
                    <a:pt x="3052315" y="947849"/>
                  </a:cubicBezTo>
                  <a:cubicBezTo>
                    <a:pt x="3036122" y="904986"/>
                    <a:pt x="3028502" y="896414"/>
                    <a:pt x="3029455" y="836406"/>
                  </a:cubicBezTo>
                  <a:cubicBezTo>
                    <a:pt x="3032313" y="835454"/>
                    <a:pt x="3035170" y="833549"/>
                    <a:pt x="3037075" y="831644"/>
                  </a:cubicBezTo>
                  <a:close/>
                  <a:moveTo>
                    <a:pt x="4031485" y="816404"/>
                  </a:moveTo>
                  <a:cubicBezTo>
                    <a:pt x="4066727" y="816404"/>
                    <a:pt x="4088635" y="825929"/>
                    <a:pt x="4124830" y="826881"/>
                  </a:cubicBezTo>
                  <a:cubicBezTo>
                    <a:pt x="4134355" y="841169"/>
                    <a:pt x="4142927" y="843074"/>
                    <a:pt x="4142927" y="867839"/>
                  </a:cubicBezTo>
                  <a:cubicBezTo>
                    <a:pt x="4136260" y="877364"/>
                    <a:pt x="4136260" y="891651"/>
                    <a:pt x="4130545" y="901176"/>
                  </a:cubicBezTo>
                  <a:cubicBezTo>
                    <a:pt x="4121020" y="915464"/>
                    <a:pt x="4104827" y="924036"/>
                    <a:pt x="4092445" y="936419"/>
                  </a:cubicBezTo>
                  <a:cubicBezTo>
                    <a:pt x="4054345" y="935466"/>
                    <a:pt x="4026722" y="942134"/>
                    <a:pt x="3998147" y="948801"/>
                  </a:cubicBezTo>
                  <a:cubicBezTo>
                    <a:pt x="3994338" y="950706"/>
                    <a:pt x="3990527" y="955469"/>
                    <a:pt x="3990527" y="959279"/>
                  </a:cubicBezTo>
                  <a:cubicBezTo>
                    <a:pt x="3991480" y="994521"/>
                    <a:pt x="4006720" y="1006904"/>
                    <a:pt x="4016245" y="1030716"/>
                  </a:cubicBezTo>
                  <a:cubicBezTo>
                    <a:pt x="4017197" y="1041194"/>
                    <a:pt x="4019102" y="1050719"/>
                    <a:pt x="4021007" y="1061196"/>
                  </a:cubicBezTo>
                  <a:cubicBezTo>
                    <a:pt x="4023865" y="1070721"/>
                    <a:pt x="4033390" y="1086914"/>
                    <a:pt x="4028627" y="1104059"/>
                  </a:cubicBezTo>
                  <a:cubicBezTo>
                    <a:pt x="4024818" y="1115489"/>
                    <a:pt x="4016245" y="1131681"/>
                    <a:pt x="4010530" y="1142159"/>
                  </a:cubicBezTo>
                  <a:cubicBezTo>
                    <a:pt x="4004815" y="1154541"/>
                    <a:pt x="4002910" y="1169781"/>
                    <a:pt x="3990527" y="1175496"/>
                  </a:cubicBezTo>
                  <a:cubicBezTo>
                    <a:pt x="3978145" y="1186926"/>
                    <a:pt x="3960047" y="1177401"/>
                    <a:pt x="3940045" y="1183116"/>
                  </a:cubicBezTo>
                  <a:cubicBezTo>
                    <a:pt x="3928615" y="1185974"/>
                    <a:pt x="3925757" y="1198356"/>
                    <a:pt x="3917185" y="1203119"/>
                  </a:cubicBezTo>
                  <a:cubicBezTo>
                    <a:pt x="3877180" y="1225979"/>
                    <a:pt x="3852415" y="1192641"/>
                    <a:pt x="3828602" y="1185021"/>
                  </a:cubicBezTo>
                  <a:cubicBezTo>
                    <a:pt x="3804790" y="1177401"/>
                    <a:pt x="3790502" y="1185021"/>
                    <a:pt x="3782882" y="1162161"/>
                  </a:cubicBezTo>
                  <a:cubicBezTo>
                    <a:pt x="3779072" y="1157399"/>
                    <a:pt x="3779072" y="1152636"/>
                    <a:pt x="3778120" y="1144064"/>
                  </a:cubicBezTo>
                  <a:cubicBezTo>
                    <a:pt x="3779072" y="1144064"/>
                    <a:pt x="3780977" y="1144064"/>
                    <a:pt x="3782882" y="1144064"/>
                  </a:cubicBezTo>
                  <a:cubicBezTo>
                    <a:pt x="3798122" y="1132634"/>
                    <a:pt x="3823840" y="1146921"/>
                    <a:pt x="3843843" y="1141206"/>
                  </a:cubicBezTo>
                  <a:cubicBezTo>
                    <a:pt x="3873370" y="1133586"/>
                    <a:pt x="3908613" y="1126919"/>
                    <a:pt x="3930520" y="1110726"/>
                  </a:cubicBezTo>
                  <a:cubicBezTo>
                    <a:pt x="3937188" y="1105011"/>
                    <a:pt x="3940045" y="1094534"/>
                    <a:pt x="3945760" y="1087866"/>
                  </a:cubicBezTo>
                  <a:cubicBezTo>
                    <a:pt x="3946713" y="1067864"/>
                    <a:pt x="3941950" y="1065006"/>
                    <a:pt x="3938140" y="1049766"/>
                  </a:cubicBezTo>
                  <a:cubicBezTo>
                    <a:pt x="3935282" y="1035479"/>
                    <a:pt x="3945760" y="1014524"/>
                    <a:pt x="3940997" y="996426"/>
                  </a:cubicBezTo>
                  <a:cubicBezTo>
                    <a:pt x="3939093" y="990711"/>
                    <a:pt x="3935282" y="984996"/>
                    <a:pt x="3933377" y="978329"/>
                  </a:cubicBezTo>
                  <a:cubicBezTo>
                    <a:pt x="3889563" y="964041"/>
                    <a:pt x="3901945" y="984044"/>
                    <a:pt x="3872418" y="996426"/>
                  </a:cubicBezTo>
                  <a:cubicBezTo>
                    <a:pt x="3856225" y="1003094"/>
                    <a:pt x="3841938" y="998331"/>
                    <a:pt x="3823840" y="1004046"/>
                  </a:cubicBezTo>
                  <a:cubicBezTo>
                    <a:pt x="3807647" y="1009761"/>
                    <a:pt x="3785740" y="1020239"/>
                    <a:pt x="3770500" y="1029764"/>
                  </a:cubicBezTo>
                  <a:cubicBezTo>
                    <a:pt x="3728590" y="1055481"/>
                    <a:pt x="3693347" y="1089771"/>
                    <a:pt x="3645722" y="1110726"/>
                  </a:cubicBezTo>
                  <a:cubicBezTo>
                    <a:pt x="3633340" y="1116441"/>
                    <a:pt x="3607622" y="1132634"/>
                    <a:pt x="3589525" y="1128824"/>
                  </a:cubicBezTo>
                  <a:cubicBezTo>
                    <a:pt x="3581905" y="1126919"/>
                    <a:pt x="3570475" y="1122156"/>
                    <a:pt x="3566665" y="1118346"/>
                  </a:cubicBezTo>
                  <a:cubicBezTo>
                    <a:pt x="3561902" y="1111679"/>
                    <a:pt x="3563807" y="1105964"/>
                    <a:pt x="3561902" y="1101201"/>
                  </a:cubicBezTo>
                  <a:cubicBezTo>
                    <a:pt x="3550472" y="1075484"/>
                    <a:pt x="3527613" y="1063101"/>
                    <a:pt x="3526660" y="1017381"/>
                  </a:cubicBezTo>
                  <a:cubicBezTo>
                    <a:pt x="3535232" y="1007856"/>
                    <a:pt x="3541900" y="995474"/>
                    <a:pt x="3554282" y="989759"/>
                  </a:cubicBezTo>
                  <a:cubicBezTo>
                    <a:pt x="3565713" y="988806"/>
                    <a:pt x="3578095" y="987854"/>
                    <a:pt x="3589525" y="986901"/>
                  </a:cubicBezTo>
                  <a:cubicBezTo>
                    <a:pt x="3601907" y="981186"/>
                    <a:pt x="3617147" y="966899"/>
                    <a:pt x="3630482" y="961184"/>
                  </a:cubicBezTo>
                  <a:cubicBezTo>
                    <a:pt x="3639055" y="960231"/>
                    <a:pt x="3647627" y="958326"/>
                    <a:pt x="3656200" y="956421"/>
                  </a:cubicBezTo>
                  <a:cubicBezTo>
                    <a:pt x="3687632" y="943086"/>
                    <a:pt x="3720970" y="924036"/>
                    <a:pt x="3752402" y="910701"/>
                  </a:cubicBezTo>
                  <a:cubicBezTo>
                    <a:pt x="3800027" y="889746"/>
                    <a:pt x="3850510" y="873554"/>
                    <a:pt x="3897182" y="854504"/>
                  </a:cubicBezTo>
                  <a:cubicBezTo>
                    <a:pt x="3931472" y="840216"/>
                    <a:pt x="4011482" y="842121"/>
                    <a:pt x="4031485" y="816404"/>
                  </a:cubicBezTo>
                  <a:close/>
                  <a:moveTo>
                    <a:pt x="281492" y="738299"/>
                  </a:moveTo>
                  <a:cubicBezTo>
                    <a:pt x="272919" y="772589"/>
                    <a:pt x="250059" y="795449"/>
                    <a:pt x="205292" y="794496"/>
                  </a:cubicBezTo>
                  <a:cubicBezTo>
                    <a:pt x="199577" y="809736"/>
                    <a:pt x="183384" y="820214"/>
                    <a:pt x="174812" y="832596"/>
                  </a:cubicBezTo>
                  <a:cubicBezTo>
                    <a:pt x="173859" y="839264"/>
                    <a:pt x="171954" y="844979"/>
                    <a:pt x="170049" y="850694"/>
                  </a:cubicBezTo>
                  <a:cubicBezTo>
                    <a:pt x="148142" y="884984"/>
                    <a:pt x="118614" y="915464"/>
                    <a:pt x="96707" y="951659"/>
                  </a:cubicBezTo>
                  <a:cubicBezTo>
                    <a:pt x="85277" y="969756"/>
                    <a:pt x="65274" y="982139"/>
                    <a:pt x="63369" y="1009761"/>
                  </a:cubicBezTo>
                  <a:cubicBezTo>
                    <a:pt x="66227" y="1010714"/>
                    <a:pt x="68132" y="1011666"/>
                    <a:pt x="70989" y="1012619"/>
                  </a:cubicBezTo>
                  <a:cubicBezTo>
                    <a:pt x="88134" y="1023096"/>
                    <a:pt x="124329" y="1008809"/>
                    <a:pt x="134807" y="1002141"/>
                  </a:cubicBezTo>
                  <a:cubicBezTo>
                    <a:pt x="148142" y="992616"/>
                    <a:pt x="164334" y="980234"/>
                    <a:pt x="177669" y="971661"/>
                  </a:cubicBezTo>
                  <a:cubicBezTo>
                    <a:pt x="192909" y="962136"/>
                    <a:pt x="208149" y="961184"/>
                    <a:pt x="226247" y="953564"/>
                  </a:cubicBezTo>
                  <a:cubicBezTo>
                    <a:pt x="235772" y="949754"/>
                    <a:pt x="245297" y="939276"/>
                    <a:pt x="253869" y="933561"/>
                  </a:cubicBezTo>
                  <a:cubicBezTo>
                    <a:pt x="263394" y="926894"/>
                    <a:pt x="287207" y="918321"/>
                    <a:pt x="291969" y="907844"/>
                  </a:cubicBezTo>
                  <a:cubicBezTo>
                    <a:pt x="291969" y="896414"/>
                    <a:pt x="291969" y="884984"/>
                    <a:pt x="291969" y="874506"/>
                  </a:cubicBezTo>
                  <a:cubicBezTo>
                    <a:pt x="297684" y="865934"/>
                    <a:pt x="293874" y="843074"/>
                    <a:pt x="293874" y="829739"/>
                  </a:cubicBezTo>
                  <a:cubicBezTo>
                    <a:pt x="294827" y="802116"/>
                    <a:pt x="294827" y="769731"/>
                    <a:pt x="293874" y="741156"/>
                  </a:cubicBezTo>
                  <a:cubicBezTo>
                    <a:pt x="290064" y="739251"/>
                    <a:pt x="288159" y="739251"/>
                    <a:pt x="281492" y="738299"/>
                  </a:cubicBezTo>
                  <a:close/>
                  <a:moveTo>
                    <a:pt x="1852924" y="577625"/>
                  </a:moveTo>
                  <a:cubicBezTo>
                    <a:pt x="1889491" y="577446"/>
                    <a:pt x="1939319" y="586376"/>
                    <a:pt x="1952177" y="596377"/>
                  </a:cubicBezTo>
                  <a:cubicBezTo>
                    <a:pt x="1956940" y="601139"/>
                    <a:pt x="1962655" y="611617"/>
                    <a:pt x="1959798" y="616379"/>
                  </a:cubicBezTo>
                  <a:cubicBezTo>
                    <a:pt x="1945510" y="639239"/>
                    <a:pt x="1924555" y="643049"/>
                    <a:pt x="1903600" y="659242"/>
                  </a:cubicBezTo>
                  <a:cubicBezTo>
                    <a:pt x="1895980" y="664957"/>
                    <a:pt x="1895027" y="676387"/>
                    <a:pt x="1888360" y="682102"/>
                  </a:cubicBezTo>
                  <a:cubicBezTo>
                    <a:pt x="1884550" y="683054"/>
                    <a:pt x="1879788" y="684007"/>
                    <a:pt x="1875977" y="684959"/>
                  </a:cubicBezTo>
                  <a:cubicBezTo>
                    <a:pt x="1871215" y="688769"/>
                    <a:pt x="1868357" y="699247"/>
                    <a:pt x="1863595" y="704962"/>
                  </a:cubicBezTo>
                  <a:cubicBezTo>
                    <a:pt x="1856927" y="713534"/>
                    <a:pt x="1844545" y="718297"/>
                    <a:pt x="1835973" y="724964"/>
                  </a:cubicBezTo>
                  <a:cubicBezTo>
                    <a:pt x="1825495" y="732584"/>
                    <a:pt x="1816923" y="745919"/>
                    <a:pt x="1808350" y="755444"/>
                  </a:cubicBezTo>
                  <a:cubicBezTo>
                    <a:pt x="1797873" y="767827"/>
                    <a:pt x="1765488" y="787829"/>
                    <a:pt x="1762630" y="804022"/>
                  </a:cubicBezTo>
                  <a:cubicBezTo>
                    <a:pt x="1776917" y="801164"/>
                    <a:pt x="1782632" y="789734"/>
                    <a:pt x="1795967" y="785924"/>
                  </a:cubicBezTo>
                  <a:cubicBezTo>
                    <a:pt x="1823590" y="776399"/>
                    <a:pt x="1851213" y="783067"/>
                    <a:pt x="1882645" y="783067"/>
                  </a:cubicBezTo>
                  <a:cubicBezTo>
                    <a:pt x="1885502" y="793544"/>
                    <a:pt x="1891217" y="799259"/>
                    <a:pt x="1893123" y="809737"/>
                  </a:cubicBezTo>
                  <a:cubicBezTo>
                    <a:pt x="1883598" y="820214"/>
                    <a:pt x="1878835" y="834502"/>
                    <a:pt x="1867405" y="843074"/>
                  </a:cubicBezTo>
                  <a:cubicBezTo>
                    <a:pt x="1837877" y="864029"/>
                    <a:pt x="1804540" y="882127"/>
                    <a:pt x="1773107" y="901177"/>
                  </a:cubicBezTo>
                  <a:cubicBezTo>
                    <a:pt x="1750248" y="915464"/>
                    <a:pt x="1724530" y="904987"/>
                    <a:pt x="1724530" y="942134"/>
                  </a:cubicBezTo>
                  <a:cubicBezTo>
                    <a:pt x="1707385" y="968804"/>
                    <a:pt x="1735007" y="1005952"/>
                    <a:pt x="1742627" y="1025954"/>
                  </a:cubicBezTo>
                  <a:cubicBezTo>
                    <a:pt x="1764535" y="1085009"/>
                    <a:pt x="1769298" y="1155494"/>
                    <a:pt x="1770250" y="1233599"/>
                  </a:cubicBezTo>
                  <a:cubicBezTo>
                    <a:pt x="1767392" y="1234552"/>
                    <a:pt x="1765488" y="1235504"/>
                    <a:pt x="1762630" y="1236457"/>
                  </a:cubicBezTo>
                  <a:cubicBezTo>
                    <a:pt x="1755010" y="1242172"/>
                    <a:pt x="1737865" y="1238362"/>
                    <a:pt x="1729292" y="1236457"/>
                  </a:cubicBezTo>
                  <a:cubicBezTo>
                    <a:pt x="1724530" y="1228837"/>
                    <a:pt x="1712148" y="1220264"/>
                    <a:pt x="1709290" y="1213597"/>
                  </a:cubicBezTo>
                  <a:cubicBezTo>
                    <a:pt x="1709290" y="1205977"/>
                    <a:pt x="1709290" y="1198357"/>
                    <a:pt x="1709290" y="1190737"/>
                  </a:cubicBezTo>
                  <a:cubicBezTo>
                    <a:pt x="1706432" y="1184069"/>
                    <a:pt x="1696907" y="1171687"/>
                    <a:pt x="1691192" y="1167877"/>
                  </a:cubicBezTo>
                  <a:cubicBezTo>
                    <a:pt x="1684525" y="1163114"/>
                    <a:pt x="1639757" y="1148827"/>
                    <a:pt x="1637852" y="1145017"/>
                  </a:cubicBezTo>
                  <a:cubicBezTo>
                    <a:pt x="1637852" y="1140254"/>
                    <a:pt x="1637852" y="1134539"/>
                    <a:pt x="1637852" y="1129777"/>
                  </a:cubicBezTo>
                  <a:cubicBezTo>
                    <a:pt x="1644520" y="1125014"/>
                    <a:pt x="1646425" y="1114537"/>
                    <a:pt x="1653092" y="1109774"/>
                  </a:cubicBezTo>
                  <a:cubicBezTo>
                    <a:pt x="1660713" y="1108822"/>
                    <a:pt x="1668332" y="1106917"/>
                    <a:pt x="1675952" y="1105012"/>
                  </a:cubicBezTo>
                  <a:cubicBezTo>
                    <a:pt x="1690240" y="1097392"/>
                    <a:pt x="1688335" y="1071674"/>
                    <a:pt x="1688335" y="1048814"/>
                  </a:cubicBezTo>
                  <a:cubicBezTo>
                    <a:pt x="1682620" y="1039289"/>
                    <a:pt x="1682620" y="1024049"/>
                    <a:pt x="1675952" y="1015477"/>
                  </a:cubicBezTo>
                  <a:cubicBezTo>
                    <a:pt x="1673095" y="1013572"/>
                    <a:pt x="1673095" y="1013572"/>
                    <a:pt x="1668332" y="1012619"/>
                  </a:cubicBezTo>
                  <a:cubicBezTo>
                    <a:pt x="1662617" y="1021192"/>
                    <a:pt x="1654045" y="1021192"/>
                    <a:pt x="1645473" y="1027859"/>
                  </a:cubicBezTo>
                  <a:cubicBezTo>
                    <a:pt x="1636900" y="1038337"/>
                    <a:pt x="1627375" y="1047862"/>
                    <a:pt x="1617850" y="1058339"/>
                  </a:cubicBezTo>
                  <a:cubicBezTo>
                    <a:pt x="1614040" y="1061197"/>
                    <a:pt x="1608325" y="1059292"/>
                    <a:pt x="1605467" y="1063102"/>
                  </a:cubicBezTo>
                  <a:cubicBezTo>
                    <a:pt x="1596895" y="1072627"/>
                    <a:pt x="1594990" y="1082152"/>
                    <a:pt x="1587370" y="1093582"/>
                  </a:cubicBezTo>
                  <a:cubicBezTo>
                    <a:pt x="1575940" y="1102154"/>
                    <a:pt x="1565463" y="1111679"/>
                    <a:pt x="1554032" y="1121204"/>
                  </a:cubicBezTo>
                  <a:cubicBezTo>
                    <a:pt x="1523552" y="1163114"/>
                    <a:pt x="1485452" y="1193594"/>
                    <a:pt x="1450210" y="1230742"/>
                  </a:cubicBezTo>
                  <a:cubicBezTo>
                    <a:pt x="1379725" y="1230742"/>
                    <a:pt x="1353055" y="1166924"/>
                    <a:pt x="1355913" y="1104059"/>
                  </a:cubicBezTo>
                  <a:cubicBezTo>
                    <a:pt x="1367342" y="1101202"/>
                    <a:pt x="1377820" y="1089772"/>
                    <a:pt x="1394013" y="1093582"/>
                  </a:cubicBezTo>
                  <a:cubicBezTo>
                    <a:pt x="1400680" y="1095487"/>
                    <a:pt x="1409252" y="1104059"/>
                    <a:pt x="1419730" y="1101202"/>
                  </a:cubicBezTo>
                  <a:cubicBezTo>
                    <a:pt x="1427350" y="1099297"/>
                    <a:pt x="1429255" y="1089772"/>
                    <a:pt x="1434970" y="1085962"/>
                  </a:cubicBezTo>
                  <a:cubicBezTo>
                    <a:pt x="1445448" y="1078342"/>
                    <a:pt x="1457830" y="1078342"/>
                    <a:pt x="1470213" y="1070722"/>
                  </a:cubicBezTo>
                  <a:cubicBezTo>
                    <a:pt x="1476880" y="1065959"/>
                    <a:pt x="1483548" y="1057387"/>
                    <a:pt x="1490215" y="1052624"/>
                  </a:cubicBezTo>
                  <a:cubicBezTo>
                    <a:pt x="1501645" y="1045957"/>
                    <a:pt x="1514027" y="1044052"/>
                    <a:pt x="1525457" y="1037384"/>
                  </a:cubicBezTo>
                  <a:cubicBezTo>
                    <a:pt x="1554985" y="1020239"/>
                    <a:pt x="1584513" y="998332"/>
                    <a:pt x="1612135" y="979282"/>
                  </a:cubicBezTo>
                  <a:cubicBezTo>
                    <a:pt x="1634995" y="963089"/>
                    <a:pt x="1673095" y="955469"/>
                    <a:pt x="1677857" y="921179"/>
                  </a:cubicBezTo>
                  <a:cubicBezTo>
                    <a:pt x="1663570" y="917369"/>
                    <a:pt x="1652140" y="911654"/>
                    <a:pt x="1650235" y="893557"/>
                  </a:cubicBezTo>
                  <a:cubicBezTo>
                    <a:pt x="1654998" y="889747"/>
                    <a:pt x="1682620" y="820214"/>
                    <a:pt x="1683573" y="812594"/>
                  </a:cubicBezTo>
                  <a:cubicBezTo>
                    <a:pt x="1676905" y="808784"/>
                    <a:pt x="1673095" y="807832"/>
                    <a:pt x="1660713" y="807832"/>
                  </a:cubicBezTo>
                  <a:cubicBezTo>
                    <a:pt x="1653092" y="812594"/>
                    <a:pt x="1635948" y="816404"/>
                    <a:pt x="1627375" y="818309"/>
                  </a:cubicBezTo>
                  <a:cubicBezTo>
                    <a:pt x="1627375" y="839264"/>
                    <a:pt x="1627375" y="860219"/>
                    <a:pt x="1627375" y="881174"/>
                  </a:cubicBezTo>
                  <a:lnTo>
                    <a:pt x="1627375" y="882127"/>
                  </a:lnTo>
                  <a:cubicBezTo>
                    <a:pt x="1627375" y="886889"/>
                    <a:pt x="1628327" y="890699"/>
                    <a:pt x="1624517" y="897367"/>
                  </a:cubicBezTo>
                  <a:cubicBezTo>
                    <a:pt x="1607373" y="924989"/>
                    <a:pt x="1568320" y="994522"/>
                    <a:pt x="1546413" y="999284"/>
                  </a:cubicBezTo>
                  <a:cubicBezTo>
                    <a:pt x="1540698" y="983092"/>
                    <a:pt x="1523552" y="979282"/>
                    <a:pt x="1515932" y="965947"/>
                  </a:cubicBezTo>
                  <a:cubicBezTo>
                    <a:pt x="1511170" y="957374"/>
                    <a:pt x="1512123" y="947849"/>
                    <a:pt x="1508313" y="938324"/>
                  </a:cubicBezTo>
                  <a:cubicBezTo>
                    <a:pt x="1505455" y="930704"/>
                    <a:pt x="1495930" y="920227"/>
                    <a:pt x="1493073" y="912607"/>
                  </a:cubicBezTo>
                  <a:cubicBezTo>
                    <a:pt x="1476880" y="863077"/>
                    <a:pt x="1495930" y="786877"/>
                    <a:pt x="1505455" y="744967"/>
                  </a:cubicBezTo>
                  <a:cubicBezTo>
                    <a:pt x="1509265" y="726869"/>
                    <a:pt x="1501645" y="704962"/>
                    <a:pt x="1502598" y="686864"/>
                  </a:cubicBezTo>
                  <a:cubicBezTo>
                    <a:pt x="1507360" y="684959"/>
                    <a:pt x="1507360" y="684007"/>
                    <a:pt x="1513075" y="682102"/>
                  </a:cubicBezTo>
                  <a:cubicBezTo>
                    <a:pt x="1516885" y="679244"/>
                    <a:pt x="1517838" y="680197"/>
                    <a:pt x="1523552" y="679244"/>
                  </a:cubicBezTo>
                  <a:cubicBezTo>
                    <a:pt x="1529267" y="684007"/>
                    <a:pt x="1536888" y="684959"/>
                    <a:pt x="1543555" y="689722"/>
                  </a:cubicBezTo>
                  <a:cubicBezTo>
                    <a:pt x="1553080" y="697342"/>
                    <a:pt x="1570225" y="731632"/>
                    <a:pt x="1584513" y="723059"/>
                  </a:cubicBezTo>
                  <a:cubicBezTo>
                    <a:pt x="1616898" y="704962"/>
                    <a:pt x="1650235" y="686864"/>
                    <a:pt x="1680715" y="664957"/>
                  </a:cubicBezTo>
                  <a:cubicBezTo>
                    <a:pt x="1695002" y="654479"/>
                    <a:pt x="1708338" y="636382"/>
                    <a:pt x="1723577" y="626857"/>
                  </a:cubicBezTo>
                  <a:cubicBezTo>
                    <a:pt x="1735960" y="625904"/>
                    <a:pt x="1749295" y="623999"/>
                    <a:pt x="1761677" y="622094"/>
                  </a:cubicBezTo>
                  <a:cubicBezTo>
                    <a:pt x="1765488" y="615427"/>
                    <a:pt x="1770250" y="609712"/>
                    <a:pt x="1774060" y="603997"/>
                  </a:cubicBezTo>
                  <a:cubicBezTo>
                    <a:pt x="1786442" y="594472"/>
                    <a:pt x="1807398" y="585899"/>
                    <a:pt x="1822638" y="581137"/>
                  </a:cubicBezTo>
                  <a:cubicBezTo>
                    <a:pt x="1830020" y="578756"/>
                    <a:pt x="1840735" y="577684"/>
                    <a:pt x="1852924" y="577625"/>
                  </a:cubicBezTo>
                  <a:close/>
                  <a:moveTo>
                    <a:pt x="3579047" y="530654"/>
                  </a:moveTo>
                  <a:cubicBezTo>
                    <a:pt x="3588572" y="530654"/>
                    <a:pt x="3600002" y="529701"/>
                    <a:pt x="3604764" y="533511"/>
                  </a:cubicBezTo>
                  <a:cubicBezTo>
                    <a:pt x="3624767" y="540179"/>
                    <a:pt x="3686680" y="615426"/>
                    <a:pt x="3680964" y="644954"/>
                  </a:cubicBezTo>
                  <a:cubicBezTo>
                    <a:pt x="3674297" y="679244"/>
                    <a:pt x="3662867" y="698294"/>
                    <a:pt x="3642864" y="718296"/>
                  </a:cubicBezTo>
                  <a:cubicBezTo>
                    <a:pt x="3631434" y="719249"/>
                    <a:pt x="3625719" y="720201"/>
                    <a:pt x="3615242" y="718296"/>
                  </a:cubicBezTo>
                  <a:cubicBezTo>
                    <a:pt x="3610480" y="702104"/>
                    <a:pt x="3594287" y="684959"/>
                    <a:pt x="3587619" y="669719"/>
                  </a:cubicBezTo>
                  <a:cubicBezTo>
                    <a:pt x="3587619" y="652574"/>
                    <a:pt x="3587619" y="635429"/>
                    <a:pt x="3586667" y="619236"/>
                  </a:cubicBezTo>
                  <a:cubicBezTo>
                    <a:pt x="3584762" y="601139"/>
                    <a:pt x="3575237" y="547799"/>
                    <a:pt x="3579047" y="530654"/>
                  </a:cubicBezTo>
                  <a:close/>
                  <a:moveTo>
                    <a:pt x="1938842" y="307769"/>
                  </a:moveTo>
                  <a:cubicBezTo>
                    <a:pt x="1949319" y="307769"/>
                    <a:pt x="1958844" y="307769"/>
                    <a:pt x="1969322" y="307769"/>
                  </a:cubicBezTo>
                  <a:cubicBezTo>
                    <a:pt x="1975989" y="307769"/>
                    <a:pt x="1978847" y="319199"/>
                    <a:pt x="1979799" y="333486"/>
                  </a:cubicBezTo>
                  <a:cubicBezTo>
                    <a:pt x="1968369" y="344916"/>
                    <a:pt x="1957892" y="357299"/>
                    <a:pt x="1946462" y="368729"/>
                  </a:cubicBezTo>
                  <a:cubicBezTo>
                    <a:pt x="1935032" y="369681"/>
                    <a:pt x="1924554" y="371586"/>
                    <a:pt x="1913124" y="373491"/>
                  </a:cubicBezTo>
                  <a:cubicBezTo>
                    <a:pt x="1884549" y="384921"/>
                    <a:pt x="1856926" y="411591"/>
                    <a:pt x="1832162" y="429689"/>
                  </a:cubicBezTo>
                  <a:cubicBezTo>
                    <a:pt x="1795967" y="457311"/>
                    <a:pt x="1751199" y="532559"/>
                    <a:pt x="1708337" y="546846"/>
                  </a:cubicBezTo>
                  <a:cubicBezTo>
                    <a:pt x="1693097" y="552561"/>
                    <a:pt x="1648329" y="562086"/>
                    <a:pt x="1629279" y="557324"/>
                  </a:cubicBezTo>
                  <a:cubicBezTo>
                    <a:pt x="1599751" y="550656"/>
                    <a:pt x="1529267" y="524939"/>
                    <a:pt x="1519742" y="498269"/>
                  </a:cubicBezTo>
                  <a:cubicBezTo>
                    <a:pt x="1508312" y="483981"/>
                    <a:pt x="1518789" y="464931"/>
                    <a:pt x="1524504" y="452549"/>
                  </a:cubicBezTo>
                  <a:cubicBezTo>
                    <a:pt x="1604514" y="419211"/>
                    <a:pt x="1692144" y="383016"/>
                    <a:pt x="1775964" y="351584"/>
                  </a:cubicBezTo>
                  <a:cubicBezTo>
                    <a:pt x="1783584" y="350631"/>
                    <a:pt x="1791204" y="349679"/>
                    <a:pt x="1798824" y="348726"/>
                  </a:cubicBezTo>
                  <a:cubicBezTo>
                    <a:pt x="1826447" y="340154"/>
                    <a:pt x="1856926" y="326819"/>
                    <a:pt x="1885501" y="318246"/>
                  </a:cubicBezTo>
                  <a:cubicBezTo>
                    <a:pt x="1901694" y="313484"/>
                    <a:pt x="1925507" y="316341"/>
                    <a:pt x="1938842" y="307769"/>
                  </a:cubicBezTo>
                  <a:close/>
                  <a:moveTo>
                    <a:pt x="667255" y="301102"/>
                  </a:moveTo>
                  <a:cubicBezTo>
                    <a:pt x="688210" y="308722"/>
                    <a:pt x="700592" y="334439"/>
                    <a:pt x="717738" y="346822"/>
                  </a:cubicBezTo>
                  <a:cubicBezTo>
                    <a:pt x="788222" y="399209"/>
                    <a:pt x="797747" y="484934"/>
                    <a:pt x="819655" y="587804"/>
                  </a:cubicBezTo>
                  <a:cubicBezTo>
                    <a:pt x="829180" y="593519"/>
                    <a:pt x="830132" y="599234"/>
                    <a:pt x="845372" y="600187"/>
                  </a:cubicBezTo>
                  <a:cubicBezTo>
                    <a:pt x="855850" y="588757"/>
                    <a:pt x="865375" y="578279"/>
                    <a:pt x="875852" y="566849"/>
                  </a:cubicBezTo>
                  <a:cubicBezTo>
                    <a:pt x="888235" y="558277"/>
                    <a:pt x="915857" y="549704"/>
                    <a:pt x="921572" y="536369"/>
                  </a:cubicBezTo>
                  <a:cubicBezTo>
                    <a:pt x="921572" y="515414"/>
                    <a:pt x="921572" y="495412"/>
                    <a:pt x="921572" y="474457"/>
                  </a:cubicBezTo>
                  <a:cubicBezTo>
                    <a:pt x="921572" y="471599"/>
                    <a:pt x="920620" y="469694"/>
                    <a:pt x="921572" y="467789"/>
                  </a:cubicBezTo>
                  <a:cubicBezTo>
                    <a:pt x="922525" y="465884"/>
                    <a:pt x="925382" y="464932"/>
                    <a:pt x="927288" y="463027"/>
                  </a:cubicBezTo>
                  <a:cubicBezTo>
                    <a:pt x="933002" y="458264"/>
                    <a:pt x="936813" y="453502"/>
                    <a:pt x="949195" y="452549"/>
                  </a:cubicBezTo>
                  <a:cubicBezTo>
                    <a:pt x="953957" y="457312"/>
                    <a:pt x="956815" y="456359"/>
                    <a:pt x="959672" y="463027"/>
                  </a:cubicBezTo>
                  <a:cubicBezTo>
                    <a:pt x="962530" y="467789"/>
                    <a:pt x="959672" y="474457"/>
                    <a:pt x="962530" y="481124"/>
                  </a:cubicBezTo>
                  <a:cubicBezTo>
                    <a:pt x="965388" y="488744"/>
                    <a:pt x="981580" y="502079"/>
                    <a:pt x="988247" y="506842"/>
                  </a:cubicBezTo>
                  <a:cubicBezTo>
                    <a:pt x="996820" y="512557"/>
                    <a:pt x="1059685" y="533512"/>
                    <a:pt x="1061590" y="537322"/>
                  </a:cubicBezTo>
                  <a:cubicBezTo>
                    <a:pt x="1061590" y="543989"/>
                    <a:pt x="1061590" y="550657"/>
                    <a:pt x="1061590" y="557324"/>
                  </a:cubicBezTo>
                  <a:cubicBezTo>
                    <a:pt x="1055875" y="566849"/>
                    <a:pt x="1060638" y="587804"/>
                    <a:pt x="1056827" y="598282"/>
                  </a:cubicBezTo>
                  <a:cubicBezTo>
                    <a:pt x="1047302" y="623999"/>
                    <a:pt x="1025395" y="653527"/>
                    <a:pt x="1003488" y="666862"/>
                  </a:cubicBezTo>
                  <a:cubicBezTo>
                    <a:pt x="985390" y="679244"/>
                    <a:pt x="957767" y="686864"/>
                    <a:pt x="934907" y="692579"/>
                  </a:cubicBezTo>
                  <a:cubicBezTo>
                    <a:pt x="898713" y="702104"/>
                    <a:pt x="849182" y="681149"/>
                    <a:pt x="846325" y="723059"/>
                  </a:cubicBezTo>
                  <a:cubicBezTo>
                    <a:pt x="860613" y="741157"/>
                    <a:pt x="850135" y="774494"/>
                    <a:pt x="849182" y="802117"/>
                  </a:cubicBezTo>
                  <a:cubicBezTo>
                    <a:pt x="809177" y="821167"/>
                    <a:pt x="810130" y="838312"/>
                    <a:pt x="783460" y="865934"/>
                  </a:cubicBezTo>
                  <a:cubicBezTo>
                    <a:pt x="785365" y="869744"/>
                    <a:pt x="784413" y="867839"/>
                    <a:pt x="786317" y="870697"/>
                  </a:cubicBezTo>
                  <a:cubicBezTo>
                    <a:pt x="815845" y="891652"/>
                    <a:pt x="854897" y="876412"/>
                    <a:pt x="882520" y="867839"/>
                  </a:cubicBezTo>
                  <a:cubicBezTo>
                    <a:pt x="909190" y="858314"/>
                    <a:pt x="934907" y="848789"/>
                    <a:pt x="958720" y="842122"/>
                  </a:cubicBezTo>
                  <a:cubicBezTo>
                    <a:pt x="967292" y="841169"/>
                    <a:pt x="975865" y="840217"/>
                    <a:pt x="984438" y="839264"/>
                  </a:cubicBezTo>
                  <a:cubicBezTo>
                    <a:pt x="1016822" y="826882"/>
                    <a:pt x="1044445" y="812594"/>
                    <a:pt x="1088260" y="808784"/>
                  </a:cubicBezTo>
                  <a:cubicBezTo>
                    <a:pt x="1093975" y="818309"/>
                    <a:pt x="1095880" y="825929"/>
                    <a:pt x="1095880" y="844027"/>
                  </a:cubicBezTo>
                  <a:cubicBezTo>
                    <a:pt x="1079688" y="859267"/>
                    <a:pt x="1078735" y="886889"/>
                    <a:pt x="1065400" y="900224"/>
                  </a:cubicBezTo>
                  <a:cubicBezTo>
                    <a:pt x="1055875" y="910702"/>
                    <a:pt x="1022538" y="927847"/>
                    <a:pt x="1009202" y="933562"/>
                  </a:cubicBezTo>
                  <a:cubicBezTo>
                    <a:pt x="972055" y="944039"/>
                    <a:pt x="934907" y="953564"/>
                    <a:pt x="897760" y="964042"/>
                  </a:cubicBezTo>
                  <a:cubicBezTo>
                    <a:pt x="885377" y="964042"/>
                    <a:pt x="872042" y="964042"/>
                    <a:pt x="859660" y="964042"/>
                  </a:cubicBezTo>
                  <a:cubicBezTo>
                    <a:pt x="852040" y="967852"/>
                    <a:pt x="841563" y="984997"/>
                    <a:pt x="829180" y="989759"/>
                  </a:cubicBezTo>
                  <a:cubicBezTo>
                    <a:pt x="790127" y="1006904"/>
                    <a:pt x="740597" y="997379"/>
                    <a:pt x="710117" y="977377"/>
                  </a:cubicBezTo>
                  <a:cubicBezTo>
                    <a:pt x="682495" y="960232"/>
                    <a:pt x="650110" y="864982"/>
                    <a:pt x="638680" y="827834"/>
                  </a:cubicBezTo>
                  <a:cubicBezTo>
                    <a:pt x="632013" y="807832"/>
                    <a:pt x="636775" y="791639"/>
                    <a:pt x="631060" y="769732"/>
                  </a:cubicBezTo>
                  <a:cubicBezTo>
                    <a:pt x="617725" y="723059"/>
                    <a:pt x="604390" y="658289"/>
                    <a:pt x="592960" y="607807"/>
                  </a:cubicBezTo>
                  <a:cubicBezTo>
                    <a:pt x="591055" y="597329"/>
                    <a:pt x="605342" y="532559"/>
                    <a:pt x="608200" y="521129"/>
                  </a:cubicBezTo>
                  <a:cubicBezTo>
                    <a:pt x="621535" y="471599"/>
                    <a:pt x="631060" y="423022"/>
                    <a:pt x="643442" y="376349"/>
                  </a:cubicBezTo>
                  <a:cubicBezTo>
                    <a:pt x="645347" y="371587"/>
                    <a:pt x="643442" y="367777"/>
                    <a:pt x="644395" y="363014"/>
                  </a:cubicBezTo>
                  <a:cubicBezTo>
                    <a:pt x="650110" y="342059"/>
                    <a:pt x="659635" y="321104"/>
                    <a:pt x="667255" y="301102"/>
                  </a:cubicBezTo>
                  <a:close/>
                  <a:moveTo>
                    <a:pt x="4077204" y="290624"/>
                  </a:moveTo>
                  <a:cubicBezTo>
                    <a:pt x="4050534" y="324914"/>
                    <a:pt x="3998146" y="365871"/>
                    <a:pt x="3993384" y="420164"/>
                  </a:cubicBezTo>
                  <a:cubicBezTo>
                    <a:pt x="4000052" y="424926"/>
                    <a:pt x="4019102" y="453501"/>
                    <a:pt x="4026721" y="445881"/>
                  </a:cubicBezTo>
                  <a:cubicBezTo>
                    <a:pt x="4045771" y="430641"/>
                    <a:pt x="4034342" y="397304"/>
                    <a:pt x="4049582" y="384921"/>
                  </a:cubicBezTo>
                  <a:cubicBezTo>
                    <a:pt x="4056249" y="379206"/>
                    <a:pt x="4061012" y="380159"/>
                    <a:pt x="4069584" y="382064"/>
                  </a:cubicBezTo>
                  <a:cubicBezTo>
                    <a:pt x="4081967" y="410639"/>
                    <a:pt x="4084824" y="439214"/>
                    <a:pt x="4092444" y="476361"/>
                  </a:cubicBezTo>
                  <a:cubicBezTo>
                    <a:pt x="4096254" y="478266"/>
                    <a:pt x="4098159" y="478266"/>
                    <a:pt x="4104827" y="479219"/>
                  </a:cubicBezTo>
                  <a:cubicBezTo>
                    <a:pt x="4113399" y="464931"/>
                    <a:pt x="4121019" y="449691"/>
                    <a:pt x="4130544" y="436356"/>
                  </a:cubicBezTo>
                  <a:cubicBezTo>
                    <a:pt x="4157214" y="400161"/>
                    <a:pt x="4204839" y="379206"/>
                    <a:pt x="4206744" y="318246"/>
                  </a:cubicBezTo>
                  <a:cubicBezTo>
                    <a:pt x="4161024" y="315389"/>
                    <a:pt x="4125782" y="291576"/>
                    <a:pt x="4077204" y="290624"/>
                  </a:cubicBezTo>
                  <a:close/>
                  <a:moveTo>
                    <a:pt x="3600002" y="256334"/>
                  </a:moveTo>
                  <a:cubicBezTo>
                    <a:pt x="3628577" y="267764"/>
                    <a:pt x="3640960" y="289672"/>
                    <a:pt x="3663820" y="304912"/>
                  </a:cubicBezTo>
                  <a:cubicBezTo>
                    <a:pt x="3685727" y="319199"/>
                    <a:pt x="3711445" y="325867"/>
                    <a:pt x="3732400" y="340154"/>
                  </a:cubicBezTo>
                  <a:cubicBezTo>
                    <a:pt x="3769547" y="364919"/>
                    <a:pt x="3834317" y="462074"/>
                    <a:pt x="3834317" y="524939"/>
                  </a:cubicBezTo>
                  <a:cubicBezTo>
                    <a:pt x="3812410" y="550657"/>
                    <a:pt x="3793360" y="590662"/>
                    <a:pt x="3747640" y="590662"/>
                  </a:cubicBezTo>
                  <a:cubicBezTo>
                    <a:pt x="3732400" y="542084"/>
                    <a:pt x="3725732" y="465884"/>
                    <a:pt x="3699062" y="428737"/>
                  </a:cubicBezTo>
                  <a:cubicBezTo>
                    <a:pt x="3691442" y="417307"/>
                    <a:pt x="3676202" y="408734"/>
                    <a:pt x="3668582" y="398257"/>
                  </a:cubicBezTo>
                  <a:cubicBezTo>
                    <a:pt x="3651437" y="374444"/>
                    <a:pt x="3633340" y="353489"/>
                    <a:pt x="3615242" y="330629"/>
                  </a:cubicBezTo>
                  <a:cubicBezTo>
                    <a:pt x="3606670" y="323009"/>
                    <a:pt x="3597145" y="315389"/>
                    <a:pt x="3587620" y="307769"/>
                  </a:cubicBezTo>
                  <a:cubicBezTo>
                    <a:pt x="3587620" y="293482"/>
                    <a:pt x="3587620" y="280147"/>
                    <a:pt x="3587620" y="266812"/>
                  </a:cubicBezTo>
                  <a:cubicBezTo>
                    <a:pt x="3587620" y="263954"/>
                    <a:pt x="3596192" y="255382"/>
                    <a:pt x="3600002" y="256334"/>
                  </a:cubicBezTo>
                  <a:close/>
                  <a:moveTo>
                    <a:pt x="189099" y="169656"/>
                  </a:moveTo>
                  <a:cubicBezTo>
                    <a:pt x="218627" y="175371"/>
                    <a:pt x="218627" y="196326"/>
                    <a:pt x="239582" y="207756"/>
                  </a:cubicBezTo>
                  <a:cubicBezTo>
                    <a:pt x="293874" y="235379"/>
                    <a:pt x="393887" y="283956"/>
                    <a:pt x="416747" y="339201"/>
                  </a:cubicBezTo>
                  <a:cubicBezTo>
                    <a:pt x="424367" y="357299"/>
                    <a:pt x="414842" y="385874"/>
                    <a:pt x="419604" y="407781"/>
                  </a:cubicBezTo>
                  <a:cubicBezTo>
                    <a:pt x="425319" y="434451"/>
                    <a:pt x="424367" y="472551"/>
                    <a:pt x="424367" y="506841"/>
                  </a:cubicBezTo>
                  <a:cubicBezTo>
                    <a:pt x="424367" y="522081"/>
                    <a:pt x="426272" y="537321"/>
                    <a:pt x="429129" y="550656"/>
                  </a:cubicBezTo>
                  <a:cubicBezTo>
                    <a:pt x="428177" y="577326"/>
                    <a:pt x="427224" y="603044"/>
                    <a:pt x="426272" y="629714"/>
                  </a:cubicBezTo>
                  <a:cubicBezTo>
                    <a:pt x="426272" y="694484"/>
                    <a:pt x="428177" y="764969"/>
                    <a:pt x="415794" y="822119"/>
                  </a:cubicBezTo>
                  <a:cubicBezTo>
                    <a:pt x="414842" y="844026"/>
                    <a:pt x="413889" y="864981"/>
                    <a:pt x="412937" y="885936"/>
                  </a:cubicBezTo>
                  <a:cubicBezTo>
                    <a:pt x="398649" y="946896"/>
                    <a:pt x="393887" y="1006904"/>
                    <a:pt x="371979" y="1058339"/>
                  </a:cubicBezTo>
                  <a:cubicBezTo>
                    <a:pt x="363407" y="1078341"/>
                    <a:pt x="353882" y="1111679"/>
                    <a:pt x="333879" y="1119299"/>
                  </a:cubicBezTo>
                  <a:cubicBezTo>
                    <a:pt x="328164" y="1123109"/>
                    <a:pt x="312924" y="1122156"/>
                    <a:pt x="303399" y="1122156"/>
                  </a:cubicBezTo>
                  <a:cubicBezTo>
                    <a:pt x="286254" y="1095486"/>
                    <a:pt x="290064" y="1064054"/>
                    <a:pt x="291017" y="1020239"/>
                  </a:cubicBezTo>
                  <a:cubicBezTo>
                    <a:pt x="296732" y="1012619"/>
                    <a:pt x="292922" y="993569"/>
                    <a:pt x="291017" y="984996"/>
                  </a:cubicBezTo>
                  <a:cubicBezTo>
                    <a:pt x="289112" y="983091"/>
                    <a:pt x="286254" y="984044"/>
                    <a:pt x="283397" y="984996"/>
                  </a:cubicBezTo>
                  <a:cubicBezTo>
                    <a:pt x="263394" y="1005951"/>
                    <a:pt x="240534" y="1024049"/>
                    <a:pt x="217674" y="1041194"/>
                  </a:cubicBezTo>
                  <a:cubicBezTo>
                    <a:pt x="213864" y="1045956"/>
                    <a:pt x="209102" y="1051671"/>
                    <a:pt x="205292" y="1056434"/>
                  </a:cubicBezTo>
                  <a:cubicBezTo>
                    <a:pt x="181479" y="1072626"/>
                    <a:pt x="156714" y="1083104"/>
                    <a:pt x="133854" y="1099296"/>
                  </a:cubicBezTo>
                  <a:cubicBezTo>
                    <a:pt x="118614" y="1110726"/>
                    <a:pt x="93849" y="1145969"/>
                    <a:pt x="80514" y="1152636"/>
                  </a:cubicBezTo>
                  <a:cubicBezTo>
                    <a:pt x="73847" y="1154541"/>
                    <a:pt x="39557" y="1154541"/>
                    <a:pt x="35747" y="1152636"/>
                  </a:cubicBezTo>
                  <a:cubicBezTo>
                    <a:pt x="35747" y="1152636"/>
                    <a:pt x="32889" y="1150731"/>
                    <a:pt x="31937" y="1149779"/>
                  </a:cubicBezTo>
                  <a:cubicBezTo>
                    <a:pt x="-6163" y="1136444"/>
                    <a:pt x="-448" y="1055481"/>
                    <a:pt x="1457" y="1013571"/>
                  </a:cubicBezTo>
                  <a:cubicBezTo>
                    <a:pt x="1457" y="1012619"/>
                    <a:pt x="2409" y="1005951"/>
                    <a:pt x="3362" y="1004046"/>
                  </a:cubicBezTo>
                  <a:cubicBezTo>
                    <a:pt x="5267" y="1001189"/>
                    <a:pt x="7172" y="1000236"/>
                    <a:pt x="9077" y="998331"/>
                  </a:cubicBezTo>
                  <a:cubicBezTo>
                    <a:pt x="66227" y="960231"/>
                    <a:pt x="79562" y="886889"/>
                    <a:pt x="101469" y="814499"/>
                  </a:cubicBezTo>
                  <a:cubicBezTo>
                    <a:pt x="107184" y="796401"/>
                    <a:pt x="126234" y="779256"/>
                    <a:pt x="119567" y="750681"/>
                  </a:cubicBezTo>
                  <a:cubicBezTo>
                    <a:pt x="115757" y="732584"/>
                    <a:pt x="110994" y="710676"/>
                    <a:pt x="107184" y="694484"/>
                  </a:cubicBezTo>
                  <a:cubicBezTo>
                    <a:pt x="107184" y="687816"/>
                    <a:pt x="107184" y="681149"/>
                    <a:pt x="107184" y="674481"/>
                  </a:cubicBezTo>
                  <a:cubicBezTo>
                    <a:pt x="101469" y="656384"/>
                    <a:pt x="83372" y="645906"/>
                    <a:pt x="79562" y="623999"/>
                  </a:cubicBezTo>
                  <a:cubicBezTo>
                    <a:pt x="78609" y="621141"/>
                    <a:pt x="89087" y="612569"/>
                    <a:pt x="94802" y="611616"/>
                  </a:cubicBezTo>
                  <a:cubicBezTo>
                    <a:pt x="122424" y="611616"/>
                    <a:pt x="128139" y="625904"/>
                    <a:pt x="145284" y="631619"/>
                  </a:cubicBezTo>
                  <a:cubicBezTo>
                    <a:pt x="161477" y="637334"/>
                    <a:pt x="175764" y="630666"/>
                    <a:pt x="191004" y="636381"/>
                  </a:cubicBezTo>
                  <a:cubicBezTo>
                    <a:pt x="204339" y="641144"/>
                    <a:pt x="211007" y="652574"/>
                    <a:pt x="221484" y="659241"/>
                  </a:cubicBezTo>
                  <a:cubicBezTo>
                    <a:pt x="232914" y="660194"/>
                    <a:pt x="243392" y="662099"/>
                    <a:pt x="254822" y="664004"/>
                  </a:cubicBezTo>
                  <a:cubicBezTo>
                    <a:pt x="269109" y="670671"/>
                    <a:pt x="278634" y="684006"/>
                    <a:pt x="292922" y="689721"/>
                  </a:cubicBezTo>
                  <a:cubicBezTo>
                    <a:pt x="293874" y="670671"/>
                    <a:pt x="295779" y="650669"/>
                    <a:pt x="297684" y="631619"/>
                  </a:cubicBezTo>
                  <a:cubicBezTo>
                    <a:pt x="297684" y="614474"/>
                    <a:pt x="297684" y="598281"/>
                    <a:pt x="297684" y="581136"/>
                  </a:cubicBezTo>
                  <a:cubicBezTo>
                    <a:pt x="309114" y="530654"/>
                    <a:pt x="308162" y="416354"/>
                    <a:pt x="292922" y="370634"/>
                  </a:cubicBezTo>
                  <a:cubicBezTo>
                    <a:pt x="283397" y="342059"/>
                    <a:pt x="255774" y="323961"/>
                    <a:pt x="239582" y="302054"/>
                  </a:cubicBezTo>
                  <a:cubicBezTo>
                    <a:pt x="229104" y="288719"/>
                    <a:pt x="222437" y="272526"/>
                    <a:pt x="211959" y="259191"/>
                  </a:cubicBezTo>
                  <a:cubicBezTo>
                    <a:pt x="193862" y="236331"/>
                    <a:pt x="168144" y="222996"/>
                    <a:pt x="169097" y="187754"/>
                  </a:cubicBezTo>
                  <a:cubicBezTo>
                    <a:pt x="169097" y="182991"/>
                    <a:pt x="182432" y="168704"/>
                    <a:pt x="189099" y="169656"/>
                  </a:cubicBezTo>
                  <a:close/>
                  <a:moveTo>
                    <a:pt x="2741800" y="161084"/>
                  </a:moveTo>
                  <a:cubicBezTo>
                    <a:pt x="2758945" y="173466"/>
                    <a:pt x="2781805" y="164894"/>
                    <a:pt x="2802760" y="173466"/>
                  </a:cubicBezTo>
                  <a:cubicBezTo>
                    <a:pt x="2816095" y="179181"/>
                    <a:pt x="2824667" y="193469"/>
                    <a:pt x="2836097" y="201089"/>
                  </a:cubicBezTo>
                  <a:cubicBezTo>
                    <a:pt x="2858005" y="215376"/>
                    <a:pt x="2886580" y="222044"/>
                    <a:pt x="2899915" y="243951"/>
                  </a:cubicBezTo>
                  <a:cubicBezTo>
                    <a:pt x="2909440" y="260144"/>
                    <a:pt x="2913250" y="292529"/>
                    <a:pt x="2904677" y="312531"/>
                  </a:cubicBezTo>
                  <a:cubicBezTo>
                    <a:pt x="2902772" y="317294"/>
                    <a:pt x="2894200" y="323009"/>
                    <a:pt x="2892295" y="327771"/>
                  </a:cubicBezTo>
                  <a:cubicBezTo>
                    <a:pt x="2892295" y="349679"/>
                    <a:pt x="2892295" y="371586"/>
                    <a:pt x="2892295" y="393494"/>
                  </a:cubicBezTo>
                  <a:cubicBezTo>
                    <a:pt x="2892295" y="448739"/>
                    <a:pt x="2885627" y="515414"/>
                    <a:pt x="2895152" y="565896"/>
                  </a:cubicBezTo>
                  <a:cubicBezTo>
                    <a:pt x="2896105" y="565896"/>
                    <a:pt x="2898010" y="565896"/>
                    <a:pt x="2899915" y="565896"/>
                  </a:cubicBezTo>
                  <a:cubicBezTo>
                    <a:pt x="2923727" y="548751"/>
                    <a:pt x="2948492" y="537321"/>
                    <a:pt x="2971352" y="520176"/>
                  </a:cubicBezTo>
                  <a:cubicBezTo>
                    <a:pt x="3020882" y="482076"/>
                    <a:pt x="3028502" y="412544"/>
                    <a:pt x="3123752" y="433499"/>
                  </a:cubicBezTo>
                  <a:cubicBezTo>
                    <a:pt x="3128515" y="435404"/>
                    <a:pt x="3138992" y="463026"/>
                    <a:pt x="3131372" y="468741"/>
                  </a:cubicBezTo>
                  <a:cubicBezTo>
                    <a:pt x="3120895" y="476361"/>
                    <a:pt x="3120895" y="485886"/>
                    <a:pt x="3113275" y="496364"/>
                  </a:cubicBezTo>
                  <a:cubicBezTo>
                    <a:pt x="3102797" y="511604"/>
                    <a:pt x="3081842" y="531606"/>
                    <a:pt x="3068507" y="544941"/>
                  </a:cubicBezTo>
                  <a:cubicBezTo>
                    <a:pt x="3041837" y="564944"/>
                    <a:pt x="3014215" y="583041"/>
                    <a:pt x="2987545" y="603044"/>
                  </a:cubicBezTo>
                  <a:cubicBezTo>
                    <a:pt x="2974210" y="612569"/>
                    <a:pt x="2962780" y="628761"/>
                    <a:pt x="2949445" y="638286"/>
                  </a:cubicBezTo>
                  <a:cubicBezTo>
                    <a:pt x="2936110" y="647811"/>
                    <a:pt x="2898962" y="667814"/>
                    <a:pt x="2891342" y="681149"/>
                  </a:cubicBezTo>
                  <a:cubicBezTo>
                    <a:pt x="2888485" y="699246"/>
                    <a:pt x="2886580" y="716391"/>
                    <a:pt x="2883722" y="734489"/>
                  </a:cubicBezTo>
                  <a:cubicBezTo>
                    <a:pt x="2871340" y="779256"/>
                    <a:pt x="2864672" y="831644"/>
                    <a:pt x="2845622" y="873554"/>
                  </a:cubicBezTo>
                  <a:cubicBezTo>
                    <a:pt x="2829430" y="908796"/>
                    <a:pt x="2795140" y="929751"/>
                    <a:pt x="2766565" y="952611"/>
                  </a:cubicBezTo>
                  <a:cubicBezTo>
                    <a:pt x="2691317" y="1014524"/>
                    <a:pt x="2607497" y="1073579"/>
                    <a:pt x="2472242" y="1074531"/>
                  </a:cubicBezTo>
                  <a:cubicBezTo>
                    <a:pt x="2472242" y="1073579"/>
                    <a:pt x="2472242" y="1071674"/>
                    <a:pt x="2472242" y="1069769"/>
                  </a:cubicBezTo>
                  <a:cubicBezTo>
                    <a:pt x="2482720" y="1053576"/>
                    <a:pt x="2480815" y="1041194"/>
                    <a:pt x="2497960" y="1028811"/>
                  </a:cubicBezTo>
                  <a:cubicBezTo>
                    <a:pt x="2510342" y="1020239"/>
                    <a:pt x="2526535" y="1008809"/>
                    <a:pt x="2538917" y="1003094"/>
                  </a:cubicBezTo>
                  <a:cubicBezTo>
                    <a:pt x="2545585" y="1002141"/>
                    <a:pt x="2552252" y="1001189"/>
                    <a:pt x="2558920" y="1000236"/>
                  </a:cubicBezTo>
                  <a:cubicBezTo>
                    <a:pt x="2567492" y="996426"/>
                    <a:pt x="2576065" y="992616"/>
                    <a:pt x="2586542" y="987854"/>
                  </a:cubicBezTo>
                  <a:cubicBezTo>
                    <a:pt x="2596067" y="984044"/>
                    <a:pt x="2604640" y="977376"/>
                    <a:pt x="2612260" y="972614"/>
                  </a:cubicBezTo>
                  <a:cubicBezTo>
                    <a:pt x="2663695" y="939276"/>
                    <a:pt x="2736085" y="853551"/>
                    <a:pt x="2736085" y="769731"/>
                  </a:cubicBezTo>
                  <a:cubicBezTo>
                    <a:pt x="2692270" y="771636"/>
                    <a:pt x="2657980" y="791639"/>
                    <a:pt x="2624642" y="804974"/>
                  </a:cubicBezTo>
                  <a:cubicBezTo>
                    <a:pt x="2617022" y="805926"/>
                    <a:pt x="2609402" y="807831"/>
                    <a:pt x="2601782" y="809736"/>
                  </a:cubicBezTo>
                  <a:cubicBezTo>
                    <a:pt x="2584637" y="820214"/>
                    <a:pt x="2572255" y="839264"/>
                    <a:pt x="2556062" y="850694"/>
                  </a:cubicBezTo>
                  <a:cubicBezTo>
                    <a:pt x="2534155" y="865934"/>
                    <a:pt x="2513200" y="874506"/>
                    <a:pt x="2492245" y="888794"/>
                  </a:cubicBezTo>
                  <a:cubicBezTo>
                    <a:pt x="2444620" y="921179"/>
                    <a:pt x="2391280" y="957374"/>
                    <a:pt x="2316985" y="942134"/>
                  </a:cubicBezTo>
                  <a:cubicBezTo>
                    <a:pt x="2281742" y="887841"/>
                    <a:pt x="2287457" y="871649"/>
                    <a:pt x="2289362" y="792591"/>
                  </a:cubicBezTo>
                  <a:cubicBezTo>
                    <a:pt x="2290315" y="786876"/>
                    <a:pt x="2292220" y="784971"/>
                    <a:pt x="2294125" y="784971"/>
                  </a:cubicBezTo>
                  <a:cubicBezTo>
                    <a:pt x="2296982" y="783066"/>
                    <a:pt x="2300792" y="785924"/>
                    <a:pt x="2304602" y="790686"/>
                  </a:cubicBezTo>
                  <a:cubicBezTo>
                    <a:pt x="2311270" y="802116"/>
                    <a:pt x="2322700" y="815451"/>
                    <a:pt x="2332225" y="824024"/>
                  </a:cubicBezTo>
                  <a:cubicBezTo>
                    <a:pt x="2334130" y="824024"/>
                    <a:pt x="2344607" y="823071"/>
                    <a:pt x="2352227" y="821166"/>
                  </a:cubicBezTo>
                  <a:cubicBezTo>
                    <a:pt x="2365562" y="817356"/>
                    <a:pt x="2381755" y="809736"/>
                    <a:pt x="2395090" y="805926"/>
                  </a:cubicBezTo>
                  <a:cubicBezTo>
                    <a:pt x="2403662" y="804974"/>
                    <a:pt x="2413187" y="804021"/>
                    <a:pt x="2422712" y="803069"/>
                  </a:cubicBezTo>
                  <a:cubicBezTo>
                    <a:pt x="2453192" y="792591"/>
                    <a:pt x="2497960" y="762111"/>
                    <a:pt x="2526535" y="744966"/>
                  </a:cubicBezTo>
                  <a:cubicBezTo>
                    <a:pt x="2544632" y="734489"/>
                    <a:pt x="2565587" y="732584"/>
                    <a:pt x="2587495" y="724964"/>
                  </a:cubicBezTo>
                  <a:cubicBezTo>
                    <a:pt x="2606545" y="718296"/>
                    <a:pt x="2627500" y="706866"/>
                    <a:pt x="2645597" y="699246"/>
                  </a:cubicBezTo>
                  <a:cubicBezTo>
                    <a:pt x="2667505" y="689721"/>
                    <a:pt x="2750372" y="662099"/>
                    <a:pt x="2759897" y="648764"/>
                  </a:cubicBezTo>
                  <a:cubicBezTo>
                    <a:pt x="2776090" y="625904"/>
                    <a:pt x="2765612" y="578279"/>
                    <a:pt x="2772280" y="546846"/>
                  </a:cubicBezTo>
                  <a:cubicBezTo>
                    <a:pt x="2781805" y="504936"/>
                    <a:pt x="2780852" y="390636"/>
                    <a:pt x="2767517" y="354441"/>
                  </a:cubicBezTo>
                  <a:cubicBezTo>
                    <a:pt x="2751325" y="311579"/>
                    <a:pt x="2697032" y="229664"/>
                    <a:pt x="2718940" y="171561"/>
                  </a:cubicBezTo>
                  <a:cubicBezTo>
                    <a:pt x="2726560" y="166799"/>
                    <a:pt x="2730370" y="162989"/>
                    <a:pt x="2741800" y="161084"/>
                  </a:cubicBezTo>
                  <a:close/>
                  <a:moveTo>
                    <a:pt x="4109589" y="20114"/>
                  </a:moveTo>
                  <a:cubicBezTo>
                    <a:pt x="4122924" y="32496"/>
                    <a:pt x="4146737" y="47736"/>
                    <a:pt x="4147689" y="70596"/>
                  </a:cubicBezTo>
                  <a:cubicBezTo>
                    <a:pt x="4156262" y="84884"/>
                    <a:pt x="4141974" y="115364"/>
                    <a:pt x="4137212" y="126794"/>
                  </a:cubicBezTo>
                  <a:cubicBezTo>
                    <a:pt x="4121019" y="166799"/>
                    <a:pt x="4086729" y="195374"/>
                    <a:pt x="4083871" y="243951"/>
                  </a:cubicBezTo>
                  <a:cubicBezTo>
                    <a:pt x="4086729" y="244904"/>
                    <a:pt x="4088634" y="245856"/>
                    <a:pt x="4091492" y="246809"/>
                  </a:cubicBezTo>
                  <a:cubicBezTo>
                    <a:pt x="4106732" y="256334"/>
                    <a:pt x="4143879" y="234426"/>
                    <a:pt x="4157214" y="228711"/>
                  </a:cubicBezTo>
                  <a:cubicBezTo>
                    <a:pt x="4185789" y="216329"/>
                    <a:pt x="4213412" y="213471"/>
                    <a:pt x="4245796" y="202994"/>
                  </a:cubicBezTo>
                  <a:cubicBezTo>
                    <a:pt x="4252464" y="201089"/>
                    <a:pt x="4264846" y="191564"/>
                    <a:pt x="4276277" y="195374"/>
                  </a:cubicBezTo>
                  <a:cubicBezTo>
                    <a:pt x="4282944" y="197279"/>
                    <a:pt x="4288659" y="205851"/>
                    <a:pt x="4296279" y="207756"/>
                  </a:cubicBezTo>
                  <a:cubicBezTo>
                    <a:pt x="4313424" y="212519"/>
                    <a:pt x="4338189" y="204899"/>
                    <a:pt x="4346762" y="218234"/>
                  </a:cubicBezTo>
                  <a:cubicBezTo>
                    <a:pt x="4365812" y="243951"/>
                    <a:pt x="4335332" y="288719"/>
                    <a:pt x="4328664" y="306816"/>
                  </a:cubicBezTo>
                  <a:cubicBezTo>
                    <a:pt x="4303899" y="370634"/>
                    <a:pt x="4250559" y="417306"/>
                    <a:pt x="4211507" y="468741"/>
                  </a:cubicBezTo>
                  <a:cubicBezTo>
                    <a:pt x="4195314" y="489696"/>
                    <a:pt x="4166739" y="489696"/>
                    <a:pt x="4157214" y="521129"/>
                  </a:cubicBezTo>
                  <a:cubicBezTo>
                    <a:pt x="4175312" y="521129"/>
                    <a:pt x="4192457" y="521129"/>
                    <a:pt x="4210554" y="521129"/>
                  </a:cubicBezTo>
                  <a:cubicBezTo>
                    <a:pt x="4221032" y="528749"/>
                    <a:pt x="4239129" y="528749"/>
                    <a:pt x="4251512" y="533511"/>
                  </a:cubicBezTo>
                  <a:cubicBezTo>
                    <a:pt x="4261989" y="623999"/>
                    <a:pt x="4217221" y="652574"/>
                    <a:pt x="4167692" y="688769"/>
                  </a:cubicBezTo>
                  <a:cubicBezTo>
                    <a:pt x="4158167" y="696389"/>
                    <a:pt x="4151499" y="709724"/>
                    <a:pt x="4140069" y="716391"/>
                  </a:cubicBezTo>
                  <a:cubicBezTo>
                    <a:pt x="4121971" y="725916"/>
                    <a:pt x="4101969" y="727821"/>
                    <a:pt x="4083871" y="736394"/>
                  </a:cubicBezTo>
                  <a:cubicBezTo>
                    <a:pt x="4053392" y="749729"/>
                    <a:pt x="4029579" y="776399"/>
                    <a:pt x="3989574" y="779256"/>
                  </a:cubicBezTo>
                  <a:cubicBezTo>
                    <a:pt x="3987669" y="770684"/>
                    <a:pt x="3984812" y="757349"/>
                    <a:pt x="3986717" y="753539"/>
                  </a:cubicBezTo>
                  <a:cubicBezTo>
                    <a:pt x="4001957" y="733536"/>
                    <a:pt x="4024817" y="718296"/>
                    <a:pt x="4044819" y="703056"/>
                  </a:cubicBezTo>
                  <a:cubicBezTo>
                    <a:pt x="4052439" y="697341"/>
                    <a:pt x="4058154" y="684006"/>
                    <a:pt x="4064821" y="675434"/>
                  </a:cubicBezTo>
                  <a:cubicBezTo>
                    <a:pt x="4079109" y="663051"/>
                    <a:pt x="4092444" y="649716"/>
                    <a:pt x="4105779" y="637334"/>
                  </a:cubicBezTo>
                  <a:cubicBezTo>
                    <a:pt x="4108637" y="630666"/>
                    <a:pt x="4110542" y="623999"/>
                    <a:pt x="4113399" y="617331"/>
                  </a:cubicBezTo>
                  <a:cubicBezTo>
                    <a:pt x="4121019" y="605901"/>
                    <a:pt x="4131496" y="599234"/>
                    <a:pt x="4136259" y="583994"/>
                  </a:cubicBezTo>
                  <a:cubicBezTo>
                    <a:pt x="4132449" y="583994"/>
                    <a:pt x="4127687" y="583994"/>
                    <a:pt x="4123877" y="583994"/>
                  </a:cubicBezTo>
                  <a:cubicBezTo>
                    <a:pt x="4110542" y="595424"/>
                    <a:pt x="4096254" y="599234"/>
                    <a:pt x="4081014" y="609711"/>
                  </a:cubicBezTo>
                  <a:cubicBezTo>
                    <a:pt x="4061012" y="622094"/>
                    <a:pt x="4046724" y="645906"/>
                    <a:pt x="4027674" y="660194"/>
                  </a:cubicBezTo>
                  <a:cubicBezTo>
                    <a:pt x="3968619" y="704009"/>
                    <a:pt x="3900039" y="750681"/>
                    <a:pt x="3827649" y="779256"/>
                  </a:cubicBezTo>
                  <a:cubicBezTo>
                    <a:pt x="3774309" y="801164"/>
                    <a:pt x="3712396" y="836406"/>
                    <a:pt x="3635244" y="820214"/>
                  </a:cubicBezTo>
                  <a:cubicBezTo>
                    <a:pt x="3633339" y="815451"/>
                    <a:pt x="3632387" y="809736"/>
                    <a:pt x="3632387" y="802116"/>
                  </a:cubicBezTo>
                  <a:cubicBezTo>
                    <a:pt x="3634292" y="800211"/>
                    <a:pt x="3633339" y="802116"/>
                    <a:pt x="3635244" y="797354"/>
                  </a:cubicBezTo>
                  <a:cubicBezTo>
                    <a:pt x="3697157" y="763064"/>
                    <a:pt x="3755259" y="719249"/>
                    <a:pt x="3815267" y="683054"/>
                  </a:cubicBezTo>
                  <a:cubicBezTo>
                    <a:pt x="3826696" y="679244"/>
                    <a:pt x="3837174" y="676386"/>
                    <a:pt x="3848604" y="672576"/>
                  </a:cubicBezTo>
                  <a:cubicBezTo>
                    <a:pt x="3885752" y="648764"/>
                    <a:pt x="3930519" y="624951"/>
                    <a:pt x="3970524" y="603996"/>
                  </a:cubicBezTo>
                  <a:cubicBezTo>
                    <a:pt x="4000052" y="588756"/>
                    <a:pt x="4032437" y="578279"/>
                    <a:pt x="4059107" y="561134"/>
                  </a:cubicBezTo>
                  <a:cubicBezTo>
                    <a:pt x="4071489" y="552561"/>
                    <a:pt x="4090539" y="552561"/>
                    <a:pt x="4094349" y="535416"/>
                  </a:cubicBezTo>
                  <a:cubicBezTo>
                    <a:pt x="4093396" y="535416"/>
                    <a:pt x="4091492" y="535416"/>
                    <a:pt x="4089587" y="535416"/>
                  </a:cubicBezTo>
                  <a:cubicBezTo>
                    <a:pt x="4068632" y="522081"/>
                    <a:pt x="4023864" y="562086"/>
                    <a:pt x="3993384" y="563039"/>
                  </a:cubicBezTo>
                  <a:cubicBezTo>
                    <a:pt x="3990527" y="556371"/>
                    <a:pt x="3990527" y="546846"/>
                    <a:pt x="3990527" y="537321"/>
                  </a:cubicBezTo>
                  <a:cubicBezTo>
                    <a:pt x="3998146" y="527796"/>
                    <a:pt x="4004814" y="513509"/>
                    <a:pt x="4005767" y="499221"/>
                  </a:cubicBezTo>
                  <a:cubicBezTo>
                    <a:pt x="3981954" y="483981"/>
                    <a:pt x="3981954" y="474456"/>
                    <a:pt x="3941949" y="471599"/>
                  </a:cubicBezTo>
                  <a:cubicBezTo>
                    <a:pt x="3929567" y="508746"/>
                    <a:pt x="3886704" y="520176"/>
                    <a:pt x="3860987" y="544941"/>
                  </a:cubicBezTo>
                  <a:cubicBezTo>
                    <a:pt x="3853367" y="543989"/>
                    <a:pt x="3849557" y="543036"/>
                    <a:pt x="3845746" y="537321"/>
                  </a:cubicBezTo>
                  <a:cubicBezTo>
                    <a:pt x="3835269" y="521129"/>
                    <a:pt x="3852414" y="510651"/>
                    <a:pt x="3858129" y="502079"/>
                  </a:cubicBezTo>
                  <a:cubicBezTo>
                    <a:pt x="3872417" y="481124"/>
                    <a:pt x="3894324" y="463026"/>
                    <a:pt x="3900992" y="436356"/>
                  </a:cubicBezTo>
                  <a:cubicBezTo>
                    <a:pt x="3888609" y="428736"/>
                    <a:pt x="3880989" y="422069"/>
                    <a:pt x="3880989" y="403019"/>
                  </a:cubicBezTo>
                  <a:cubicBezTo>
                    <a:pt x="3880989" y="402066"/>
                    <a:pt x="3882894" y="400161"/>
                    <a:pt x="3883846" y="400161"/>
                  </a:cubicBezTo>
                  <a:cubicBezTo>
                    <a:pt x="3899087" y="398256"/>
                    <a:pt x="3924804" y="396351"/>
                    <a:pt x="3941949" y="392541"/>
                  </a:cubicBezTo>
                  <a:cubicBezTo>
                    <a:pt x="3955284" y="371586"/>
                    <a:pt x="3979096" y="357299"/>
                    <a:pt x="3982907" y="328724"/>
                  </a:cubicBezTo>
                  <a:cubicBezTo>
                    <a:pt x="3957189" y="329676"/>
                    <a:pt x="3952427" y="343964"/>
                    <a:pt x="3924804" y="339201"/>
                  </a:cubicBezTo>
                  <a:cubicBezTo>
                    <a:pt x="3922899" y="334439"/>
                    <a:pt x="3921946" y="327771"/>
                    <a:pt x="3921946" y="319199"/>
                  </a:cubicBezTo>
                  <a:cubicBezTo>
                    <a:pt x="3933377" y="310626"/>
                    <a:pt x="3949569" y="293481"/>
                    <a:pt x="3949569" y="273479"/>
                  </a:cubicBezTo>
                  <a:cubicBezTo>
                    <a:pt x="3938139" y="273479"/>
                    <a:pt x="3919089" y="276336"/>
                    <a:pt x="3914327" y="273479"/>
                  </a:cubicBezTo>
                  <a:cubicBezTo>
                    <a:pt x="3893371" y="266811"/>
                    <a:pt x="3879084" y="245856"/>
                    <a:pt x="3876227" y="220139"/>
                  </a:cubicBezTo>
                  <a:cubicBezTo>
                    <a:pt x="3884799" y="215376"/>
                    <a:pt x="3886704" y="212519"/>
                    <a:pt x="3901944" y="212519"/>
                  </a:cubicBezTo>
                  <a:cubicBezTo>
                    <a:pt x="3931471" y="234426"/>
                    <a:pt x="3958142" y="208709"/>
                    <a:pt x="3982907" y="200136"/>
                  </a:cubicBezTo>
                  <a:cubicBezTo>
                    <a:pt x="3999099" y="194421"/>
                    <a:pt x="4009577" y="197279"/>
                    <a:pt x="4021007" y="189659"/>
                  </a:cubicBezTo>
                  <a:cubicBezTo>
                    <a:pt x="4059107" y="164894"/>
                    <a:pt x="4085777" y="94409"/>
                    <a:pt x="4086729" y="30591"/>
                  </a:cubicBezTo>
                  <a:cubicBezTo>
                    <a:pt x="4086729" y="22971"/>
                    <a:pt x="4105779" y="16304"/>
                    <a:pt x="4109589" y="20114"/>
                  </a:cubicBezTo>
                  <a:close/>
                  <a:moveTo>
                    <a:pt x="1675952" y="111"/>
                  </a:moveTo>
                  <a:cubicBezTo>
                    <a:pt x="1735959" y="-1794"/>
                    <a:pt x="1764534" y="21066"/>
                    <a:pt x="1800729" y="42974"/>
                  </a:cubicBezTo>
                  <a:cubicBezTo>
                    <a:pt x="1811207" y="48689"/>
                    <a:pt x="1824542" y="48689"/>
                    <a:pt x="1834067" y="55356"/>
                  </a:cubicBezTo>
                  <a:cubicBezTo>
                    <a:pt x="1855022" y="69644"/>
                    <a:pt x="1878834" y="84884"/>
                    <a:pt x="1899789" y="101076"/>
                  </a:cubicBezTo>
                  <a:cubicBezTo>
                    <a:pt x="1908362" y="107744"/>
                    <a:pt x="1911219" y="119174"/>
                    <a:pt x="1917887" y="126794"/>
                  </a:cubicBezTo>
                  <a:cubicBezTo>
                    <a:pt x="1922649" y="197279"/>
                    <a:pt x="1884549" y="217281"/>
                    <a:pt x="1814064" y="215376"/>
                  </a:cubicBezTo>
                  <a:cubicBezTo>
                    <a:pt x="1798824" y="245856"/>
                    <a:pt x="1757867" y="274431"/>
                    <a:pt x="1717862" y="279194"/>
                  </a:cubicBezTo>
                  <a:cubicBezTo>
                    <a:pt x="1709289" y="279194"/>
                    <a:pt x="1706432" y="255381"/>
                    <a:pt x="1710242" y="253476"/>
                  </a:cubicBezTo>
                  <a:cubicBezTo>
                    <a:pt x="1734054" y="237284"/>
                    <a:pt x="1731197" y="183944"/>
                    <a:pt x="1720719" y="151559"/>
                  </a:cubicBezTo>
                  <a:cubicBezTo>
                    <a:pt x="1715004" y="136319"/>
                    <a:pt x="1704527" y="114411"/>
                    <a:pt x="1695002" y="101076"/>
                  </a:cubicBezTo>
                  <a:cubicBezTo>
                    <a:pt x="1691192" y="98219"/>
                    <a:pt x="1688334" y="96314"/>
                    <a:pt x="1684524" y="93456"/>
                  </a:cubicBezTo>
                  <a:cubicBezTo>
                    <a:pt x="1683572" y="82979"/>
                    <a:pt x="1681667" y="73454"/>
                    <a:pt x="1678809" y="63929"/>
                  </a:cubicBezTo>
                  <a:cubicBezTo>
                    <a:pt x="1664522" y="34401"/>
                    <a:pt x="1646424" y="34401"/>
                    <a:pt x="1675952" y="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289" name="图片 288"/>
          <p:cNvPicPr>
            <a:picLocks noChangeAspect="1"/>
          </p:cNvPicPr>
          <p:nvPr userDrawn="1"/>
        </p:nvPicPr>
        <p:blipFill>
          <a:blip r:embed="rId8" cstate="screen"/>
          <a:srcRect b="9829"/>
          <a:stretch>
            <a:fillRect/>
          </a:stretch>
        </p:blipFill>
        <p:spPr>
          <a:xfrm rot="8100000" flipH="1">
            <a:off x="-3026797" y="-4168079"/>
            <a:ext cx="9203662" cy="6183912"/>
          </a:xfrm>
          <a:custGeom>
            <a:avLst/>
            <a:gdLst>
              <a:gd name="connsiteX0" fmla="*/ 2726754 w 9203662"/>
              <a:gd name="connsiteY0" fmla="*/ 3457157 h 6183912"/>
              <a:gd name="connsiteX1" fmla="*/ 6183912 w 9203662"/>
              <a:gd name="connsiteY1" fmla="*/ 0 h 6183912"/>
              <a:gd name="connsiteX2" fmla="*/ 0 w 9203662"/>
              <a:gd name="connsiteY2" fmla="*/ 0 h 6183912"/>
              <a:gd name="connsiteX3" fmla="*/ 0 w 9203662"/>
              <a:gd name="connsiteY3" fmla="*/ 730403 h 6183912"/>
              <a:gd name="connsiteX4" fmla="*/ 0 w 9203662"/>
              <a:gd name="connsiteY4" fmla="*/ 6183912 h 6183912"/>
              <a:gd name="connsiteX5" fmla="*/ 452590 w 9203662"/>
              <a:gd name="connsiteY5" fmla="*/ 5731322 h 6183912"/>
              <a:gd name="connsiteX6" fmla="*/ 0 w 9203662"/>
              <a:gd name="connsiteY6" fmla="*/ 5278732 h 6183912"/>
              <a:gd name="connsiteX7" fmla="*/ 9203662 w 9203662"/>
              <a:gd name="connsiteY7" fmla="*/ 143837 h 6183912"/>
              <a:gd name="connsiteX8" fmla="*/ 9203662 w 9203662"/>
              <a:gd name="connsiteY8" fmla="*/ 0 h 6183912"/>
              <a:gd name="connsiteX9" fmla="*/ 9059825 w 9203662"/>
              <a:gd name="connsiteY9" fmla="*/ 0 h 618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3662" h="6183912">
                <a:moveTo>
                  <a:pt x="2726754" y="3457157"/>
                </a:moveTo>
                <a:lnTo>
                  <a:pt x="6183912" y="0"/>
                </a:lnTo>
                <a:lnTo>
                  <a:pt x="0" y="0"/>
                </a:lnTo>
                <a:lnTo>
                  <a:pt x="0" y="730403"/>
                </a:lnTo>
                <a:close/>
                <a:moveTo>
                  <a:pt x="0" y="6183912"/>
                </a:moveTo>
                <a:lnTo>
                  <a:pt x="452590" y="5731322"/>
                </a:lnTo>
                <a:lnTo>
                  <a:pt x="0" y="5278732"/>
                </a:lnTo>
                <a:close/>
                <a:moveTo>
                  <a:pt x="9203662" y="143837"/>
                </a:moveTo>
                <a:lnTo>
                  <a:pt x="9203662" y="0"/>
                </a:lnTo>
                <a:lnTo>
                  <a:pt x="9059825" y="0"/>
                </a:lnTo>
                <a:close/>
              </a:path>
            </a:pathLst>
          </a:custGeom>
        </p:spPr>
      </p:pic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321" y="5178065"/>
            <a:ext cx="1083048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85704" y="5484342"/>
            <a:ext cx="10850562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69924" y="3652228"/>
            <a:ext cx="10850563" cy="5587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69924" y="1605140"/>
            <a:ext cx="10850563" cy="20127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, 宗教场所, 喇嘛庙, 户外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154491" y="3367313"/>
            <a:ext cx="7037509" cy="3490687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960211" y="3490686"/>
            <a:ext cx="6108559" cy="8953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961327" y="4386036"/>
            <a:ext cx="6108559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rot="913241" flipH="1">
            <a:off x="-482682" y="3778625"/>
            <a:ext cx="3346420" cy="3338723"/>
          </a:xfrm>
          <a:custGeom>
            <a:avLst/>
            <a:gdLst>
              <a:gd name="connsiteX0" fmla="*/ 3346420 w 3346420"/>
              <a:gd name="connsiteY0" fmla="*/ 0 h 3338723"/>
              <a:gd name="connsiteX1" fmla="*/ 0 w 3346420"/>
              <a:gd name="connsiteY1" fmla="*/ 0 h 3338723"/>
              <a:gd name="connsiteX2" fmla="*/ 0 w 3346420"/>
              <a:gd name="connsiteY2" fmla="*/ 2675384 h 3338723"/>
              <a:gd name="connsiteX3" fmla="*/ 2438014 w 3346420"/>
              <a:gd name="connsiteY3" fmla="*/ 3338723 h 333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420" h="3338723">
                <a:moveTo>
                  <a:pt x="3346420" y="0"/>
                </a:moveTo>
                <a:lnTo>
                  <a:pt x="0" y="0"/>
                </a:lnTo>
                <a:lnTo>
                  <a:pt x="0" y="2675384"/>
                </a:lnTo>
                <a:lnTo>
                  <a:pt x="2438014" y="3338723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rcRect b="9829"/>
          <a:stretch>
            <a:fillRect/>
          </a:stretch>
        </p:blipFill>
        <p:spPr>
          <a:xfrm rot="8100000" flipH="1">
            <a:off x="-3026797" y="-4168079"/>
            <a:ext cx="9203662" cy="6183912"/>
          </a:xfrm>
          <a:custGeom>
            <a:avLst/>
            <a:gdLst>
              <a:gd name="connsiteX0" fmla="*/ 2726754 w 9203662"/>
              <a:gd name="connsiteY0" fmla="*/ 3457157 h 6183912"/>
              <a:gd name="connsiteX1" fmla="*/ 6183912 w 9203662"/>
              <a:gd name="connsiteY1" fmla="*/ 0 h 6183912"/>
              <a:gd name="connsiteX2" fmla="*/ 0 w 9203662"/>
              <a:gd name="connsiteY2" fmla="*/ 0 h 6183912"/>
              <a:gd name="connsiteX3" fmla="*/ 0 w 9203662"/>
              <a:gd name="connsiteY3" fmla="*/ 730403 h 6183912"/>
              <a:gd name="connsiteX4" fmla="*/ 0 w 9203662"/>
              <a:gd name="connsiteY4" fmla="*/ 6183912 h 6183912"/>
              <a:gd name="connsiteX5" fmla="*/ 452590 w 9203662"/>
              <a:gd name="connsiteY5" fmla="*/ 5731322 h 6183912"/>
              <a:gd name="connsiteX6" fmla="*/ 0 w 9203662"/>
              <a:gd name="connsiteY6" fmla="*/ 5278732 h 6183912"/>
              <a:gd name="connsiteX7" fmla="*/ 9203662 w 9203662"/>
              <a:gd name="connsiteY7" fmla="*/ 143837 h 6183912"/>
              <a:gd name="connsiteX8" fmla="*/ 9203662 w 9203662"/>
              <a:gd name="connsiteY8" fmla="*/ 0 h 6183912"/>
              <a:gd name="connsiteX9" fmla="*/ 9059825 w 9203662"/>
              <a:gd name="connsiteY9" fmla="*/ 0 h 618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3662" h="6183912">
                <a:moveTo>
                  <a:pt x="2726754" y="3457157"/>
                </a:moveTo>
                <a:lnTo>
                  <a:pt x="6183912" y="0"/>
                </a:lnTo>
                <a:lnTo>
                  <a:pt x="0" y="0"/>
                </a:lnTo>
                <a:lnTo>
                  <a:pt x="0" y="730403"/>
                </a:lnTo>
                <a:close/>
                <a:moveTo>
                  <a:pt x="0" y="6183912"/>
                </a:moveTo>
                <a:lnTo>
                  <a:pt x="452590" y="5731322"/>
                </a:lnTo>
                <a:lnTo>
                  <a:pt x="0" y="5278732"/>
                </a:lnTo>
                <a:close/>
                <a:moveTo>
                  <a:pt x="9203662" y="143837"/>
                </a:moveTo>
                <a:lnTo>
                  <a:pt x="9203662" y="0"/>
                </a:lnTo>
                <a:lnTo>
                  <a:pt x="9059825" y="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rot="11700000" flipH="1">
            <a:off x="8518388" y="-326258"/>
            <a:ext cx="4336158" cy="4326185"/>
          </a:xfrm>
          <a:custGeom>
            <a:avLst/>
            <a:gdLst>
              <a:gd name="connsiteX0" fmla="*/ 3346420 w 3346420"/>
              <a:gd name="connsiteY0" fmla="*/ 0 h 3338723"/>
              <a:gd name="connsiteX1" fmla="*/ 0 w 3346420"/>
              <a:gd name="connsiteY1" fmla="*/ 0 h 3338723"/>
              <a:gd name="connsiteX2" fmla="*/ 0 w 3346420"/>
              <a:gd name="connsiteY2" fmla="*/ 2675384 h 3338723"/>
              <a:gd name="connsiteX3" fmla="*/ 2438014 w 3346420"/>
              <a:gd name="connsiteY3" fmla="*/ 3338723 h 333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420" h="3338723">
                <a:moveTo>
                  <a:pt x="3346420" y="0"/>
                </a:moveTo>
                <a:lnTo>
                  <a:pt x="0" y="0"/>
                </a:lnTo>
                <a:lnTo>
                  <a:pt x="0" y="2675384"/>
                </a:lnTo>
                <a:lnTo>
                  <a:pt x="2438014" y="3338723"/>
                </a:lnTo>
                <a:close/>
              </a:path>
            </a:pathLst>
          </a:cu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ŝļídé"/>
          <p:cNvSpPr/>
          <p:nvPr userDrawn="1"/>
        </p:nvSpPr>
        <p:spPr>
          <a:xfrm>
            <a:off x="0" y="4165600"/>
            <a:ext cx="12192000" cy="26924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20700000">
            <a:off x="-793772" y="-530613"/>
            <a:ext cx="5973469" cy="5208958"/>
          </a:xfrm>
          <a:custGeom>
            <a:avLst/>
            <a:gdLst>
              <a:gd name="connsiteX0" fmla="*/ 5973469 w 5973469"/>
              <a:gd name="connsiteY0" fmla="*/ 1226599 h 5208958"/>
              <a:gd name="connsiteX1" fmla="*/ 1395737 w 5973469"/>
              <a:gd name="connsiteY1" fmla="*/ 0 h 5208958"/>
              <a:gd name="connsiteX2" fmla="*/ 0 w 5973469"/>
              <a:gd name="connsiteY2" fmla="*/ 5208958 h 5208958"/>
              <a:gd name="connsiteX3" fmla="*/ 5973469 w 5973469"/>
              <a:gd name="connsiteY3" fmla="*/ 5208958 h 520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3469" h="5208958">
                <a:moveTo>
                  <a:pt x="5973469" y="1226599"/>
                </a:moveTo>
                <a:lnTo>
                  <a:pt x="1395737" y="0"/>
                </a:lnTo>
                <a:lnTo>
                  <a:pt x="0" y="5208958"/>
                </a:lnTo>
                <a:lnTo>
                  <a:pt x="5973469" y="5208958"/>
                </a:lnTo>
                <a:close/>
              </a:path>
            </a:pathLst>
          </a:cu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5835" y="2777113"/>
            <a:ext cx="3773536" cy="4098510"/>
          </a:xfrm>
          <a:custGeom>
            <a:avLst/>
            <a:gdLst>
              <a:gd name="connsiteX0" fmla="*/ 0 w 3773536"/>
              <a:gd name="connsiteY0" fmla="*/ 0 h 4098510"/>
              <a:gd name="connsiteX1" fmla="*/ 3773536 w 3773536"/>
              <a:gd name="connsiteY1" fmla="*/ 0 h 4098510"/>
              <a:gd name="connsiteX2" fmla="*/ 3773536 w 3773536"/>
              <a:gd name="connsiteY2" fmla="*/ 4098510 h 4098510"/>
              <a:gd name="connsiteX3" fmla="*/ 0 w 3773536"/>
              <a:gd name="connsiteY3" fmla="*/ 4098510 h 409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3536" h="4098510">
                <a:moveTo>
                  <a:pt x="0" y="0"/>
                </a:moveTo>
                <a:lnTo>
                  <a:pt x="3773536" y="0"/>
                </a:lnTo>
                <a:lnTo>
                  <a:pt x="3773536" y="4098510"/>
                </a:lnTo>
                <a:lnTo>
                  <a:pt x="0" y="4098510"/>
                </a:lnTo>
                <a:close/>
              </a:path>
            </a:pathLst>
          </a:custGeom>
        </p:spPr>
      </p:pic>
      <p:sp>
        <p:nvSpPr>
          <p:cNvPr id="22" name="íS1ïḋè"/>
          <p:cNvSpPr/>
          <p:nvPr userDrawn="1"/>
        </p:nvSpPr>
        <p:spPr bwMode="auto">
          <a:xfrm>
            <a:off x="1036169" y="0"/>
            <a:ext cx="3403951" cy="2523537"/>
          </a:xfrm>
          <a:custGeom>
            <a:avLst/>
            <a:gdLst>
              <a:gd name="connsiteX0" fmla="*/ 2852211 w 4121770"/>
              <a:gd name="connsiteY0" fmla="*/ 3030405 h 3055696"/>
              <a:gd name="connsiteX1" fmla="*/ 2838527 w 4121770"/>
              <a:gd name="connsiteY1" fmla="*/ 3032237 h 3055696"/>
              <a:gd name="connsiteX2" fmla="*/ 2869805 w 4121770"/>
              <a:gd name="connsiteY2" fmla="*/ 3055696 h 3055696"/>
              <a:gd name="connsiteX3" fmla="*/ 2852211 w 4121770"/>
              <a:gd name="connsiteY3" fmla="*/ 3030405 h 3055696"/>
              <a:gd name="connsiteX4" fmla="*/ 2877027 w 4121770"/>
              <a:gd name="connsiteY4" fmla="*/ 2868251 h 3055696"/>
              <a:gd name="connsiteX5" fmla="*/ 2846347 w 4121770"/>
              <a:gd name="connsiteY5" fmla="*/ 2902739 h 3055696"/>
              <a:gd name="connsiteX6" fmla="*/ 2894828 w 4121770"/>
              <a:gd name="connsiteY6" fmla="*/ 2878214 h 3055696"/>
              <a:gd name="connsiteX7" fmla="*/ 2877027 w 4121770"/>
              <a:gd name="connsiteY7" fmla="*/ 2868251 h 3055696"/>
              <a:gd name="connsiteX8" fmla="*/ 2741217 w 4121770"/>
              <a:gd name="connsiteY8" fmla="*/ 2782009 h 3055696"/>
              <a:gd name="connsiteX9" fmla="*/ 2749471 w 4121770"/>
              <a:gd name="connsiteY9" fmla="*/ 2797648 h 3055696"/>
              <a:gd name="connsiteX10" fmla="*/ 2741217 w 4121770"/>
              <a:gd name="connsiteY10" fmla="*/ 2782009 h 3055696"/>
              <a:gd name="connsiteX11" fmla="*/ 1961279 w 4121770"/>
              <a:gd name="connsiteY11" fmla="*/ 2780335 h 3055696"/>
              <a:gd name="connsiteX12" fmla="*/ 1956733 w 4121770"/>
              <a:gd name="connsiteY12" fmla="*/ 2813288 h 3055696"/>
              <a:gd name="connsiteX13" fmla="*/ 1980975 w 4121770"/>
              <a:gd name="connsiteY13" fmla="*/ 2789046 h 3055696"/>
              <a:gd name="connsiteX14" fmla="*/ 1972895 w 4121770"/>
              <a:gd name="connsiteY14" fmla="*/ 2780966 h 3055696"/>
              <a:gd name="connsiteX15" fmla="*/ 1961279 w 4121770"/>
              <a:gd name="connsiteY15" fmla="*/ 2780335 h 3055696"/>
              <a:gd name="connsiteX16" fmla="*/ 1364485 w 4121770"/>
              <a:gd name="connsiteY16" fmla="*/ 2773321 h 3055696"/>
              <a:gd name="connsiteX17" fmla="*/ 1342534 w 4121770"/>
              <a:gd name="connsiteY17" fmla="*/ 2789394 h 3055696"/>
              <a:gd name="connsiteX18" fmla="*/ 1374464 w 4121770"/>
              <a:gd name="connsiteY18" fmla="*/ 2805468 h 3055696"/>
              <a:gd name="connsiteX19" fmla="*/ 1364485 w 4121770"/>
              <a:gd name="connsiteY19" fmla="*/ 2773321 h 3055696"/>
              <a:gd name="connsiteX20" fmla="*/ 2854166 w 4121770"/>
              <a:gd name="connsiteY20" fmla="*/ 2749427 h 3055696"/>
              <a:gd name="connsiteX21" fmla="*/ 2854166 w 4121770"/>
              <a:gd name="connsiteY21" fmla="*/ 2772886 h 3055696"/>
              <a:gd name="connsiteX22" fmla="*/ 2869805 w 4121770"/>
              <a:gd name="connsiteY22" fmla="*/ 2757246 h 3055696"/>
              <a:gd name="connsiteX23" fmla="*/ 2854166 w 4121770"/>
              <a:gd name="connsiteY23" fmla="*/ 2749427 h 3055696"/>
              <a:gd name="connsiteX24" fmla="*/ 1482025 w 4121770"/>
              <a:gd name="connsiteY24" fmla="*/ 2727813 h 3055696"/>
              <a:gd name="connsiteX25" fmla="*/ 1480258 w 4121770"/>
              <a:gd name="connsiteY25" fmla="*/ 2772886 h 3055696"/>
              <a:gd name="connsiteX26" fmla="*/ 1488338 w 4121770"/>
              <a:gd name="connsiteY26" fmla="*/ 2732974 h 3055696"/>
              <a:gd name="connsiteX27" fmla="*/ 1482025 w 4121770"/>
              <a:gd name="connsiteY27" fmla="*/ 2727813 h 3055696"/>
              <a:gd name="connsiteX28" fmla="*/ 2328948 w 4121770"/>
              <a:gd name="connsiteY28" fmla="*/ 2724665 h 3055696"/>
              <a:gd name="connsiteX29" fmla="*/ 2336767 w 4121770"/>
              <a:gd name="connsiteY29" fmla="*/ 2741608 h 3055696"/>
              <a:gd name="connsiteX30" fmla="*/ 2328948 w 4121770"/>
              <a:gd name="connsiteY30" fmla="*/ 2724665 h 3055696"/>
              <a:gd name="connsiteX31" fmla="*/ 1747173 w 4121770"/>
              <a:gd name="connsiteY31" fmla="*/ 2716019 h 3055696"/>
              <a:gd name="connsiteX32" fmla="*/ 1738132 w 4121770"/>
              <a:gd name="connsiteY32" fmla="*/ 2749427 h 3055696"/>
              <a:gd name="connsiteX33" fmla="*/ 1754205 w 4121770"/>
              <a:gd name="connsiteY33" fmla="*/ 2733043 h 3055696"/>
              <a:gd name="connsiteX34" fmla="*/ 1747173 w 4121770"/>
              <a:gd name="connsiteY34" fmla="*/ 2716019 h 3055696"/>
              <a:gd name="connsiteX35" fmla="*/ 2021375 w 4121770"/>
              <a:gd name="connsiteY35" fmla="*/ 2643862 h 3055696"/>
              <a:gd name="connsiteX36" fmla="*/ 2013556 w 4121770"/>
              <a:gd name="connsiteY36" fmla="*/ 2643862 h 3055696"/>
              <a:gd name="connsiteX37" fmla="*/ 2013556 w 4121770"/>
              <a:gd name="connsiteY37" fmla="*/ 2668625 h 3055696"/>
              <a:gd name="connsiteX38" fmla="*/ 2021375 w 4121770"/>
              <a:gd name="connsiteY38" fmla="*/ 2643862 h 3055696"/>
              <a:gd name="connsiteX39" fmla="*/ 2861986 w 4121770"/>
              <a:gd name="connsiteY39" fmla="*/ 2620403 h 3055696"/>
              <a:gd name="connsiteX40" fmla="*/ 2854166 w 4121770"/>
              <a:gd name="connsiteY40" fmla="*/ 2620403 h 3055696"/>
              <a:gd name="connsiteX41" fmla="*/ 2854166 w 4121770"/>
              <a:gd name="connsiteY41" fmla="*/ 2636042 h 3055696"/>
              <a:gd name="connsiteX42" fmla="*/ 2861986 w 4121770"/>
              <a:gd name="connsiteY42" fmla="*/ 2636042 h 3055696"/>
              <a:gd name="connsiteX43" fmla="*/ 2869805 w 4121770"/>
              <a:gd name="connsiteY43" fmla="*/ 2628223 h 3055696"/>
              <a:gd name="connsiteX44" fmla="*/ 2861986 w 4121770"/>
              <a:gd name="connsiteY44" fmla="*/ 2620403 h 3055696"/>
              <a:gd name="connsiteX45" fmla="*/ 2480382 w 4121770"/>
              <a:gd name="connsiteY45" fmla="*/ 2580261 h 3055696"/>
              <a:gd name="connsiteX46" fmla="*/ 2490553 w 4121770"/>
              <a:gd name="connsiteY46" fmla="*/ 2604053 h 3055696"/>
              <a:gd name="connsiteX47" fmla="*/ 2480382 w 4121770"/>
              <a:gd name="connsiteY47" fmla="*/ 2580261 h 3055696"/>
              <a:gd name="connsiteX48" fmla="*/ 1871830 w 4121770"/>
              <a:gd name="connsiteY48" fmla="*/ 2561691 h 3055696"/>
              <a:gd name="connsiteX49" fmla="*/ 1819043 w 4121770"/>
              <a:gd name="connsiteY49" fmla="*/ 2660804 h 3055696"/>
              <a:gd name="connsiteX50" fmla="*/ 1892352 w 4121770"/>
              <a:gd name="connsiteY50" fmla="*/ 2571205 h 3055696"/>
              <a:gd name="connsiteX51" fmla="*/ 1871830 w 4121770"/>
              <a:gd name="connsiteY51" fmla="*/ 2561691 h 3055696"/>
              <a:gd name="connsiteX52" fmla="*/ 2724165 w 4121770"/>
              <a:gd name="connsiteY52" fmla="*/ 2561105 h 3055696"/>
              <a:gd name="connsiteX53" fmla="*/ 2717323 w 4121770"/>
              <a:gd name="connsiteY53" fmla="*/ 2563059 h 3055696"/>
              <a:gd name="connsiteX54" fmla="*/ 2725143 w 4121770"/>
              <a:gd name="connsiteY54" fmla="*/ 2570879 h 3055696"/>
              <a:gd name="connsiteX55" fmla="*/ 2724165 w 4121770"/>
              <a:gd name="connsiteY55" fmla="*/ 2561105 h 3055696"/>
              <a:gd name="connsiteX56" fmla="*/ 1325428 w 4121770"/>
              <a:gd name="connsiteY56" fmla="*/ 2555240 h 3055696"/>
              <a:gd name="connsiteX57" fmla="*/ 1317609 w 4121770"/>
              <a:gd name="connsiteY57" fmla="*/ 2563059 h 3055696"/>
              <a:gd name="connsiteX58" fmla="*/ 1325428 w 4121770"/>
              <a:gd name="connsiteY58" fmla="*/ 2563059 h 3055696"/>
              <a:gd name="connsiteX59" fmla="*/ 1325428 w 4121770"/>
              <a:gd name="connsiteY59" fmla="*/ 2555240 h 3055696"/>
              <a:gd name="connsiteX60" fmla="*/ 1956212 w 4121770"/>
              <a:gd name="connsiteY60" fmla="*/ 2555240 h 3055696"/>
              <a:gd name="connsiteX61" fmla="*/ 1940573 w 4121770"/>
              <a:gd name="connsiteY61" fmla="*/ 2555240 h 3055696"/>
              <a:gd name="connsiteX62" fmla="*/ 1924933 w 4121770"/>
              <a:gd name="connsiteY62" fmla="*/ 2563494 h 3055696"/>
              <a:gd name="connsiteX63" fmla="*/ 1924933 w 4121770"/>
              <a:gd name="connsiteY63" fmla="*/ 2580002 h 3055696"/>
              <a:gd name="connsiteX64" fmla="*/ 1956212 w 4121770"/>
              <a:gd name="connsiteY64" fmla="*/ 2555240 h 3055696"/>
              <a:gd name="connsiteX65" fmla="*/ 2292565 w 4121770"/>
              <a:gd name="connsiteY65" fmla="*/ 2546675 h 3055696"/>
              <a:gd name="connsiteX66" fmla="*/ 2248363 w 4121770"/>
              <a:gd name="connsiteY66" fmla="*/ 2579071 h 3055696"/>
              <a:gd name="connsiteX67" fmla="*/ 2336767 w 4121770"/>
              <a:gd name="connsiteY67" fmla="*/ 2587170 h 3055696"/>
              <a:gd name="connsiteX68" fmla="*/ 2292565 w 4121770"/>
              <a:gd name="connsiteY68" fmla="*/ 2546675 h 3055696"/>
              <a:gd name="connsiteX69" fmla="*/ 1715880 w 4121770"/>
              <a:gd name="connsiteY69" fmla="*/ 2487158 h 3055696"/>
              <a:gd name="connsiteX70" fmla="*/ 1705984 w 4121770"/>
              <a:gd name="connsiteY70" fmla="*/ 2498765 h 3055696"/>
              <a:gd name="connsiteX71" fmla="*/ 1721623 w 4121770"/>
              <a:gd name="connsiteY71" fmla="*/ 2490511 h 3055696"/>
              <a:gd name="connsiteX72" fmla="*/ 1715880 w 4121770"/>
              <a:gd name="connsiteY72" fmla="*/ 2487158 h 3055696"/>
              <a:gd name="connsiteX73" fmla="*/ 1698164 w 4121770"/>
              <a:gd name="connsiteY73" fmla="*/ 2474437 h 3055696"/>
              <a:gd name="connsiteX74" fmla="*/ 1690344 w 4121770"/>
              <a:gd name="connsiteY74" fmla="*/ 2482256 h 3055696"/>
              <a:gd name="connsiteX75" fmla="*/ 1698164 w 4121770"/>
              <a:gd name="connsiteY75" fmla="*/ 2474437 h 3055696"/>
              <a:gd name="connsiteX76" fmla="*/ 2522875 w 4121770"/>
              <a:gd name="connsiteY76" fmla="*/ 2471006 h 3055696"/>
              <a:gd name="connsiteX77" fmla="*/ 2506714 w 4121770"/>
              <a:gd name="connsiteY77" fmla="*/ 2506558 h 3055696"/>
              <a:gd name="connsiteX78" fmla="*/ 2522875 w 4121770"/>
              <a:gd name="connsiteY78" fmla="*/ 2522811 h 3055696"/>
              <a:gd name="connsiteX79" fmla="*/ 2539035 w 4121770"/>
              <a:gd name="connsiteY79" fmla="*/ 2514684 h 3055696"/>
              <a:gd name="connsiteX80" fmla="*/ 2522875 w 4121770"/>
              <a:gd name="connsiteY80" fmla="*/ 2471006 h 3055696"/>
              <a:gd name="connsiteX81" fmla="*/ 2795438 w 4121770"/>
              <a:gd name="connsiteY81" fmla="*/ 2470690 h 3055696"/>
              <a:gd name="connsiteX82" fmla="*/ 2789328 w 4121770"/>
              <a:gd name="connsiteY82" fmla="*/ 2491054 h 3055696"/>
              <a:gd name="connsiteX83" fmla="*/ 2813765 w 4121770"/>
              <a:gd name="connsiteY83" fmla="*/ 2474763 h 3055696"/>
              <a:gd name="connsiteX84" fmla="*/ 2795438 w 4121770"/>
              <a:gd name="connsiteY84" fmla="*/ 2470690 h 3055696"/>
              <a:gd name="connsiteX85" fmla="*/ 2393459 w 4121770"/>
              <a:gd name="connsiteY85" fmla="*/ 2449674 h 3055696"/>
              <a:gd name="connsiteX86" fmla="*/ 2369512 w 4121770"/>
              <a:gd name="connsiteY86" fmla="*/ 2482256 h 3055696"/>
              <a:gd name="connsiteX87" fmla="*/ 2393459 w 4121770"/>
              <a:gd name="connsiteY87" fmla="*/ 2449674 h 3055696"/>
              <a:gd name="connsiteX88" fmla="*/ 1835659 w 4121770"/>
              <a:gd name="connsiteY88" fmla="*/ 2441855 h 3055696"/>
              <a:gd name="connsiteX89" fmla="*/ 1835659 w 4121770"/>
              <a:gd name="connsiteY89" fmla="*/ 2466617 h 3055696"/>
              <a:gd name="connsiteX90" fmla="*/ 1835659 w 4121770"/>
              <a:gd name="connsiteY90" fmla="*/ 2441855 h 3055696"/>
              <a:gd name="connsiteX91" fmla="*/ 1681221 w 4121770"/>
              <a:gd name="connsiteY91" fmla="*/ 2409273 h 3055696"/>
              <a:gd name="connsiteX92" fmla="*/ 1698164 w 4121770"/>
              <a:gd name="connsiteY92" fmla="*/ 2425782 h 3055696"/>
              <a:gd name="connsiteX93" fmla="*/ 1681221 w 4121770"/>
              <a:gd name="connsiteY93" fmla="*/ 2409273 h 3055696"/>
              <a:gd name="connsiteX94" fmla="*/ 2422091 w 4121770"/>
              <a:gd name="connsiteY94" fmla="*/ 2402390 h 3055696"/>
              <a:gd name="connsiteX95" fmla="*/ 2425390 w 4121770"/>
              <a:gd name="connsiteY95" fmla="*/ 2434036 h 3055696"/>
              <a:gd name="connsiteX96" fmla="*/ 2433209 w 4121770"/>
              <a:gd name="connsiteY96" fmla="*/ 2409925 h 3055696"/>
              <a:gd name="connsiteX97" fmla="*/ 2422091 w 4121770"/>
              <a:gd name="connsiteY97" fmla="*/ 2402390 h 3055696"/>
              <a:gd name="connsiteX98" fmla="*/ 848431 w 4121770"/>
              <a:gd name="connsiteY98" fmla="*/ 2393634 h 3055696"/>
              <a:gd name="connsiteX99" fmla="*/ 824972 w 4121770"/>
              <a:gd name="connsiteY99" fmla="*/ 2426216 h 3055696"/>
              <a:gd name="connsiteX100" fmla="*/ 848431 w 4121770"/>
              <a:gd name="connsiteY100" fmla="*/ 2393634 h 3055696"/>
              <a:gd name="connsiteX101" fmla="*/ 1456110 w 4121770"/>
              <a:gd name="connsiteY101" fmla="*/ 2352862 h 3055696"/>
              <a:gd name="connsiteX102" fmla="*/ 1454973 w 4121770"/>
              <a:gd name="connsiteY102" fmla="*/ 2385814 h 3055696"/>
              <a:gd name="connsiteX103" fmla="*/ 1479214 w 4121770"/>
              <a:gd name="connsiteY103" fmla="*/ 2385814 h 3055696"/>
              <a:gd name="connsiteX104" fmla="*/ 1471134 w 4121770"/>
              <a:gd name="connsiteY104" fmla="*/ 2353493 h 3055696"/>
              <a:gd name="connsiteX105" fmla="*/ 1456110 w 4121770"/>
              <a:gd name="connsiteY105" fmla="*/ 2352862 h 3055696"/>
              <a:gd name="connsiteX106" fmla="*/ 1196404 w 4121770"/>
              <a:gd name="connsiteY106" fmla="*/ 2337593 h 3055696"/>
              <a:gd name="connsiteX107" fmla="*/ 1196404 w 4121770"/>
              <a:gd name="connsiteY107" fmla="*/ 2353232 h 3055696"/>
              <a:gd name="connsiteX108" fmla="*/ 1204875 w 4121770"/>
              <a:gd name="connsiteY108" fmla="*/ 2353232 h 3055696"/>
              <a:gd name="connsiteX109" fmla="*/ 1196404 w 4121770"/>
              <a:gd name="connsiteY109" fmla="*/ 2337593 h 3055696"/>
              <a:gd name="connsiteX110" fmla="*/ 1619665 w 4121770"/>
              <a:gd name="connsiteY110" fmla="*/ 2336616 h 3055696"/>
              <a:gd name="connsiteX111" fmla="*/ 1577105 w 4121770"/>
              <a:gd name="connsiteY111" fmla="*/ 2393634 h 3055696"/>
              <a:gd name="connsiteX112" fmla="*/ 1640820 w 4121770"/>
              <a:gd name="connsiteY112" fmla="*/ 2344979 h 3055696"/>
              <a:gd name="connsiteX113" fmla="*/ 1619665 w 4121770"/>
              <a:gd name="connsiteY113" fmla="*/ 2336616 h 3055696"/>
              <a:gd name="connsiteX114" fmla="*/ 2340840 w 4121770"/>
              <a:gd name="connsiteY114" fmla="*/ 2317882 h 3055696"/>
              <a:gd name="connsiteX115" fmla="*/ 2320476 w 4121770"/>
              <a:gd name="connsiteY115" fmla="*/ 2320912 h 3055696"/>
              <a:gd name="connsiteX116" fmla="*/ 2361204 w 4121770"/>
              <a:gd name="connsiteY116" fmla="*/ 2320912 h 3055696"/>
              <a:gd name="connsiteX117" fmla="*/ 2340840 w 4121770"/>
              <a:gd name="connsiteY117" fmla="*/ 2317882 h 3055696"/>
              <a:gd name="connsiteX118" fmla="*/ 1463575 w 4121770"/>
              <a:gd name="connsiteY118" fmla="*/ 2239848 h 3055696"/>
              <a:gd name="connsiteX119" fmla="*/ 1471395 w 4121770"/>
              <a:gd name="connsiteY119" fmla="*/ 2272170 h 3055696"/>
              <a:gd name="connsiteX120" fmla="*/ 1463575 w 4121770"/>
              <a:gd name="connsiteY120" fmla="*/ 2239848 h 3055696"/>
              <a:gd name="connsiteX121" fmla="*/ 2820201 w 4121770"/>
              <a:gd name="connsiteY121" fmla="*/ 2219321 h 3055696"/>
              <a:gd name="connsiteX122" fmla="*/ 2814091 w 4121770"/>
              <a:gd name="connsiteY122" fmla="*/ 2232028 h 3055696"/>
              <a:gd name="connsiteX123" fmla="*/ 2838527 w 4121770"/>
              <a:gd name="connsiteY123" fmla="*/ 2224209 h 3055696"/>
              <a:gd name="connsiteX124" fmla="*/ 2820201 w 4121770"/>
              <a:gd name="connsiteY124" fmla="*/ 2219321 h 3055696"/>
              <a:gd name="connsiteX125" fmla="*/ 2410117 w 4121770"/>
              <a:gd name="connsiteY125" fmla="*/ 2210304 h 3055696"/>
              <a:gd name="connsiteX126" fmla="*/ 2400953 w 4121770"/>
              <a:gd name="connsiteY126" fmla="*/ 2239848 h 3055696"/>
              <a:gd name="connsiteX127" fmla="*/ 2417244 w 4121770"/>
              <a:gd name="connsiteY127" fmla="*/ 2215607 h 3055696"/>
              <a:gd name="connsiteX128" fmla="*/ 2410117 w 4121770"/>
              <a:gd name="connsiteY128" fmla="*/ 2210304 h 3055696"/>
              <a:gd name="connsiteX129" fmla="*/ 776751 w 4121770"/>
              <a:gd name="connsiteY129" fmla="*/ 2199772 h 3055696"/>
              <a:gd name="connsiteX130" fmla="*/ 768605 w 4121770"/>
              <a:gd name="connsiteY130" fmla="*/ 2224209 h 3055696"/>
              <a:gd name="connsiteX131" fmla="*/ 776751 w 4121770"/>
              <a:gd name="connsiteY131" fmla="*/ 2199772 h 3055696"/>
              <a:gd name="connsiteX132" fmla="*/ 2898087 w 4121770"/>
              <a:gd name="connsiteY132" fmla="*/ 2192266 h 3055696"/>
              <a:gd name="connsiteX133" fmla="*/ 2878146 w 4121770"/>
              <a:gd name="connsiteY133" fmla="*/ 2216129 h 3055696"/>
              <a:gd name="connsiteX134" fmla="*/ 2903169 w 4121770"/>
              <a:gd name="connsiteY134" fmla="*/ 2224209 h 3055696"/>
              <a:gd name="connsiteX135" fmla="*/ 2911510 w 4121770"/>
              <a:gd name="connsiteY135" fmla="*/ 2199967 h 3055696"/>
              <a:gd name="connsiteX136" fmla="*/ 2898087 w 4121770"/>
              <a:gd name="connsiteY136" fmla="*/ 2192266 h 3055696"/>
              <a:gd name="connsiteX137" fmla="*/ 1213347 w 4121770"/>
              <a:gd name="connsiteY137" fmla="*/ 2191626 h 3055696"/>
              <a:gd name="connsiteX138" fmla="*/ 1204223 w 4121770"/>
              <a:gd name="connsiteY138" fmla="*/ 2191626 h 3055696"/>
              <a:gd name="connsiteX139" fmla="*/ 1213347 w 4121770"/>
              <a:gd name="connsiteY139" fmla="*/ 2199446 h 3055696"/>
              <a:gd name="connsiteX140" fmla="*/ 1213347 w 4121770"/>
              <a:gd name="connsiteY140" fmla="*/ 2191626 h 3055696"/>
              <a:gd name="connsiteX141" fmla="*/ 2223382 w 4121770"/>
              <a:gd name="connsiteY141" fmla="*/ 2191626 h 3055696"/>
              <a:gd name="connsiteX142" fmla="*/ 2223382 w 4121770"/>
              <a:gd name="connsiteY142" fmla="*/ 2216389 h 3055696"/>
              <a:gd name="connsiteX143" fmla="*/ 2223382 w 4121770"/>
              <a:gd name="connsiteY143" fmla="*/ 2191626 h 3055696"/>
              <a:gd name="connsiteX144" fmla="*/ 848866 w 4121770"/>
              <a:gd name="connsiteY144" fmla="*/ 2175987 h 3055696"/>
              <a:gd name="connsiteX145" fmla="*/ 848866 w 4121770"/>
              <a:gd name="connsiteY145" fmla="*/ 2191626 h 3055696"/>
              <a:gd name="connsiteX146" fmla="*/ 848866 w 4121770"/>
              <a:gd name="connsiteY146" fmla="*/ 2175987 h 3055696"/>
              <a:gd name="connsiteX147" fmla="*/ 330909 w 4121770"/>
              <a:gd name="connsiteY147" fmla="*/ 2160899 h 3055696"/>
              <a:gd name="connsiteX148" fmla="*/ 323211 w 4121770"/>
              <a:gd name="connsiteY148" fmla="*/ 2183807 h 3055696"/>
              <a:gd name="connsiteX149" fmla="*/ 338851 w 4121770"/>
              <a:gd name="connsiteY149" fmla="*/ 2183807 h 3055696"/>
              <a:gd name="connsiteX150" fmla="*/ 338851 w 4121770"/>
              <a:gd name="connsiteY150" fmla="*/ 2167516 h 3055696"/>
              <a:gd name="connsiteX151" fmla="*/ 330909 w 4121770"/>
              <a:gd name="connsiteY151" fmla="*/ 2160899 h 3055696"/>
              <a:gd name="connsiteX152" fmla="*/ 2263784 w 4121770"/>
              <a:gd name="connsiteY152" fmla="*/ 2143623 h 3055696"/>
              <a:gd name="connsiteX153" fmla="*/ 2255639 w 4121770"/>
              <a:gd name="connsiteY153" fmla="*/ 2183807 h 3055696"/>
              <a:gd name="connsiteX154" fmla="*/ 2263784 w 4121770"/>
              <a:gd name="connsiteY154" fmla="*/ 2143623 h 3055696"/>
              <a:gd name="connsiteX155" fmla="*/ 1473910 w 4121770"/>
              <a:gd name="connsiteY155" fmla="*/ 2136136 h 3055696"/>
              <a:gd name="connsiteX156" fmla="*/ 1471395 w 4121770"/>
              <a:gd name="connsiteY156" fmla="*/ 2142971 h 3055696"/>
              <a:gd name="connsiteX157" fmla="*/ 1479866 w 4121770"/>
              <a:gd name="connsiteY157" fmla="*/ 2151225 h 3055696"/>
              <a:gd name="connsiteX158" fmla="*/ 1473910 w 4121770"/>
              <a:gd name="connsiteY158" fmla="*/ 2136136 h 3055696"/>
              <a:gd name="connsiteX159" fmla="*/ 679005 w 4121770"/>
              <a:gd name="connsiteY159" fmla="*/ 2126463 h 3055696"/>
              <a:gd name="connsiteX160" fmla="*/ 663366 w 4121770"/>
              <a:gd name="connsiteY160" fmla="*/ 2135586 h 3055696"/>
              <a:gd name="connsiteX161" fmla="*/ 679005 w 4121770"/>
              <a:gd name="connsiteY161" fmla="*/ 2135586 h 3055696"/>
              <a:gd name="connsiteX162" fmla="*/ 679005 w 4121770"/>
              <a:gd name="connsiteY162" fmla="*/ 2126463 h 3055696"/>
              <a:gd name="connsiteX163" fmla="*/ 967126 w 4121770"/>
              <a:gd name="connsiteY163" fmla="*/ 2122684 h 3055696"/>
              <a:gd name="connsiteX164" fmla="*/ 953995 w 4121770"/>
              <a:gd name="connsiteY164" fmla="*/ 2142884 h 3055696"/>
              <a:gd name="connsiteX165" fmla="*/ 978237 w 4121770"/>
              <a:gd name="connsiteY165" fmla="*/ 2159045 h 3055696"/>
              <a:gd name="connsiteX166" fmla="*/ 986317 w 4121770"/>
              <a:gd name="connsiteY166" fmla="*/ 2126724 h 3055696"/>
              <a:gd name="connsiteX167" fmla="*/ 967126 w 4121770"/>
              <a:gd name="connsiteY167" fmla="*/ 2122684 h 3055696"/>
              <a:gd name="connsiteX168" fmla="*/ 1382772 w 4121770"/>
              <a:gd name="connsiteY168" fmla="*/ 2111149 h 3055696"/>
              <a:gd name="connsiteX169" fmla="*/ 1374627 w 4121770"/>
              <a:gd name="connsiteY169" fmla="*/ 2135586 h 3055696"/>
              <a:gd name="connsiteX170" fmla="*/ 1390918 w 4121770"/>
              <a:gd name="connsiteY170" fmla="*/ 2135586 h 3055696"/>
              <a:gd name="connsiteX171" fmla="*/ 1382772 w 4121770"/>
              <a:gd name="connsiteY171" fmla="*/ 2111149 h 3055696"/>
              <a:gd name="connsiteX172" fmla="*/ 2894330 w 4121770"/>
              <a:gd name="connsiteY172" fmla="*/ 2110006 h 3055696"/>
              <a:gd name="connsiteX173" fmla="*/ 2902549 w 4121770"/>
              <a:gd name="connsiteY173" fmla="*/ 2118848 h 3055696"/>
              <a:gd name="connsiteX174" fmla="*/ 2886363 w 4121770"/>
              <a:gd name="connsiteY174" fmla="*/ 2135017 h 3055696"/>
              <a:gd name="connsiteX175" fmla="*/ 2894330 w 4121770"/>
              <a:gd name="connsiteY175" fmla="*/ 2110006 h 3055696"/>
              <a:gd name="connsiteX176" fmla="*/ 1172294 w 4121770"/>
              <a:gd name="connsiteY176" fmla="*/ 2070422 h 3055696"/>
              <a:gd name="connsiteX177" fmla="*/ 1163823 w 4121770"/>
              <a:gd name="connsiteY177" fmla="*/ 2070422 h 3055696"/>
              <a:gd name="connsiteX178" fmla="*/ 1163823 w 4121770"/>
              <a:gd name="connsiteY178" fmla="*/ 2095185 h 3055696"/>
              <a:gd name="connsiteX179" fmla="*/ 1172294 w 4121770"/>
              <a:gd name="connsiteY179" fmla="*/ 2070422 h 3055696"/>
              <a:gd name="connsiteX180" fmla="*/ 2361008 w 4121770"/>
              <a:gd name="connsiteY180" fmla="*/ 2062603 h 3055696"/>
              <a:gd name="connsiteX181" fmla="*/ 2361008 w 4121770"/>
              <a:gd name="connsiteY181" fmla="*/ 2062603 h 3055696"/>
              <a:gd name="connsiteX182" fmla="*/ 888832 w 4121770"/>
              <a:gd name="connsiteY182" fmla="*/ 2054783 h 3055696"/>
              <a:gd name="connsiteX183" fmla="*/ 881012 w 4121770"/>
              <a:gd name="connsiteY183" fmla="*/ 2070422 h 3055696"/>
              <a:gd name="connsiteX184" fmla="*/ 888832 w 4121770"/>
              <a:gd name="connsiteY184" fmla="*/ 2062603 h 3055696"/>
              <a:gd name="connsiteX185" fmla="*/ 888832 w 4121770"/>
              <a:gd name="connsiteY185" fmla="*/ 2054783 h 3055696"/>
              <a:gd name="connsiteX186" fmla="*/ 507193 w 4121770"/>
              <a:gd name="connsiteY186" fmla="*/ 2045342 h 3055696"/>
              <a:gd name="connsiteX187" fmla="*/ 485469 w 4121770"/>
              <a:gd name="connsiteY187" fmla="*/ 2046261 h 3055696"/>
              <a:gd name="connsiteX188" fmla="*/ 469395 w 4121770"/>
              <a:gd name="connsiteY188" fmla="*/ 2086864 h 3055696"/>
              <a:gd name="connsiteX189" fmla="*/ 507193 w 4121770"/>
              <a:gd name="connsiteY189" fmla="*/ 2045342 h 3055696"/>
              <a:gd name="connsiteX190" fmla="*/ 2259875 w 4121770"/>
              <a:gd name="connsiteY190" fmla="*/ 2016336 h 3055696"/>
              <a:gd name="connsiteX191" fmla="*/ 2248145 w 4121770"/>
              <a:gd name="connsiteY191" fmla="*/ 2022201 h 3055696"/>
              <a:gd name="connsiteX192" fmla="*/ 2271604 w 4121770"/>
              <a:gd name="connsiteY192" fmla="*/ 2037840 h 3055696"/>
              <a:gd name="connsiteX193" fmla="*/ 2271604 w 4121770"/>
              <a:gd name="connsiteY193" fmla="*/ 2022201 h 3055696"/>
              <a:gd name="connsiteX194" fmla="*/ 2259875 w 4121770"/>
              <a:gd name="connsiteY194" fmla="*/ 2016336 h 3055696"/>
              <a:gd name="connsiteX195" fmla="*/ 1682153 w 4121770"/>
              <a:gd name="connsiteY195" fmla="*/ 2005549 h 3055696"/>
              <a:gd name="connsiteX196" fmla="*/ 1690344 w 4121770"/>
              <a:gd name="connsiteY196" fmla="*/ 2037985 h 3055696"/>
              <a:gd name="connsiteX197" fmla="*/ 1682153 w 4121770"/>
              <a:gd name="connsiteY197" fmla="*/ 2005549 h 3055696"/>
              <a:gd name="connsiteX198" fmla="*/ 1819368 w 4121770"/>
              <a:gd name="connsiteY198" fmla="*/ 2005259 h 3055696"/>
              <a:gd name="connsiteX199" fmla="*/ 1811548 w 4121770"/>
              <a:gd name="connsiteY199" fmla="*/ 2005259 h 3055696"/>
              <a:gd name="connsiteX200" fmla="*/ 1819368 w 4121770"/>
              <a:gd name="connsiteY200" fmla="*/ 2014382 h 3055696"/>
              <a:gd name="connsiteX201" fmla="*/ 1819368 w 4121770"/>
              <a:gd name="connsiteY201" fmla="*/ 2005259 h 3055696"/>
              <a:gd name="connsiteX202" fmla="*/ 27397 w 4121770"/>
              <a:gd name="connsiteY202" fmla="*/ 1990259 h 3055696"/>
              <a:gd name="connsiteX203" fmla="*/ 8080 w 4121770"/>
              <a:gd name="connsiteY203" fmla="*/ 2014122 h 3055696"/>
              <a:gd name="connsiteX204" fmla="*/ 40402 w 4121770"/>
              <a:gd name="connsiteY204" fmla="*/ 2006041 h 3055696"/>
              <a:gd name="connsiteX205" fmla="*/ 40402 w 4121770"/>
              <a:gd name="connsiteY205" fmla="*/ 1997960 h 3055696"/>
              <a:gd name="connsiteX206" fmla="*/ 27397 w 4121770"/>
              <a:gd name="connsiteY206" fmla="*/ 1990259 h 3055696"/>
              <a:gd name="connsiteX207" fmla="*/ 1135947 w 4121770"/>
              <a:gd name="connsiteY207" fmla="*/ 1978134 h 3055696"/>
              <a:gd name="connsiteX208" fmla="*/ 1092142 w 4121770"/>
              <a:gd name="connsiteY208" fmla="*/ 1989185 h 3055696"/>
              <a:gd name="connsiteX209" fmla="*/ 1155858 w 4121770"/>
              <a:gd name="connsiteY209" fmla="*/ 1997222 h 3055696"/>
              <a:gd name="connsiteX210" fmla="*/ 1135947 w 4121770"/>
              <a:gd name="connsiteY210" fmla="*/ 1978134 h 3055696"/>
              <a:gd name="connsiteX211" fmla="*/ 998673 w 4121770"/>
              <a:gd name="connsiteY211" fmla="*/ 1966633 h 3055696"/>
              <a:gd name="connsiteX212" fmla="*/ 986577 w 4121770"/>
              <a:gd name="connsiteY212" fmla="*/ 1989359 h 3055696"/>
              <a:gd name="connsiteX213" fmla="*/ 1002217 w 4121770"/>
              <a:gd name="connsiteY213" fmla="*/ 1997439 h 3055696"/>
              <a:gd name="connsiteX214" fmla="*/ 1010036 w 4121770"/>
              <a:gd name="connsiteY214" fmla="*/ 1973198 h 3055696"/>
              <a:gd name="connsiteX215" fmla="*/ 998673 w 4121770"/>
              <a:gd name="connsiteY215" fmla="*/ 1966633 h 3055696"/>
              <a:gd name="connsiteX216" fmla="*/ 1868025 w 4121770"/>
              <a:gd name="connsiteY216" fmla="*/ 1957037 h 3055696"/>
              <a:gd name="connsiteX217" fmla="*/ 1876279 w 4121770"/>
              <a:gd name="connsiteY217" fmla="*/ 1989619 h 3055696"/>
              <a:gd name="connsiteX218" fmla="*/ 1868025 w 4121770"/>
              <a:gd name="connsiteY218" fmla="*/ 1957037 h 3055696"/>
              <a:gd name="connsiteX219" fmla="*/ 2086539 w 4121770"/>
              <a:gd name="connsiteY219" fmla="*/ 1949218 h 3055696"/>
              <a:gd name="connsiteX220" fmla="*/ 2069596 w 4121770"/>
              <a:gd name="connsiteY220" fmla="*/ 1949218 h 3055696"/>
              <a:gd name="connsiteX221" fmla="*/ 2069596 w 4121770"/>
              <a:gd name="connsiteY221" fmla="*/ 1964857 h 3055696"/>
              <a:gd name="connsiteX222" fmla="*/ 2086539 w 4121770"/>
              <a:gd name="connsiteY222" fmla="*/ 1949218 h 3055696"/>
              <a:gd name="connsiteX223" fmla="*/ 280611 w 4121770"/>
              <a:gd name="connsiteY223" fmla="*/ 1942742 h 3055696"/>
              <a:gd name="connsiteX224" fmla="*/ 274991 w 4121770"/>
              <a:gd name="connsiteY224" fmla="*/ 1949218 h 3055696"/>
              <a:gd name="connsiteX225" fmla="*/ 282810 w 4121770"/>
              <a:gd name="connsiteY225" fmla="*/ 1957037 h 3055696"/>
              <a:gd name="connsiteX226" fmla="*/ 280611 w 4121770"/>
              <a:gd name="connsiteY226" fmla="*/ 1942742 h 3055696"/>
              <a:gd name="connsiteX227" fmla="*/ 0 w 4121770"/>
              <a:gd name="connsiteY227" fmla="*/ 1908817 h 3055696"/>
              <a:gd name="connsiteX228" fmla="*/ 15639 w 4121770"/>
              <a:gd name="connsiteY228" fmla="*/ 1916636 h 3055696"/>
              <a:gd name="connsiteX229" fmla="*/ 0 w 4121770"/>
              <a:gd name="connsiteY229" fmla="*/ 1908817 h 3055696"/>
              <a:gd name="connsiteX230" fmla="*/ 1727041 w 4121770"/>
              <a:gd name="connsiteY230" fmla="*/ 1904052 h 3055696"/>
              <a:gd name="connsiteX231" fmla="*/ 1713803 w 4121770"/>
              <a:gd name="connsiteY231" fmla="*/ 1917288 h 3055696"/>
              <a:gd name="connsiteX232" fmla="*/ 1738240 w 4121770"/>
              <a:gd name="connsiteY232" fmla="*/ 1933579 h 3055696"/>
              <a:gd name="connsiteX233" fmla="*/ 1746385 w 4121770"/>
              <a:gd name="connsiteY233" fmla="*/ 1909142 h 3055696"/>
              <a:gd name="connsiteX234" fmla="*/ 1727041 w 4121770"/>
              <a:gd name="connsiteY234" fmla="*/ 1904052 h 3055696"/>
              <a:gd name="connsiteX235" fmla="*/ 1891918 w 4121770"/>
              <a:gd name="connsiteY235" fmla="*/ 1900997 h 3055696"/>
              <a:gd name="connsiteX236" fmla="*/ 1883664 w 4121770"/>
              <a:gd name="connsiteY236" fmla="*/ 1916636 h 3055696"/>
              <a:gd name="connsiteX237" fmla="*/ 1891918 w 4121770"/>
              <a:gd name="connsiteY237" fmla="*/ 1900997 h 3055696"/>
              <a:gd name="connsiteX238" fmla="*/ 1488338 w 4121770"/>
              <a:gd name="connsiteY238" fmla="*/ 1876234 h 3055696"/>
              <a:gd name="connsiteX239" fmla="*/ 1479866 w 4121770"/>
              <a:gd name="connsiteY239" fmla="*/ 1876234 h 3055696"/>
              <a:gd name="connsiteX240" fmla="*/ 1488338 w 4121770"/>
              <a:gd name="connsiteY240" fmla="*/ 1876234 h 3055696"/>
              <a:gd name="connsiteX241" fmla="*/ 1592599 w 4121770"/>
              <a:gd name="connsiteY241" fmla="*/ 1852775 h 3055696"/>
              <a:gd name="connsiteX242" fmla="*/ 1592599 w 4121770"/>
              <a:gd name="connsiteY242" fmla="*/ 1868415 h 3055696"/>
              <a:gd name="connsiteX243" fmla="*/ 1608890 w 4121770"/>
              <a:gd name="connsiteY243" fmla="*/ 1876234 h 3055696"/>
              <a:gd name="connsiteX244" fmla="*/ 1625181 w 4121770"/>
              <a:gd name="connsiteY244" fmla="*/ 1860595 h 3055696"/>
              <a:gd name="connsiteX245" fmla="*/ 1592599 w 4121770"/>
              <a:gd name="connsiteY245" fmla="*/ 1852775 h 3055696"/>
              <a:gd name="connsiteX246" fmla="*/ 2725143 w 4121770"/>
              <a:gd name="connsiteY246" fmla="*/ 1852775 h 3055696"/>
              <a:gd name="connsiteX247" fmla="*/ 2708199 w 4121770"/>
              <a:gd name="connsiteY247" fmla="*/ 1852775 h 3055696"/>
              <a:gd name="connsiteX248" fmla="*/ 2716671 w 4121770"/>
              <a:gd name="connsiteY248" fmla="*/ 1868415 h 3055696"/>
              <a:gd name="connsiteX249" fmla="*/ 2725143 w 4121770"/>
              <a:gd name="connsiteY249" fmla="*/ 1852775 h 3055696"/>
              <a:gd name="connsiteX250" fmla="*/ 1364728 w 4121770"/>
              <a:gd name="connsiteY250" fmla="*/ 1846804 h 3055696"/>
              <a:gd name="connsiteX251" fmla="*/ 1317909 w 4121770"/>
              <a:gd name="connsiteY251" fmla="*/ 1884255 h 3055696"/>
              <a:gd name="connsiteX252" fmla="*/ 1277307 w 4121770"/>
              <a:gd name="connsiteY252" fmla="*/ 1884255 h 3055696"/>
              <a:gd name="connsiteX253" fmla="*/ 1309789 w 4121770"/>
              <a:gd name="connsiteY253" fmla="*/ 2045661 h 3055696"/>
              <a:gd name="connsiteX254" fmla="*/ 1374752 w 4121770"/>
              <a:gd name="connsiteY254" fmla="*/ 1924607 h 3055696"/>
              <a:gd name="connsiteX255" fmla="*/ 1382872 w 4121770"/>
              <a:gd name="connsiteY255" fmla="*/ 1851974 h 3055696"/>
              <a:gd name="connsiteX256" fmla="*/ 1364728 w 4121770"/>
              <a:gd name="connsiteY256" fmla="*/ 1846804 h 3055696"/>
              <a:gd name="connsiteX257" fmla="*/ 1058909 w 4121770"/>
              <a:gd name="connsiteY257" fmla="*/ 1843653 h 3055696"/>
              <a:gd name="connsiteX258" fmla="*/ 1067380 w 4121770"/>
              <a:gd name="connsiteY258" fmla="*/ 1860596 h 3055696"/>
              <a:gd name="connsiteX259" fmla="*/ 1058909 w 4121770"/>
              <a:gd name="connsiteY259" fmla="*/ 1843653 h 3055696"/>
              <a:gd name="connsiteX260" fmla="*/ 1634854 w 4121770"/>
              <a:gd name="connsiteY260" fmla="*/ 1840606 h 3055696"/>
              <a:gd name="connsiteX261" fmla="*/ 1633435 w 4121770"/>
              <a:gd name="connsiteY261" fmla="*/ 1844088 h 3055696"/>
              <a:gd name="connsiteX262" fmla="*/ 1649943 w 4121770"/>
              <a:gd name="connsiteY262" fmla="*/ 1844088 h 3055696"/>
              <a:gd name="connsiteX263" fmla="*/ 1634854 w 4121770"/>
              <a:gd name="connsiteY263" fmla="*/ 1840606 h 3055696"/>
              <a:gd name="connsiteX264" fmla="*/ 921414 w 4121770"/>
              <a:gd name="connsiteY264" fmla="*/ 1835833 h 3055696"/>
              <a:gd name="connsiteX265" fmla="*/ 929233 w 4121770"/>
              <a:gd name="connsiteY265" fmla="*/ 1860596 h 3055696"/>
              <a:gd name="connsiteX266" fmla="*/ 921414 w 4121770"/>
              <a:gd name="connsiteY266" fmla="*/ 1835833 h 3055696"/>
              <a:gd name="connsiteX267" fmla="*/ 2611757 w 4121770"/>
              <a:gd name="connsiteY267" fmla="*/ 1828014 h 3055696"/>
              <a:gd name="connsiteX268" fmla="*/ 2611757 w 4121770"/>
              <a:gd name="connsiteY268" fmla="*/ 1835833 h 3055696"/>
              <a:gd name="connsiteX269" fmla="*/ 2611757 w 4121770"/>
              <a:gd name="connsiteY269" fmla="*/ 1828014 h 3055696"/>
              <a:gd name="connsiteX270" fmla="*/ 1847280 w 4121770"/>
              <a:gd name="connsiteY270" fmla="*/ 1823196 h 3055696"/>
              <a:gd name="connsiteX271" fmla="*/ 1827188 w 4121770"/>
              <a:gd name="connsiteY271" fmla="*/ 1836206 h 3055696"/>
              <a:gd name="connsiteX272" fmla="*/ 1835225 w 4121770"/>
              <a:gd name="connsiteY272" fmla="*/ 1868229 h 3055696"/>
              <a:gd name="connsiteX273" fmla="*/ 1867373 w 4121770"/>
              <a:gd name="connsiteY273" fmla="*/ 1828200 h 3055696"/>
              <a:gd name="connsiteX274" fmla="*/ 1847280 w 4121770"/>
              <a:gd name="connsiteY274" fmla="*/ 1823196 h 3055696"/>
              <a:gd name="connsiteX275" fmla="*/ 1340416 w 4121770"/>
              <a:gd name="connsiteY275" fmla="*/ 1818239 h 3055696"/>
              <a:gd name="connsiteX276" fmla="*/ 1342370 w 4121770"/>
              <a:gd name="connsiteY276" fmla="*/ 1828014 h 3055696"/>
              <a:gd name="connsiteX277" fmla="*/ 1350190 w 4121770"/>
              <a:gd name="connsiteY277" fmla="*/ 1820194 h 3055696"/>
              <a:gd name="connsiteX278" fmla="*/ 1340416 w 4121770"/>
              <a:gd name="connsiteY278" fmla="*/ 1818239 h 3055696"/>
              <a:gd name="connsiteX279" fmla="*/ 1074223 w 4121770"/>
              <a:gd name="connsiteY279" fmla="*/ 1809361 h 3055696"/>
              <a:gd name="connsiteX280" fmla="*/ 1059561 w 4121770"/>
              <a:gd name="connsiteY280" fmla="*/ 1811397 h 3055696"/>
              <a:gd name="connsiteX281" fmla="*/ 1059561 w 4121770"/>
              <a:gd name="connsiteY281" fmla="*/ 1827688 h 3055696"/>
              <a:gd name="connsiteX282" fmla="*/ 1075200 w 4121770"/>
              <a:gd name="connsiteY282" fmla="*/ 1835833 h 3055696"/>
              <a:gd name="connsiteX283" fmla="*/ 1083020 w 4121770"/>
              <a:gd name="connsiteY283" fmla="*/ 1819542 h 3055696"/>
              <a:gd name="connsiteX284" fmla="*/ 1074223 w 4121770"/>
              <a:gd name="connsiteY284" fmla="*/ 1809361 h 3055696"/>
              <a:gd name="connsiteX285" fmla="*/ 857798 w 4121770"/>
              <a:gd name="connsiteY285" fmla="*/ 1808815 h 3055696"/>
              <a:gd name="connsiteX286" fmla="*/ 841132 w 4121770"/>
              <a:gd name="connsiteY286" fmla="*/ 1819673 h 3055696"/>
              <a:gd name="connsiteX287" fmla="*/ 833052 w 4121770"/>
              <a:gd name="connsiteY287" fmla="*/ 1827753 h 3055696"/>
              <a:gd name="connsiteX288" fmla="*/ 889614 w 4121770"/>
              <a:gd name="connsiteY288" fmla="*/ 1851994 h 3055696"/>
              <a:gd name="connsiteX289" fmla="*/ 857798 w 4121770"/>
              <a:gd name="connsiteY289" fmla="*/ 1808815 h 3055696"/>
              <a:gd name="connsiteX290" fmla="*/ 117294 w 4121770"/>
              <a:gd name="connsiteY290" fmla="*/ 1803577 h 3055696"/>
              <a:gd name="connsiteX291" fmla="*/ 105565 w 4121770"/>
              <a:gd name="connsiteY291" fmla="*/ 1819868 h 3055696"/>
              <a:gd name="connsiteX292" fmla="*/ 129024 w 4121770"/>
              <a:gd name="connsiteY292" fmla="*/ 1811723 h 3055696"/>
              <a:gd name="connsiteX293" fmla="*/ 117294 w 4121770"/>
              <a:gd name="connsiteY293" fmla="*/ 1803577 h 3055696"/>
              <a:gd name="connsiteX294" fmla="*/ 3167268 w 4121770"/>
              <a:gd name="connsiteY294" fmla="*/ 1740114 h 3055696"/>
              <a:gd name="connsiteX295" fmla="*/ 3104866 w 4121770"/>
              <a:gd name="connsiteY295" fmla="*/ 1803557 h 3055696"/>
              <a:gd name="connsiteX296" fmla="*/ 3056310 w 4121770"/>
              <a:gd name="connsiteY296" fmla="*/ 1746967 h 3055696"/>
              <a:gd name="connsiteX297" fmla="*/ 2886363 w 4121770"/>
              <a:gd name="connsiteY297" fmla="*/ 1787388 h 3055696"/>
              <a:gd name="connsiteX298" fmla="*/ 2845900 w 4121770"/>
              <a:gd name="connsiteY298" fmla="*/ 1779304 h 3055696"/>
              <a:gd name="connsiteX299" fmla="*/ 2837807 w 4121770"/>
              <a:gd name="connsiteY299" fmla="*/ 1835895 h 3055696"/>
              <a:gd name="connsiteX300" fmla="*/ 2789251 w 4121770"/>
              <a:gd name="connsiteY300" fmla="*/ 1900570 h 3055696"/>
              <a:gd name="connsiteX301" fmla="*/ 2813529 w 4121770"/>
              <a:gd name="connsiteY301" fmla="*/ 1997582 h 3055696"/>
              <a:gd name="connsiteX302" fmla="*/ 2781158 w 4121770"/>
              <a:gd name="connsiteY302" fmla="*/ 1981413 h 3055696"/>
              <a:gd name="connsiteX303" fmla="*/ 2732602 w 4121770"/>
              <a:gd name="connsiteY303" fmla="*/ 1989498 h 3055696"/>
              <a:gd name="connsiteX304" fmla="*/ 2692139 w 4121770"/>
              <a:gd name="connsiteY304" fmla="*/ 2005667 h 3055696"/>
              <a:gd name="connsiteX305" fmla="*/ 2627397 w 4121770"/>
              <a:gd name="connsiteY305" fmla="*/ 2102679 h 3055696"/>
              <a:gd name="connsiteX306" fmla="*/ 2635490 w 4121770"/>
              <a:gd name="connsiteY306" fmla="*/ 2135017 h 3055696"/>
              <a:gd name="connsiteX307" fmla="*/ 2651675 w 4121770"/>
              <a:gd name="connsiteY307" fmla="*/ 2175438 h 3055696"/>
              <a:gd name="connsiteX308" fmla="*/ 2716417 w 4121770"/>
              <a:gd name="connsiteY308" fmla="*/ 2207776 h 3055696"/>
              <a:gd name="connsiteX309" fmla="*/ 2732602 w 4121770"/>
              <a:gd name="connsiteY309" fmla="*/ 2215860 h 3055696"/>
              <a:gd name="connsiteX310" fmla="*/ 2740695 w 4121770"/>
              <a:gd name="connsiteY310" fmla="*/ 2207776 h 3055696"/>
              <a:gd name="connsiteX311" fmla="*/ 2773066 w 4121770"/>
              <a:gd name="connsiteY311" fmla="*/ 2232029 h 3055696"/>
              <a:gd name="connsiteX312" fmla="*/ 2853992 w 4121770"/>
              <a:gd name="connsiteY312" fmla="*/ 2207776 h 3055696"/>
              <a:gd name="connsiteX313" fmla="*/ 2853992 w 4121770"/>
              <a:gd name="connsiteY313" fmla="*/ 2159270 h 3055696"/>
              <a:gd name="connsiteX314" fmla="*/ 2870178 w 4121770"/>
              <a:gd name="connsiteY314" fmla="*/ 2135017 h 3055696"/>
              <a:gd name="connsiteX315" fmla="*/ 2934919 w 4121770"/>
              <a:gd name="connsiteY315" fmla="*/ 2167354 h 3055696"/>
              <a:gd name="connsiteX316" fmla="*/ 2951105 w 4121770"/>
              <a:gd name="connsiteY316" fmla="*/ 2159270 h 3055696"/>
              <a:gd name="connsiteX317" fmla="*/ 2999661 w 4121770"/>
              <a:gd name="connsiteY317" fmla="*/ 2232029 h 3055696"/>
              <a:gd name="connsiteX318" fmla="*/ 3023939 w 4121770"/>
              <a:gd name="connsiteY318" fmla="*/ 2232029 h 3055696"/>
              <a:gd name="connsiteX319" fmla="*/ 3015846 w 4121770"/>
              <a:gd name="connsiteY319" fmla="*/ 2175438 h 3055696"/>
              <a:gd name="connsiteX320" fmla="*/ 3088681 w 4121770"/>
              <a:gd name="connsiteY320" fmla="*/ 2167354 h 3055696"/>
              <a:gd name="connsiteX321" fmla="*/ 3161515 w 4121770"/>
              <a:gd name="connsiteY321" fmla="*/ 2143101 h 3055696"/>
              <a:gd name="connsiteX322" fmla="*/ 3193886 w 4121770"/>
              <a:gd name="connsiteY322" fmla="*/ 2175438 h 3055696"/>
              <a:gd name="connsiteX323" fmla="*/ 3137237 w 4121770"/>
              <a:gd name="connsiteY323" fmla="*/ 2070342 h 3055696"/>
              <a:gd name="connsiteX324" fmla="*/ 3145329 w 4121770"/>
              <a:gd name="connsiteY324" fmla="*/ 2046088 h 3055696"/>
              <a:gd name="connsiteX325" fmla="*/ 3145329 w 4121770"/>
              <a:gd name="connsiteY325" fmla="*/ 2013751 h 3055696"/>
              <a:gd name="connsiteX326" fmla="*/ 3347647 w 4121770"/>
              <a:gd name="connsiteY326" fmla="*/ 1965245 h 3055696"/>
              <a:gd name="connsiteX327" fmla="*/ 3355740 w 4121770"/>
              <a:gd name="connsiteY327" fmla="*/ 1932907 h 3055696"/>
              <a:gd name="connsiteX328" fmla="*/ 3380018 w 4121770"/>
              <a:gd name="connsiteY328" fmla="*/ 1940992 h 3055696"/>
              <a:gd name="connsiteX329" fmla="*/ 3477130 w 4121770"/>
              <a:gd name="connsiteY329" fmla="*/ 1876317 h 3055696"/>
              <a:gd name="connsiteX330" fmla="*/ 3469038 w 4121770"/>
              <a:gd name="connsiteY330" fmla="*/ 1835895 h 3055696"/>
              <a:gd name="connsiteX331" fmla="*/ 3420481 w 4121770"/>
              <a:gd name="connsiteY331" fmla="*/ 1787388 h 3055696"/>
              <a:gd name="connsiteX332" fmla="*/ 3380018 w 4121770"/>
              <a:gd name="connsiteY332" fmla="*/ 1787388 h 3055696"/>
              <a:gd name="connsiteX333" fmla="*/ 3355740 w 4121770"/>
              <a:gd name="connsiteY333" fmla="*/ 1803557 h 3055696"/>
              <a:gd name="connsiteX334" fmla="*/ 3331461 w 4121770"/>
              <a:gd name="connsiteY334" fmla="*/ 1908654 h 3055696"/>
              <a:gd name="connsiteX335" fmla="*/ 3201978 w 4121770"/>
              <a:gd name="connsiteY335" fmla="*/ 1908654 h 3055696"/>
              <a:gd name="connsiteX336" fmla="*/ 3145329 w 4121770"/>
              <a:gd name="connsiteY336" fmla="*/ 1908654 h 3055696"/>
              <a:gd name="connsiteX337" fmla="*/ 3137237 w 4121770"/>
              <a:gd name="connsiteY337" fmla="*/ 1819726 h 3055696"/>
              <a:gd name="connsiteX338" fmla="*/ 3177700 w 4121770"/>
              <a:gd name="connsiteY338" fmla="*/ 1746967 h 3055696"/>
              <a:gd name="connsiteX339" fmla="*/ 3167268 w 4121770"/>
              <a:gd name="connsiteY339" fmla="*/ 1740114 h 3055696"/>
              <a:gd name="connsiteX340" fmla="*/ 1536689 w 4121770"/>
              <a:gd name="connsiteY340" fmla="*/ 1733783 h 3055696"/>
              <a:gd name="connsiteX341" fmla="*/ 1544161 w 4121770"/>
              <a:gd name="connsiteY341" fmla="*/ 1771647 h 3055696"/>
              <a:gd name="connsiteX342" fmla="*/ 1552197 w 4121770"/>
              <a:gd name="connsiteY342" fmla="*/ 1739064 h 3055696"/>
              <a:gd name="connsiteX343" fmla="*/ 1536689 w 4121770"/>
              <a:gd name="connsiteY343" fmla="*/ 1733783 h 3055696"/>
              <a:gd name="connsiteX344" fmla="*/ 1447936 w 4121770"/>
              <a:gd name="connsiteY344" fmla="*/ 1698989 h 3055696"/>
              <a:gd name="connsiteX345" fmla="*/ 1430993 w 4121770"/>
              <a:gd name="connsiteY345" fmla="*/ 1706809 h 3055696"/>
              <a:gd name="connsiteX346" fmla="*/ 1430993 w 4121770"/>
              <a:gd name="connsiteY346" fmla="*/ 1714629 h 3055696"/>
              <a:gd name="connsiteX347" fmla="*/ 1447936 w 4121770"/>
              <a:gd name="connsiteY347" fmla="*/ 1698989 h 3055696"/>
              <a:gd name="connsiteX348" fmla="*/ 617542 w 4121770"/>
              <a:gd name="connsiteY348" fmla="*/ 1666667 h 3055696"/>
              <a:gd name="connsiteX349" fmla="*/ 606022 w 4121770"/>
              <a:gd name="connsiteY349" fmla="*/ 1690459 h 3055696"/>
              <a:gd name="connsiteX350" fmla="*/ 617542 w 4121770"/>
              <a:gd name="connsiteY350" fmla="*/ 1666667 h 3055696"/>
              <a:gd name="connsiteX351" fmla="*/ 1493272 w 4121770"/>
              <a:gd name="connsiteY351" fmla="*/ 1657855 h 3055696"/>
              <a:gd name="connsiteX352" fmla="*/ 1487469 w 4121770"/>
              <a:gd name="connsiteY352" fmla="*/ 1682047 h 3055696"/>
              <a:gd name="connsiteX353" fmla="*/ 1503977 w 4121770"/>
              <a:gd name="connsiteY353" fmla="*/ 1658588 h 3055696"/>
              <a:gd name="connsiteX354" fmla="*/ 1493272 w 4121770"/>
              <a:gd name="connsiteY354" fmla="*/ 1657855 h 3055696"/>
              <a:gd name="connsiteX355" fmla="*/ 1463575 w 4121770"/>
              <a:gd name="connsiteY355" fmla="*/ 1650769 h 3055696"/>
              <a:gd name="connsiteX356" fmla="*/ 1463575 w 4121770"/>
              <a:gd name="connsiteY356" fmla="*/ 1666408 h 3055696"/>
              <a:gd name="connsiteX357" fmla="*/ 1463575 w 4121770"/>
              <a:gd name="connsiteY357" fmla="*/ 1650769 h 3055696"/>
              <a:gd name="connsiteX358" fmla="*/ 1301069 w 4121770"/>
              <a:gd name="connsiteY358" fmla="*/ 1638015 h 3055696"/>
              <a:gd name="connsiteX359" fmla="*/ 1277207 w 4121770"/>
              <a:gd name="connsiteY359" fmla="*/ 1674041 h 3055696"/>
              <a:gd name="connsiteX360" fmla="*/ 1317609 w 4121770"/>
              <a:gd name="connsiteY360" fmla="*/ 1642018 h 3055696"/>
              <a:gd name="connsiteX361" fmla="*/ 1301069 w 4121770"/>
              <a:gd name="connsiteY361" fmla="*/ 1638015 h 3055696"/>
              <a:gd name="connsiteX362" fmla="*/ 3412619 w 4121770"/>
              <a:gd name="connsiteY362" fmla="*/ 1610408 h 3055696"/>
              <a:gd name="connsiteX363" fmla="*/ 3396327 w 4121770"/>
              <a:gd name="connsiteY363" fmla="*/ 1625681 h 3055696"/>
              <a:gd name="connsiteX364" fmla="*/ 3428910 w 4121770"/>
              <a:gd name="connsiteY364" fmla="*/ 1625681 h 3055696"/>
              <a:gd name="connsiteX365" fmla="*/ 3412619 w 4121770"/>
              <a:gd name="connsiteY365" fmla="*/ 1610408 h 3055696"/>
              <a:gd name="connsiteX366" fmla="*/ 1455755 w 4121770"/>
              <a:gd name="connsiteY366" fmla="*/ 1577785 h 3055696"/>
              <a:gd name="connsiteX367" fmla="*/ 1439248 w 4121770"/>
              <a:gd name="connsiteY367" fmla="*/ 1577785 h 3055696"/>
              <a:gd name="connsiteX368" fmla="*/ 1439248 w 4121770"/>
              <a:gd name="connsiteY368" fmla="*/ 1593425 h 3055696"/>
              <a:gd name="connsiteX369" fmla="*/ 1447501 w 4121770"/>
              <a:gd name="connsiteY369" fmla="*/ 1593425 h 3055696"/>
              <a:gd name="connsiteX370" fmla="*/ 1455755 w 4121770"/>
              <a:gd name="connsiteY370" fmla="*/ 1577785 h 3055696"/>
              <a:gd name="connsiteX371" fmla="*/ 315392 w 4121770"/>
              <a:gd name="connsiteY371" fmla="*/ 1573975 h 3055696"/>
              <a:gd name="connsiteX372" fmla="*/ 290956 w 4121770"/>
              <a:gd name="connsiteY372" fmla="*/ 1586006 h 3055696"/>
              <a:gd name="connsiteX373" fmla="*/ 282810 w 4121770"/>
              <a:gd name="connsiteY373" fmla="*/ 1642147 h 3055696"/>
              <a:gd name="connsiteX374" fmla="*/ 347974 w 4121770"/>
              <a:gd name="connsiteY374" fmla="*/ 1642147 h 3055696"/>
              <a:gd name="connsiteX375" fmla="*/ 339829 w 4121770"/>
              <a:gd name="connsiteY375" fmla="*/ 1586006 h 3055696"/>
              <a:gd name="connsiteX376" fmla="*/ 315392 w 4121770"/>
              <a:gd name="connsiteY376" fmla="*/ 1573975 h 3055696"/>
              <a:gd name="connsiteX377" fmla="*/ 3500589 w 4121770"/>
              <a:gd name="connsiteY377" fmla="*/ 1569966 h 3055696"/>
              <a:gd name="connsiteX378" fmla="*/ 3517532 w 4121770"/>
              <a:gd name="connsiteY378" fmla="*/ 1577786 h 3055696"/>
              <a:gd name="connsiteX379" fmla="*/ 3500589 w 4121770"/>
              <a:gd name="connsiteY379" fmla="*/ 1569966 h 3055696"/>
              <a:gd name="connsiteX380" fmla="*/ 2959533 w 4121770"/>
              <a:gd name="connsiteY380" fmla="*/ 1564495 h 3055696"/>
              <a:gd name="connsiteX381" fmla="*/ 2943114 w 4121770"/>
              <a:gd name="connsiteY381" fmla="*/ 1569314 h 3055696"/>
              <a:gd name="connsiteX382" fmla="*/ 2967551 w 4121770"/>
              <a:gd name="connsiteY382" fmla="*/ 1633609 h 3055696"/>
              <a:gd name="connsiteX383" fmla="*/ 2959533 w 4121770"/>
              <a:gd name="connsiteY383" fmla="*/ 1564495 h 3055696"/>
              <a:gd name="connsiteX384" fmla="*/ 3072465 w 4121770"/>
              <a:gd name="connsiteY384" fmla="*/ 1563123 h 3055696"/>
              <a:gd name="connsiteX385" fmla="*/ 3056174 w 4121770"/>
              <a:gd name="connsiteY385" fmla="*/ 1577264 h 3055696"/>
              <a:gd name="connsiteX386" fmla="*/ 3088756 w 4121770"/>
              <a:gd name="connsiteY386" fmla="*/ 1585344 h 3055696"/>
              <a:gd name="connsiteX387" fmla="*/ 3072465 w 4121770"/>
              <a:gd name="connsiteY387" fmla="*/ 1563123 h 3055696"/>
              <a:gd name="connsiteX388" fmla="*/ 2838074 w 4121770"/>
              <a:gd name="connsiteY388" fmla="*/ 1562696 h 3055696"/>
              <a:gd name="connsiteX389" fmla="*/ 2830056 w 4121770"/>
              <a:gd name="connsiteY389" fmla="*/ 1585605 h 3055696"/>
              <a:gd name="connsiteX390" fmla="*/ 2846347 w 4121770"/>
              <a:gd name="connsiteY390" fmla="*/ 1569314 h 3055696"/>
              <a:gd name="connsiteX391" fmla="*/ 2838074 w 4121770"/>
              <a:gd name="connsiteY391" fmla="*/ 1562696 h 3055696"/>
              <a:gd name="connsiteX392" fmla="*/ 1295154 w 4121770"/>
              <a:gd name="connsiteY392" fmla="*/ 1560456 h 3055696"/>
              <a:gd name="connsiteX393" fmla="*/ 1309789 w 4121770"/>
              <a:gd name="connsiteY393" fmla="*/ 1585512 h 3055696"/>
              <a:gd name="connsiteX394" fmla="*/ 1295154 w 4121770"/>
              <a:gd name="connsiteY394" fmla="*/ 1560456 h 3055696"/>
              <a:gd name="connsiteX395" fmla="*/ 1463575 w 4121770"/>
              <a:gd name="connsiteY395" fmla="*/ 1553023 h 3055696"/>
              <a:gd name="connsiteX396" fmla="*/ 1495897 w 4121770"/>
              <a:gd name="connsiteY396" fmla="*/ 1577460 h 3055696"/>
              <a:gd name="connsiteX397" fmla="*/ 1463575 w 4121770"/>
              <a:gd name="connsiteY397" fmla="*/ 1553023 h 3055696"/>
              <a:gd name="connsiteX398" fmla="*/ 1746385 w 4121770"/>
              <a:gd name="connsiteY398" fmla="*/ 1545203 h 3055696"/>
              <a:gd name="connsiteX399" fmla="*/ 1754204 w 4121770"/>
              <a:gd name="connsiteY399" fmla="*/ 1560842 h 3055696"/>
              <a:gd name="connsiteX400" fmla="*/ 1746385 w 4121770"/>
              <a:gd name="connsiteY400" fmla="*/ 1545203 h 3055696"/>
              <a:gd name="connsiteX401" fmla="*/ 242409 w 4121770"/>
              <a:gd name="connsiteY401" fmla="*/ 1537384 h 3055696"/>
              <a:gd name="connsiteX402" fmla="*/ 234589 w 4121770"/>
              <a:gd name="connsiteY402" fmla="*/ 1537384 h 3055696"/>
              <a:gd name="connsiteX403" fmla="*/ 242409 w 4121770"/>
              <a:gd name="connsiteY403" fmla="*/ 1545203 h 3055696"/>
              <a:gd name="connsiteX404" fmla="*/ 242409 w 4121770"/>
              <a:gd name="connsiteY404" fmla="*/ 1537384 h 3055696"/>
              <a:gd name="connsiteX405" fmla="*/ 2061776 w 4121770"/>
              <a:gd name="connsiteY405" fmla="*/ 1529564 h 3055696"/>
              <a:gd name="connsiteX406" fmla="*/ 2077788 w 4121770"/>
              <a:gd name="connsiteY406" fmla="*/ 1602074 h 3055696"/>
              <a:gd name="connsiteX407" fmla="*/ 2093800 w 4121770"/>
              <a:gd name="connsiteY407" fmla="*/ 1537621 h 3055696"/>
              <a:gd name="connsiteX408" fmla="*/ 2061776 w 4121770"/>
              <a:gd name="connsiteY408" fmla="*/ 1529564 h 3055696"/>
              <a:gd name="connsiteX409" fmla="*/ 2942789 w 4121770"/>
              <a:gd name="connsiteY409" fmla="*/ 1520442 h 3055696"/>
              <a:gd name="connsiteX410" fmla="*/ 2942789 w 4121770"/>
              <a:gd name="connsiteY410" fmla="*/ 1537385 h 3055696"/>
              <a:gd name="connsiteX411" fmla="*/ 2942789 w 4121770"/>
              <a:gd name="connsiteY411" fmla="*/ 1520442 h 3055696"/>
              <a:gd name="connsiteX412" fmla="*/ 1323026 w 4121770"/>
              <a:gd name="connsiteY412" fmla="*/ 1510667 h 3055696"/>
              <a:gd name="connsiteX413" fmla="*/ 1309789 w 4121770"/>
              <a:gd name="connsiteY413" fmla="*/ 1520442 h 3055696"/>
              <a:gd name="connsiteX414" fmla="*/ 1342371 w 4121770"/>
              <a:gd name="connsiteY414" fmla="*/ 1512622 h 3055696"/>
              <a:gd name="connsiteX415" fmla="*/ 1323026 w 4121770"/>
              <a:gd name="connsiteY415" fmla="*/ 1510667 h 3055696"/>
              <a:gd name="connsiteX416" fmla="*/ 557801 w 4121770"/>
              <a:gd name="connsiteY416" fmla="*/ 1504802 h 3055696"/>
              <a:gd name="connsiteX417" fmla="*/ 565620 w 4121770"/>
              <a:gd name="connsiteY417" fmla="*/ 1520442 h 3055696"/>
              <a:gd name="connsiteX418" fmla="*/ 557801 w 4121770"/>
              <a:gd name="connsiteY418" fmla="*/ 1504802 h 3055696"/>
              <a:gd name="connsiteX419" fmla="*/ 3331424 w 4121770"/>
              <a:gd name="connsiteY419" fmla="*/ 1496983 h 3055696"/>
              <a:gd name="connsiteX420" fmla="*/ 3363746 w 4121770"/>
              <a:gd name="connsiteY420" fmla="*/ 1521420 h 3055696"/>
              <a:gd name="connsiteX421" fmla="*/ 3331424 w 4121770"/>
              <a:gd name="connsiteY421" fmla="*/ 1496983 h 3055696"/>
              <a:gd name="connsiteX422" fmla="*/ 598202 w 4121770"/>
              <a:gd name="connsiteY422" fmla="*/ 1489163 h 3055696"/>
              <a:gd name="connsiteX423" fmla="*/ 582563 w 4121770"/>
              <a:gd name="connsiteY423" fmla="*/ 1496983 h 3055696"/>
              <a:gd name="connsiteX424" fmla="*/ 590383 w 4121770"/>
              <a:gd name="connsiteY424" fmla="*/ 1504802 h 3055696"/>
              <a:gd name="connsiteX425" fmla="*/ 598202 w 4121770"/>
              <a:gd name="connsiteY425" fmla="*/ 1504802 h 3055696"/>
              <a:gd name="connsiteX426" fmla="*/ 598202 w 4121770"/>
              <a:gd name="connsiteY426" fmla="*/ 1489163 h 3055696"/>
              <a:gd name="connsiteX427" fmla="*/ 2724620 w 4121770"/>
              <a:gd name="connsiteY427" fmla="*/ 1472220 h 3055696"/>
              <a:gd name="connsiteX428" fmla="*/ 2708460 w 4121770"/>
              <a:gd name="connsiteY428" fmla="*/ 1488381 h 3055696"/>
              <a:gd name="connsiteX429" fmla="*/ 2724620 w 4121770"/>
              <a:gd name="connsiteY429" fmla="*/ 1496461 h 3055696"/>
              <a:gd name="connsiteX430" fmla="*/ 2700380 w 4121770"/>
              <a:gd name="connsiteY430" fmla="*/ 1520702 h 3055696"/>
              <a:gd name="connsiteX431" fmla="*/ 2724620 w 4121770"/>
              <a:gd name="connsiteY431" fmla="*/ 1553023 h 3055696"/>
              <a:gd name="connsiteX432" fmla="*/ 2773103 w 4121770"/>
              <a:gd name="connsiteY432" fmla="*/ 1488381 h 3055696"/>
              <a:gd name="connsiteX433" fmla="*/ 2732701 w 4121770"/>
              <a:gd name="connsiteY433" fmla="*/ 1488381 h 3055696"/>
              <a:gd name="connsiteX434" fmla="*/ 2724620 w 4121770"/>
              <a:gd name="connsiteY434" fmla="*/ 1472220 h 3055696"/>
              <a:gd name="connsiteX435" fmla="*/ 2744691 w 4121770"/>
              <a:gd name="connsiteY435" fmla="*/ 1445829 h 3055696"/>
              <a:gd name="connsiteX436" fmla="*/ 2740782 w 4121770"/>
              <a:gd name="connsiteY436" fmla="*/ 1448761 h 3055696"/>
              <a:gd name="connsiteX437" fmla="*/ 2748601 w 4121770"/>
              <a:gd name="connsiteY437" fmla="*/ 1448761 h 3055696"/>
              <a:gd name="connsiteX438" fmla="*/ 2744691 w 4121770"/>
              <a:gd name="connsiteY438" fmla="*/ 1445829 h 3055696"/>
              <a:gd name="connsiteX439" fmla="*/ 315393 w 4121770"/>
              <a:gd name="connsiteY439" fmla="*/ 1440941 h 3055696"/>
              <a:gd name="connsiteX440" fmla="*/ 312216 w 4121770"/>
              <a:gd name="connsiteY440" fmla="*/ 1440941 h 3055696"/>
              <a:gd name="connsiteX441" fmla="*/ 307980 w 4121770"/>
              <a:gd name="connsiteY441" fmla="*/ 1440941 h 3055696"/>
              <a:gd name="connsiteX442" fmla="*/ 306921 w 4121770"/>
              <a:gd name="connsiteY442" fmla="*/ 1440941 h 3055696"/>
              <a:gd name="connsiteX443" fmla="*/ 298450 w 4121770"/>
              <a:gd name="connsiteY443" fmla="*/ 1440941 h 3055696"/>
              <a:gd name="connsiteX444" fmla="*/ 298450 w 4121770"/>
              <a:gd name="connsiteY444" fmla="*/ 1448761 h 3055696"/>
              <a:gd name="connsiteX445" fmla="*/ 306921 w 4121770"/>
              <a:gd name="connsiteY445" fmla="*/ 1448761 h 3055696"/>
              <a:gd name="connsiteX446" fmla="*/ 315393 w 4121770"/>
              <a:gd name="connsiteY446" fmla="*/ 1448761 h 3055696"/>
              <a:gd name="connsiteX447" fmla="*/ 315393 w 4121770"/>
              <a:gd name="connsiteY447" fmla="*/ 1440941 h 3055696"/>
              <a:gd name="connsiteX448" fmla="*/ 744169 w 4121770"/>
              <a:gd name="connsiteY448" fmla="*/ 1440941 h 3055696"/>
              <a:gd name="connsiteX449" fmla="*/ 776490 w 4121770"/>
              <a:gd name="connsiteY449" fmla="*/ 1472220 h 3055696"/>
              <a:gd name="connsiteX450" fmla="*/ 744169 w 4121770"/>
              <a:gd name="connsiteY450" fmla="*/ 1440941 h 3055696"/>
              <a:gd name="connsiteX451" fmla="*/ 209827 w 4121770"/>
              <a:gd name="connsiteY451" fmla="*/ 1416180 h 3055696"/>
              <a:gd name="connsiteX452" fmla="*/ 218299 w 4121770"/>
              <a:gd name="connsiteY452" fmla="*/ 1431819 h 3055696"/>
              <a:gd name="connsiteX453" fmla="*/ 226770 w 4121770"/>
              <a:gd name="connsiteY453" fmla="*/ 1431819 h 3055696"/>
              <a:gd name="connsiteX454" fmla="*/ 209827 w 4121770"/>
              <a:gd name="connsiteY454" fmla="*/ 1416180 h 3055696"/>
              <a:gd name="connsiteX455" fmla="*/ 3371565 w 4121770"/>
              <a:gd name="connsiteY455" fmla="*/ 1400955 h 3055696"/>
              <a:gd name="connsiteX456" fmla="*/ 3323344 w 4121770"/>
              <a:gd name="connsiteY456" fmla="*/ 1424118 h 3055696"/>
              <a:gd name="connsiteX457" fmla="*/ 3403713 w 4121770"/>
              <a:gd name="connsiteY457" fmla="*/ 1464401 h 3055696"/>
              <a:gd name="connsiteX458" fmla="*/ 3419786 w 4121770"/>
              <a:gd name="connsiteY458" fmla="*/ 1432174 h 3055696"/>
              <a:gd name="connsiteX459" fmla="*/ 3371565 w 4121770"/>
              <a:gd name="connsiteY459" fmla="*/ 1400955 h 3055696"/>
              <a:gd name="connsiteX460" fmla="*/ 817049 w 4121770"/>
              <a:gd name="connsiteY460" fmla="*/ 1383864 h 3055696"/>
              <a:gd name="connsiteX461" fmla="*/ 833226 w 4121770"/>
              <a:gd name="connsiteY461" fmla="*/ 1416205 h 3055696"/>
              <a:gd name="connsiteX462" fmla="*/ 825137 w 4121770"/>
              <a:gd name="connsiteY462" fmla="*/ 1448545 h 3055696"/>
              <a:gd name="connsiteX463" fmla="*/ 849403 w 4121770"/>
              <a:gd name="connsiteY463" fmla="*/ 1424290 h 3055696"/>
              <a:gd name="connsiteX464" fmla="*/ 857492 w 4121770"/>
              <a:gd name="connsiteY464" fmla="*/ 1440460 h 3055696"/>
              <a:gd name="connsiteX465" fmla="*/ 800872 w 4121770"/>
              <a:gd name="connsiteY465" fmla="*/ 1497056 h 3055696"/>
              <a:gd name="connsiteX466" fmla="*/ 784695 w 4121770"/>
              <a:gd name="connsiteY466" fmla="*/ 1521311 h 3055696"/>
              <a:gd name="connsiteX467" fmla="*/ 695720 w 4121770"/>
              <a:gd name="connsiteY467" fmla="*/ 1561737 h 3055696"/>
              <a:gd name="connsiteX468" fmla="*/ 663366 w 4121770"/>
              <a:gd name="connsiteY468" fmla="*/ 1585992 h 3055696"/>
              <a:gd name="connsiteX469" fmla="*/ 703809 w 4121770"/>
              <a:gd name="connsiteY469" fmla="*/ 1626418 h 3055696"/>
              <a:gd name="connsiteX470" fmla="*/ 808960 w 4121770"/>
              <a:gd name="connsiteY470" fmla="*/ 1699184 h 3055696"/>
              <a:gd name="connsiteX471" fmla="*/ 817049 w 4121770"/>
              <a:gd name="connsiteY471" fmla="*/ 1739610 h 3055696"/>
              <a:gd name="connsiteX472" fmla="*/ 865580 w 4121770"/>
              <a:gd name="connsiteY472" fmla="*/ 1771950 h 3055696"/>
              <a:gd name="connsiteX473" fmla="*/ 881757 w 4121770"/>
              <a:gd name="connsiteY473" fmla="*/ 1812376 h 3055696"/>
              <a:gd name="connsiteX474" fmla="*/ 946466 w 4121770"/>
              <a:gd name="connsiteY474" fmla="*/ 1788121 h 3055696"/>
              <a:gd name="connsiteX475" fmla="*/ 1067795 w 4121770"/>
              <a:gd name="connsiteY475" fmla="*/ 1771950 h 3055696"/>
              <a:gd name="connsiteX476" fmla="*/ 1108237 w 4121770"/>
              <a:gd name="connsiteY476" fmla="*/ 1723440 h 3055696"/>
              <a:gd name="connsiteX477" fmla="*/ 1156769 w 4121770"/>
              <a:gd name="connsiteY477" fmla="*/ 1691099 h 3055696"/>
              <a:gd name="connsiteX478" fmla="*/ 1164857 w 4121770"/>
              <a:gd name="connsiteY478" fmla="*/ 1561737 h 3055696"/>
              <a:gd name="connsiteX479" fmla="*/ 1116326 w 4121770"/>
              <a:gd name="connsiteY479" fmla="*/ 1456630 h 3055696"/>
              <a:gd name="connsiteX480" fmla="*/ 1116326 w 4121770"/>
              <a:gd name="connsiteY480" fmla="*/ 1432375 h 3055696"/>
              <a:gd name="connsiteX481" fmla="*/ 1043529 w 4121770"/>
              <a:gd name="connsiteY481" fmla="*/ 1432375 h 3055696"/>
              <a:gd name="connsiteX482" fmla="*/ 1035440 w 4121770"/>
              <a:gd name="connsiteY482" fmla="*/ 1408120 h 3055696"/>
              <a:gd name="connsiteX483" fmla="*/ 1035440 w 4121770"/>
              <a:gd name="connsiteY483" fmla="*/ 1432375 h 3055696"/>
              <a:gd name="connsiteX484" fmla="*/ 873669 w 4121770"/>
              <a:gd name="connsiteY484" fmla="*/ 1424290 h 3055696"/>
              <a:gd name="connsiteX485" fmla="*/ 817049 w 4121770"/>
              <a:gd name="connsiteY485" fmla="*/ 1383864 h 3055696"/>
              <a:gd name="connsiteX486" fmla="*/ 1818934 w 4121770"/>
              <a:gd name="connsiteY486" fmla="*/ 1383598 h 3055696"/>
              <a:gd name="connsiteX487" fmla="*/ 1818934 w 4121770"/>
              <a:gd name="connsiteY487" fmla="*/ 1383598 h 3055696"/>
              <a:gd name="connsiteX488" fmla="*/ 2368698 w 4121770"/>
              <a:gd name="connsiteY488" fmla="*/ 1376034 h 3055696"/>
              <a:gd name="connsiteX489" fmla="*/ 2344419 w 4121770"/>
              <a:gd name="connsiteY489" fmla="*/ 1408335 h 3055696"/>
              <a:gd name="connsiteX490" fmla="*/ 2295862 w 4121770"/>
              <a:gd name="connsiteY490" fmla="*/ 1400260 h 3055696"/>
              <a:gd name="connsiteX491" fmla="*/ 2255397 w 4121770"/>
              <a:gd name="connsiteY491" fmla="*/ 1432560 h 3055696"/>
              <a:gd name="connsiteX492" fmla="*/ 2239212 w 4121770"/>
              <a:gd name="connsiteY492" fmla="*/ 1416410 h 3055696"/>
              <a:gd name="connsiteX493" fmla="*/ 2206840 w 4121770"/>
              <a:gd name="connsiteY493" fmla="*/ 1416410 h 3055696"/>
              <a:gd name="connsiteX494" fmla="*/ 2166375 w 4121770"/>
              <a:gd name="connsiteY494" fmla="*/ 1497162 h 3055696"/>
              <a:gd name="connsiteX495" fmla="*/ 2125911 w 4121770"/>
              <a:gd name="connsiteY495" fmla="*/ 1577914 h 3055696"/>
              <a:gd name="connsiteX496" fmla="*/ 2117818 w 4121770"/>
              <a:gd name="connsiteY496" fmla="*/ 1666741 h 3055696"/>
              <a:gd name="connsiteX497" fmla="*/ 2142097 w 4121770"/>
              <a:gd name="connsiteY497" fmla="*/ 1707116 h 3055696"/>
              <a:gd name="connsiteX498" fmla="*/ 2125911 w 4121770"/>
              <a:gd name="connsiteY498" fmla="*/ 1723267 h 3055696"/>
              <a:gd name="connsiteX499" fmla="*/ 2158283 w 4121770"/>
              <a:gd name="connsiteY499" fmla="*/ 1763643 h 3055696"/>
              <a:gd name="connsiteX500" fmla="*/ 2198747 w 4121770"/>
              <a:gd name="connsiteY500" fmla="*/ 1779793 h 3055696"/>
              <a:gd name="connsiteX501" fmla="*/ 2190654 w 4121770"/>
              <a:gd name="connsiteY501" fmla="*/ 1844394 h 3055696"/>
              <a:gd name="connsiteX502" fmla="*/ 2239212 w 4121770"/>
              <a:gd name="connsiteY502" fmla="*/ 1828244 h 3055696"/>
              <a:gd name="connsiteX503" fmla="*/ 2279676 w 4121770"/>
              <a:gd name="connsiteY503" fmla="*/ 1836319 h 3055696"/>
              <a:gd name="connsiteX504" fmla="*/ 2279676 w 4121770"/>
              <a:gd name="connsiteY504" fmla="*/ 2005898 h 3055696"/>
              <a:gd name="connsiteX505" fmla="*/ 2303955 w 4121770"/>
              <a:gd name="connsiteY505" fmla="*/ 2030124 h 3055696"/>
              <a:gd name="connsiteX506" fmla="*/ 2328233 w 4121770"/>
              <a:gd name="connsiteY506" fmla="*/ 2046274 h 3055696"/>
              <a:gd name="connsiteX507" fmla="*/ 2401070 w 4121770"/>
              <a:gd name="connsiteY507" fmla="*/ 2054349 h 3055696"/>
              <a:gd name="connsiteX508" fmla="*/ 2409163 w 4121770"/>
              <a:gd name="connsiteY508" fmla="*/ 2094725 h 3055696"/>
              <a:gd name="connsiteX509" fmla="*/ 2465813 w 4121770"/>
              <a:gd name="connsiteY509" fmla="*/ 2167402 h 3055696"/>
              <a:gd name="connsiteX510" fmla="*/ 2481999 w 4121770"/>
              <a:gd name="connsiteY510" fmla="*/ 2159326 h 3055696"/>
              <a:gd name="connsiteX511" fmla="*/ 2490092 w 4121770"/>
              <a:gd name="connsiteY511" fmla="*/ 2183552 h 3055696"/>
              <a:gd name="connsiteX512" fmla="*/ 2546742 w 4121770"/>
              <a:gd name="connsiteY512" fmla="*/ 2175477 h 3055696"/>
              <a:gd name="connsiteX513" fmla="*/ 2603392 w 4121770"/>
              <a:gd name="connsiteY513" fmla="*/ 2102800 h 3055696"/>
              <a:gd name="connsiteX514" fmla="*/ 2619578 w 4121770"/>
              <a:gd name="connsiteY514" fmla="*/ 2102800 h 3055696"/>
              <a:gd name="connsiteX515" fmla="*/ 2603392 w 4121770"/>
              <a:gd name="connsiteY515" fmla="*/ 2086650 h 3055696"/>
              <a:gd name="connsiteX516" fmla="*/ 2514370 w 4121770"/>
              <a:gd name="connsiteY516" fmla="*/ 1933221 h 3055696"/>
              <a:gd name="connsiteX517" fmla="*/ 2490092 w 4121770"/>
              <a:gd name="connsiteY517" fmla="*/ 1836319 h 3055696"/>
              <a:gd name="connsiteX518" fmla="*/ 2449627 w 4121770"/>
              <a:gd name="connsiteY518" fmla="*/ 1804019 h 3055696"/>
              <a:gd name="connsiteX519" fmla="*/ 2473906 w 4121770"/>
              <a:gd name="connsiteY519" fmla="*/ 1795943 h 3055696"/>
              <a:gd name="connsiteX520" fmla="*/ 2498184 w 4121770"/>
              <a:gd name="connsiteY520" fmla="*/ 1585989 h 3055696"/>
              <a:gd name="connsiteX521" fmla="*/ 2425348 w 4121770"/>
              <a:gd name="connsiteY521" fmla="*/ 1472936 h 3055696"/>
              <a:gd name="connsiteX522" fmla="*/ 2409163 w 4121770"/>
              <a:gd name="connsiteY522" fmla="*/ 1464861 h 3055696"/>
              <a:gd name="connsiteX523" fmla="*/ 2368698 w 4121770"/>
              <a:gd name="connsiteY523" fmla="*/ 1376034 h 3055696"/>
              <a:gd name="connsiteX524" fmla="*/ 557801 w 4121770"/>
              <a:gd name="connsiteY524" fmla="*/ 1375778 h 3055696"/>
              <a:gd name="connsiteX525" fmla="*/ 598202 w 4121770"/>
              <a:gd name="connsiteY525" fmla="*/ 1400540 h 3055696"/>
              <a:gd name="connsiteX526" fmla="*/ 557801 w 4121770"/>
              <a:gd name="connsiteY526" fmla="*/ 1375778 h 3055696"/>
              <a:gd name="connsiteX527" fmla="*/ 1560452 w 4121770"/>
              <a:gd name="connsiteY527" fmla="*/ 1375778 h 3055696"/>
              <a:gd name="connsiteX528" fmla="*/ 1576960 w 4121770"/>
              <a:gd name="connsiteY528" fmla="*/ 1384032 h 3055696"/>
              <a:gd name="connsiteX529" fmla="*/ 1560452 w 4121770"/>
              <a:gd name="connsiteY529" fmla="*/ 1375778 h 3055696"/>
              <a:gd name="connsiteX530" fmla="*/ 1423174 w 4121770"/>
              <a:gd name="connsiteY530" fmla="*/ 1367958 h 3055696"/>
              <a:gd name="connsiteX531" fmla="*/ 1398411 w 4121770"/>
              <a:gd name="connsiteY531" fmla="*/ 1383598 h 3055696"/>
              <a:gd name="connsiteX532" fmla="*/ 1423174 w 4121770"/>
              <a:gd name="connsiteY532" fmla="*/ 1367958 h 3055696"/>
              <a:gd name="connsiteX533" fmla="*/ 1118625 w 4121770"/>
              <a:gd name="connsiteY533" fmla="*/ 1367493 h 3055696"/>
              <a:gd name="connsiteX534" fmla="*/ 1099962 w 4121770"/>
              <a:gd name="connsiteY534" fmla="*/ 1375779 h 3055696"/>
              <a:gd name="connsiteX535" fmla="*/ 1118625 w 4121770"/>
              <a:gd name="connsiteY535" fmla="*/ 1367493 h 3055696"/>
              <a:gd name="connsiteX536" fmla="*/ 1037731 w 4121770"/>
              <a:gd name="connsiteY536" fmla="*/ 1333422 h 3055696"/>
              <a:gd name="connsiteX537" fmla="*/ 1026978 w 4121770"/>
              <a:gd name="connsiteY537" fmla="*/ 1335377 h 3055696"/>
              <a:gd name="connsiteX538" fmla="*/ 1042618 w 4121770"/>
              <a:gd name="connsiteY538" fmla="*/ 1343196 h 3055696"/>
              <a:gd name="connsiteX539" fmla="*/ 1037731 w 4121770"/>
              <a:gd name="connsiteY539" fmla="*/ 1333422 h 3055696"/>
              <a:gd name="connsiteX540" fmla="*/ 2085887 w 4121770"/>
              <a:gd name="connsiteY540" fmla="*/ 1327558 h 3055696"/>
              <a:gd name="connsiteX541" fmla="*/ 2094359 w 4121770"/>
              <a:gd name="connsiteY541" fmla="*/ 1335377 h 3055696"/>
              <a:gd name="connsiteX542" fmla="*/ 2085887 w 4121770"/>
              <a:gd name="connsiteY542" fmla="*/ 1327558 h 3055696"/>
              <a:gd name="connsiteX543" fmla="*/ 129024 w 4121770"/>
              <a:gd name="connsiteY543" fmla="*/ 1327557 h 3055696"/>
              <a:gd name="connsiteX544" fmla="*/ 129024 w 4121770"/>
              <a:gd name="connsiteY544" fmla="*/ 1343196 h 3055696"/>
              <a:gd name="connsiteX545" fmla="*/ 137496 w 4121770"/>
              <a:gd name="connsiteY545" fmla="*/ 1343196 h 3055696"/>
              <a:gd name="connsiteX546" fmla="*/ 129024 w 4121770"/>
              <a:gd name="connsiteY546" fmla="*/ 1327557 h 3055696"/>
              <a:gd name="connsiteX547" fmla="*/ 1231860 w 4121770"/>
              <a:gd name="connsiteY547" fmla="*/ 1320336 h 3055696"/>
              <a:gd name="connsiteX548" fmla="*/ 1213347 w 4121770"/>
              <a:gd name="connsiteY548" fmla="*/ 1326775 h 3055696"/>
              <a:gd name="connsiteX549" fmla="*/ 1213347 w 4121770"/>
              <a:gd name="connsiteY549" fmla="*/ 1342935 h 3055696"/>
              <a:gd name="connsiteX550" fmla="*/ 1245371 w 4121770"/>
              <a:gd name="connsiteY550" fmla="*/ 1351016 h 3055696"/>
              <a:gd name="connsiteX551" fmla="*/ 1231860 w 4121770"/>
              <a:gd name="connsiteY551" fmla="*/ 1320336 h 3055696"/>
              <a:gd name="connsiteX552" fmla="*/ 2134946 w 4121770"/>
              <a:gd name="connsiteY552" fmla="*/ 1319738 h 3055696"/>
              <a:gd name="connsiteX553" fmla="*/ 2126847 w 4121770"/>
              <a:gd name="connsiteY553" fmla="*/ 1327787 h 3055696"/>
              <a:gd name="connsiteX554" fmla="*/ 2070154 w 4121770"/>
              <a:gd name="connsiteY554" fmla="*/ 1416334 h 3055696"/>
              <a:gd name="connsiteX555" fmla="*/ 2126847 w 4121770"/>
              <a:gd name="connsiteY555" fmla="*/ 1456582 h 3055696"/>
              <a:gd name="connsiteX556" fmla="*/ 2167342 w 4121770"/>
              <a:gd name="connsiteY556" fmla="*/ 1392184 h 3055696"/>
              <a:gd name="connsiteX557" fmla="*/ 2134946 w 4121770"/>
              <a:gd name="connsiteY557" fmla="*/ 1319738 h 3055696"/>
              <a:gd name="connsiteX558" fmla="*/ 396195 w 4121770"/>
              <a:gd name="connsiteY558" fmla="*/ 1319738 h 3055696"/>
              <a:gd name="connsiteX559" fmla="*/ 420957 w 4121770"/>
              <a:gd name="connsiteY559" fmla="*/ 1335377 h 3055696"/>
              <a:gd name="connsiteX560" fmla="*/ 396195 w 4121770"/>
              <a:gd name="connsiteY560" fmla="*/ 1319738 h 3055696"/>
              <a:gd name="connsiteX561" fmla="*/ 1698164 w 4121770"/>
              <a:gd name="connsiteY561" fmla="*/ 1319738 h 3055696"/>
              <a:gd name="connsiteX562" fmla="*/ 1690344 w 4121770"/>
              <a:gd name="connsiteY562" fmla="*/ 1343196 h 3055696"/>
              <a:gd name="connsiteX563" fmla="*/ 1705984 w 4121770"/>
              <a:gd name="connsiteY563" fmla="*/ 1343196 h 3055696"/>
              <a:gd name="connsiteX564" fmla="*/ 1698164 w 4121770"/>
              <a:gd name="connsiteY564" fmla="*/ 1319738 h 3055696"/>
              <a:gd name="connsiteX565" fmla="*/ 2571356 w 4121770"/>
              <a:gd name="connsiteY565" fmla="*/ 1310615 h 3055696"/>
              <a:gd name="connsiteX566" fmla="*/ 2546594 w 4121770"/>
              <a:gd name="connsiteY566" fmla="*/ 1319086 h 3055696"/>
              <a:gd name="connsiteX567" fmla="*/ 2571356 w 4121770"/>
              <a:gd name="connsiteY567" fmla="*/ 1310615 h 3055696"/>
              <a:gd name="connsiteX568" fmla="*/ 3121337 w 4121770"/>
              <a:gd name="connsiteY568" fmla="*/ 1294975 h 3055696"/>
              <a:gd name="connsiteX569" fmla="*/ 3112866 w 4121770"/>
              <a:gd name="connsiteY569" fmla="*/ 1294975 h 3055696"/>
              <a:gd name="connsiteX570" fmla="*/ 3104394 w 4121770"/>
              <a:gd name="connsiteY570" fmla="*/ 1302795 h 3055696"/>
              <a:gd name="connsiteX571" fmla="*/ 3121337 w 4121770"/>
              <a:gd name="connsiteY571" fmla="*/ 1294975 h 3055696"/>
              <a:gd name="connsiteX572" fmla="*/ 3048099 w 4121770"/>
              <a:gd name="connsiteY572" fmla="*/ 1275478 h 3055696"/>
              <a:gd name="connsiteX573" fmla="*/ 3032063 w 4121770"/>
              <a:gd name="connsiteY573" fmla="*/ 1303316 h 3055696"/>
              <a:gd name="connsiteX574" fmla="*/ 3064644 w 4121770"/>
              <a:gd name="connsiteY574" fmla="*/ 1327558 h 3055696"/>
              <a:gd name="connsiteX575" fmla="*/ 3048099 w 4121770"/>
              <a:gd name="connsiteY575" fmla="*/ 1275478 h 3055696"/>
              <a:gd name="connsiteX576" fmla="*/ 2155348 w 4121770"/>
              <a:gd name="connsiteY576" fmla="*/ 1275115 h 3055696"/>
              <a:gd name="connsiteX577" fmla="*/ 2126940 w 4121770"/>
              <a:gd name="connsiteY577" fmla="*/ 1286721 h 3055696"/>
              <a:gd name="connsiteX578" fmla="*/ 2143101 w 4121770"/>
              <a:gd name="connsiteY578" fmla="*/ 1319738 h 3055696"/>
              <a:gd name="connsiteX579" fmla="*/ 2167342 w 4121770"/>
              <a:gd name="connsiteY579" fmla="*/ 1278468 h 3055696"/>
              <a:gd name="connsiteX580" fmla="*/ 2155348 w 4121770"/>
              <a:gd name="connsiteY580" fmla="*/ 1275115 h 3055696"/>
              <a:gd name="connsiteX581" fmla="*/ 1334897 w 4121770"/>
              <a:gd name="connsiteY581" fmla="*/ 1273378 h 3055696"/>
              <a:gd name="connsiteX582" fmla="*/ 1317347 w 4121770"/>
              <a:gd name="connsiteY582" fmla="*/ 1278554 h 3055696"/>
              <a:gd name="connsiteX583" fmla="*/ 1349669 w 4121770"/>
              <a:gd name="connsiteY583" fmla="*/ 1310875 h 3055696"/>
              <a:gd name="connsiteX584" fmla="*/ 1334897 w 4121770"/>
              <a:gd name="connsiteY584" fmla="*/ 1273378 h 3055696"/>
              <a:gd name="connsiteX585" fmla="*/ 1592699 w 4121770"/>
              <a:gd name="connsiteY585" fmla="*/ 1270473 h 3055696"/>
              <a:gd name="connsiteX586" fmla="*/ 1600719 w 4121770"/>
              <a:gd name="connsiteY586" fmla="*/ 1343196 h 3055696"/>
              <a:gd name="connsiteX587" fmla="*/ 1592699 w 4121770"/>
              <a:gd name="connsiteY587" fmla="*/ 1270473 h 3055696"/>
              <a:gd name="connsiteX588" fmla="*/ 2506193 w 4121770"/>
              <a:gd name="connsiteY588" fmla="*/ 1254574 h 3055696"/>
              <a:gd name="connsiteX589" fmla="*/ 2490553 w 4121770"/>
              <a:gd name="connsiteY589" fmla="*/ 1254574 h 3055696"/>
              <a:gd name="connsiteX590" fmla="*/ 2498373 w 4121770"/>
              <a:gd name="connsiteY590" fmla="*/ 1262394 h 3055696"/>
              <a:gd name="connsiteX591" fmla="*/ 2506193 w 4121770"/>
              <a:gd name="connsiteY591" fmla="*/ 1254574 h 3055696"/>
              <a:gd name="connsiteX592" fmla="*/ 2648005 w 4121770"/>
              <a:gd name="connsiteY592" fmla="*/ 1239357 h 3055696"/>
              <a:gd name="connsiteX593" fmla="*/ 2644340 w 4121770"/>
              <a:gd name="connsiteY593" fmla="*/ 1246103 h 3055696"/>
              <a:gd name="connsiteX594" fmla="*/ 2667799 w 4121770"/>
              <a:gd name="connsiteY594" fmla="*/ 1254248 h 3055696"/>
              <a:gd name="connsiteX595" fmla="*/ 2648005 w 4121770"/>
              <a:gd name="connsiteY595" fmla="*/ 1239357 h 3055696"/>
              <a:gd name="connsiteX596" fmla="*/ 185437 w 4121770"/>
              <a:gd name="connsiteY596" fmla="*/ 1238935 h 3055696"/>
              <a:gd name="connsiteX597" fmla="*/ 193629 w 4121770"/>
              <a:gd name="connsiteY597" fmla="*/ 1287416 h 3055696"/>
              <a:gd name="connsiteX598" fmla="*/ 234589 w 4121770"/>
              <a:gd name="connsiteY598" fmla="*/ 1360140 h 3055696"/>
              <a:gd name="connsiteX599" fmla="*/ 193629 w 4121770"/>
              <a:gd name="connsiteY599" fmla="*/ 1247015 h 3055696"/>
              <a:gd name="connsiteX600" fmla="*/ 185437 w 4121770"/>
              <a:gd name="connsiteY600" fmla="*/ 1238935 h 3055696"/>
              <a:gd name="connsiteX601" fmla="*/ 1541308 w 4121770"/>
              <a:gd name="connsiteY601" fmla="*/ 1237575 h 3055696"/>
              <a:gd name="connsiteX602" fmla="*/ 1512122 w 4121770"/>
              <a:gd name="connsiteY602" fmla="*/ 1286830 h 3055696"/>
              <a:gd name="connsiteX603" fmla="*/ 1496156 w 4121770"/>
              <a:gd name="connsiteY603" fmla="*/ 1294975 h 3055696"/>
              <a:gd name="connsiteX604" fmla="*/ 1560017 w 4121770"/>
              <a:gd name="connsiteY604" fmla="*/ 1237957 h 3055696"/>
              <a:gd name="connsiteX605" fmla="*/ 1541308 w 4121770"/>
              <a:gd name="connsiteY605" fmla="*/ 1237575 h 3055696"/>
              <a:gd name="connsiteX606" fmla="*/ 2361529 w 4121770"/>
              <a:gd name="connsiteY606" fmla="*/ 1221992 h 3055696"/>
              <a:gd name="connsiteX607" fmla="*/ 2361529 w 4121770"/>
              <a:gd name="connsiteY607" fmla="*/ 1229812 h 3055696"/>
              <a:gd name="connsiteX608" fmla="*/ 2369349 w 4121770"/>
              <a:gd name="connsiteY608" fmla="*/ 1229812 h 3055696"/>
              <a:gd name="connsiteX609" fmla="*/ 2361529 w 4121770"/>
              <a:gd name="connsiteY609" fmla="*/ 1221992 h 3055696"/>
              <a:gd name="connsiteX610" fmla="*/ 1487686 w 4121770"/>
              <a:gd name="connsiteY610" fmla="*/ 1212673 h 3055696"/>
              <a:gd name="connsiteX611" fmla="*/ 1479540 w 4121770"/>
              <a:gd name="connsiteY611" fmla="*/ 1230854 h 3055696"/>
              <a:gd name="connsiteX612" fmla="*/ 1495831 w 4121770"/>
              <a:gd name="connsiteY612" fmla="*/ 1230854 h 3055696"/>
              <a:gd name="connsiteX613" fmla="*/ 1487686 w 4121770"/>
              <a:gd name="connsiteY613" fmla="*/ 1212673 h 3055696"/>
              <a:gd name="connsiteX614" fmla="*/ 1254115 w 4121770"/>
              <a:gd name="connsiteY614" fmla="*/ 1203420 h 3055696"/>
              <a:gd name="connsiteX615" fmla="*/ 1244951 w 4121770"/>
              <a:gd name="connsiteY615" fmla="*/ 1221992 h 3055696"/>
              <a:gd name="connsiteX616" fmla="*/ 1269388 w 4121770"/>
              <a:gd name="connsiteY616" fmla="*/ 1214172 h 3055696"/>
              <a:gd name="connsiteX617" fmla="*/ 1254115 w 4121770"/>
              <a:gd name="connsiteY617" fmla="*/ 1203420 h 3055696"/>
              <a:gd name="connsiteX618" fmla="*/ 2203229 w 4121770"/>
              <a:gd name="connsiteY618" fmla="*/ 1197837 h 3055696"/>
              <a:gd name="connsiteX619" fmla="*/ 2175061 w 4121770"/>
              <a:gd name="connsiteY619" fmla="*/ 1206028 h 3055696"/>
              <a:gd name="connsiteX620" fmla="*/ 2158820 w 4121770"/>
              <a:gd name="connsiteY620" fmla="*/ 1197963 h 3055696"/>
              <a:gd name="connsiteX621" fmla="*/ 2166941 w 4121770"/>
              <a:gd name="connsiteY621" fmla="*/ 1222156 h 3055696"/>
              <a:gd name="connsiteX622" fmla="*/ 2223784 w 4121770"/>
              <a:gd name="connsiteY622" fmla="*/ 1262475 h 3055696"/>
              <a:gd name="connsiteX623" fmla="*/ 2203229 w 4121770"/>
              <a:gd name="connsiteY623" fmla="*/ 1197837 h 3055696"/>
              <a:gd name="connsiteX624" fmla="*/ 1134472 w 4121770"/>
              <a:gd name="connsiteY624" fmla="*/ 1195519 h 3055696"/>
              <a:gd name="connsiteX625" fmla="*/ 1124187 w 4121770"/>
              <a:gd name="connsiteY625" fmla="*/ 1213846 h 3055696"/>
              <a:gd name="connsiteX626" fmla="*/ 1059177 w 4121770"/>
              <a:gd name="connsiteY626" fmla="*/ 1270865 h 3055696"/>
              <a:gd name="connsiteX627" fmla="*/ 1140440 w 4121770"/>
              <a:gd name="connsiteY627" fmla="*/ 1221992 h 3055696"/>
              <a:gd name="connsiteX628" fmla="*/ 1148567 w 4121770"/>
              <a:gd name="connsiteY628" fmla="*/ 1205701 h 3055696"/>
              <a:gd name="connsiteX629" fmla="*/ 1140440 w 4121770"/>
              <a:gd name="connsiteY629" fmla="*/ 1197556 h 3055696"/>
              <a:gd name="connsiteX630" fmla="*/ 1134472 w 4121770"/>
              <a:gd name="connsiteY630" fmla="*/ 1195519 h 3055696"/>
              <a:gd name="connsiteX631" fmla="*/ 1041396 w 4121770"/>
              <a:gd name="connsiteY631" fmla="*/ 1194308 h 3055696"/>
              <a:gd name="connsiteX632" fmla="*/ 1034798 w 4121770"/>
              <a:gd name="connsiteY632" fmla="*/ 1197882 h 3055696"/>
              <a:gd name="connsiteX633" fmla="*/ 1034798 w 4121770"/>
              <a:gd name="connsiteY633" fmla="*/ 1206353 h 3055696"/>
              <a:gd name="connsiteX634" fmla="*/ 1042618 w 4121770"/>
              <a:gd name="connsiteY634" fmla="*/ 1206353 h 3055696"/>
              <a:gd name="connsiteX635" fmla="*/ 1042618 w 4121770"/>
              <a:gd name="connsiteY635" fmla="*/ 1197882 h 3055696"/>
              <a:gd name="connsiteX636" fmla="*/ 1041396 w 4121770"/>
              <a:gd name="connsiteY636" fmla="*/ 1194308 h 3055696"/>
              <a:gd name="connsiteX637" fmla="*/ 2313813 w 4121770"/>
              <a:gd name="connsiteY637" fmla="*/ 1191221 h 3055696"/>
              <a:gd name="connsiteX638" fmla="*/ 2320591 w 4121770"/>
              <a:gd name="connsiteY638" fmla="*/ 1278685 h 3055696"/>
              <a:gd name="connsiteX639" fmla="*/ 2336844 w 4121770"/>
              <a:gd name="connsiteY639" fmla="*/ 1198317 h 3055696"/>
              <a:gd name="connsiteX640" fmla="*/ 2313813 w 4121770"/>
              <a:gd name="connsiteY640" fmla="*/ 1191221 h 3055696"/>
              <a:gd name="connsiteX641" fmla="*/ 460779 w 4121770"/>
              <a:gd name="connsiteY641" fmla="*/ 1173771 h 3055696"/>
              <a:gd name="connsiteX642" fmla="*/ 404014 w 4121770"/>
              <a:gd name="connsiteY642" fmla="*/ 1197882 h 3055696"/>
              <a:gd name="connsiteX643" fmla="*/ 460779 w 4121770"/>
              <a:gd name="connsiteY643" fmla="*/ 1221993 h 3055696"/>
              <a:gd name="connsiteX644" fmla="*/ 460779 w 4121770"/>
              <a:gd name="connsiteY644" fmla="*/ 1173771 h 3055696"/>
              <a:gd name="connsiteX645" fmla="*/ 986577 w 4121770"/>
              <a:gd name="connsiteY645" fmla="*/ 1173771 h 3055696"/>
              <a:gd name="connsiteX646" fmla="*/ 986577 w 4121770"/>
              <a:gd name="connsiteY646" fmla="*/ 1181591 h 3055696"/>
              <a:gd name="connsiteX647" fmla="*/ 994397 w 4121770"/>
              <a:gd name="connsiteY647" fmla="*/ 1181591 h 3055696"/>
              <a:gd name="connsiteX648" fmla="*/ 986577 w 4121770"/>
              <a:gd name="connsiteY648" fmla="*/ 1173771 h 3055696"/>
              <a:gd name="connsiteX649" fmla="*/ 1454648 w 4121770"/>
              <a:gd name="connsiteY649" fmla="*/ 1166476 h 3055696"/>
              <a:gd name="connsiteX650" fmla="*/ 1471395 w 4121770"/>
              <a:gd name="connsiteY650" fmla="*/ 1173415 h 3055696"/>
              <a:gd name="connsiteX651" fmla="*/ 1454648 w 4121770"/>
              <a:gd name="connsiteY651" fmla="*/ 1166476 h 3055696"/>
              <a:gd name="connsiteX652" fmla="*/ 2022716 w 4121770"/>
              <a:gd name="connsiteY652" fmla="*/ 1161347 h 3055696"/>
              <a:gd name="connsiteX653" fmla="*/ 2012773 w 4121770"/>
              <a:gd name="connsiteY653" fmla="*/ 1189411 h 3055696"/>
              <a:gd name="connsiteX654" fmla="*/ 2022716 w 4121770"/>
              <a:gd name="connsiteY654" fmla="*/ 1161347 h 3055696"/>
              <a:gd name="connsiteX655" fmla="*/ 2894568 w 4121770"/>
              <a:gd name="connsiteY655" fmla="*/ 1158132 h 3055696"/>
              <a:gd name="connsiteX656" fmla="*/ 2894568 w 4121770"/>
              <a:gd name="connsiteY656" fmla="*/ 1173771 h 3055696"/>
              <a:gd name="connsiteX657" fmla="*/ 2894568 w 4121770"/>
              <a:gd name="connsiteY657" fmla="*/ 1158132 h 3055696"/>
              <a:gd name="connsiteX658" fmla="*/ 2244475 w 4121770"/>
              <a:gd name="connsiteY658" fmla="*/ 1154887 h 3055696"/>
              <a:gd name="connsiteX659" fmla="*/ 2231690 w 4121770"/>
              <a:gd name="connsiteY659" fmla="*/ 1157480 h 3055696"/>
              <a:gd name="connsiteX660" fmla="*/ 2239673 w 4121770"/>
              <a:gd name="connsiteY660" fmla="*/ 1198207 h 3055696"/>
              <a:gd name="connsiteX661" fmla="*/ 2244475 w 4121770"/>
              <a:gd name="connsiteY661" fmla="*/ 1154887 h 3055696"/>
              <a:gd name="connsiteX662" fmla="*/ 2172229 w 4121770"/>
              <a:gd name="connsiteY662" fmla="*/ 1136465 h 3055696"/>
              <a:gd name="connsiteX663" fmla="*/ 2167342 w 4121770"/>
              <a:gd name="connsiteY663" fmla="*/ 1149878 h 3055696"/>
              <a:gd name="connsiteX664" fmla="*/ 2167342 w 4121770"/>
              <a:gd name="connsiteY664" fmla="*/ 1158132 h 3055696"/>
              <a:gd name="connsiteX665" fmla="*/ 2182981 w 4121770"/>
              <a:gd name="connsiteY665" fmla="*/ 1141624 h 3055696"/>
              <a:gd name="connsiteX666" fmla="*/ 2172229 w 4121770"/>
              <a:gd name="connsiteY666" fmla="*/ 1136465 h 3055696"/>
              <a:gd name="connsiteX667" fmla="*/ 3048402 w 4121770"/>
              <a:gd name="connsiteY667" fmla="*/ 1134985 h 3055696"/>
              <a:gd name="connsiteX668" fmla="*/ 3008473 w 4121770"/>
              <a:gd name="connsiteY668" fmla="*/ 1181917 h 3055696"/>
              <a:gd name="connsiteX669" fmla="*/ 3048875 w 4121770"/>
              <a:gd name="connsiteY669" fmla="*/ 1206354 h 3055696"/>
              <a:gd name="connsiteX670" fmla="*/ 3073116 w 4121770"/>
              <a:gd name="connsiteY670" fmla="*/ 1165626 h 3055696"/>
              <a:gd name="connsiteX671" fmla="*/ 3048402 w 4121770"/>
              <a:gd name="connsiteY671" fmla="*/ 1134985 h 3055696"/>
              <a:gd name="connsiteX672" fmla="*/ 2474045 w 4121770"/>
              <a:gd name="connsiteY672" fmla="*/ 1133370 h 3055696"/>
              <a:gd name="connsiteX673" fmla="*/ 2474045 w 4121770"/>
              <a:gd name="connsiteY673" fmla="*/ 1149009 h 3055696"/>
              <a:gd name="connsiteX674" fmla="*/ 2482299 w 4121770"/>
              <a:gd name="connsiteY674" fmla="*/ 1149009 h 3055696"/>
              <a:gd name="connsiteX675" fmla="*/ 2490553 w 4121770"/>
              <a:gd name="connsiteY675" fmla="*/ 1141189 h 3055696"/>
              <a:gd name="connsiteX676" fmla="*/ 2474045 w 4121770"/>
              <a:gd name="connsiteY676" fmla="*/ 1133370 h 3055696"/>
              <a:gd name="connsiteX677" fmla="*/ 1352732 w 4121770"/>
              <a:gd name="connsiteY677" fmla="*/ 1123052 h 3055696"/>
              <a:gd name="connsiteX678" fmla="*/ 1334551 w 4121770"/>
              <a:gd name="connsiteY678" fmla="*/ 1149878 h 3055696"/>
              <a:gd name="connsiteX679" fmla="*/ 1350711 w 4121770"/>
              <a:gd name="connsiteY679" fmla="*/ 1158132 h 3055696"/>
              <a:gd name="connsiteX680" fmla="*/ 1358792 w 4121770"/>
              <a:gd name="connsiteY680" fmla="*/ 1158132 h 3055696"/>
              <a:gd name="connsiteX681" fmla="*/ 1352732 w 4121770"/>
              <a:gd name="connsiteY681" fmla="*/ 1123052 h 3055696"/>
              <a:gd name="connsiteX682" fmla="*/ 2358894 w 4121770"/>
              <a:gd name="connsiteY682" fmla="*/ 1114347 h 3055696"/>
              <a:gd name="connsiteX683" fmla="*/ 2329208 w 4121770"/>
              <a:gd name="connsiteY683" fmla="*/ 1149310 h 3055696"/>
              <a:gd name="connsiteX684" fmla="*/ 2393851 w 4121770"/>
              <a:gd name="connsiteY684" fmla="*/ 1181391 h 3055696"/>
              <a:gd name="connsiteX685" fmla="*/ 2358894 w 4121770"/>
              <a:gd name="connsiteY685" fmla="*/ 1114347 h 3055696"/>
              <a:gd name="connsiteX686" fmla="*/ 1219441 w 4121770"/>
              <a:gd name="connsiteY686" fmla="*/ 1099920 h 3055696"/>
              <a:gd name="connsiteX687" fmla="*/ 1204550 w 4121770"/>
              <a:gd name="connsiteY687" fmla="*/ 1157871 h 3055696"/>
              <a:gd name="connsiteX688" fmla="*/ 1245277 w 4121770"/>
              <a:gd name="connsiteY688" fmla="*/ 1101309 h 3055696"/>
              <a:gd name="connsiteX689" fmla="*/ 1219441 w 4121770"/>
              <a:gd name="connsiteY689" fmla="*/ 1099920 h 3055696"/>
              <a:gd name="connsiteX690" fmla="*/ 2066664 w 4121770"/>
              <a:gd name="connsiteY690" fmla="*/ 1098059 h 3055696"/>
              <a:gd name="connsiteX691" fmla="*/ 2061776 w 4121770"/>
              <a:gd name="connsiteY691" fmla="*/ 1117405 h 3055696"/>
              <a:gd name="connsiteX692" fmla="*/ 2077416 w 4121770"/>
              <a:gd name="connsiteY692" fmla="*/ 1117405 h 3055696"/>
              <a:gd name="connsiteX693" fmla="*/ 2077416 w 4121770"/>
              <a:gd name="connsiteY693" fmla="*/ 1109260 h 3055696"/>
              <a:gd name="connsiteX694" fmla="*/ 2066664 w 4121770"/>
              <a:gd name="connsiteY694" fmla="*/ 1098059 h 3055696"/>
              <a:gd name="connsiteX695" fmla="*/ 2890658 w 4121770"/>
              <a:gd name="connsiteY695" fmla="*/ 1096064 h 3055696"/>
              <a:gd name="connsiteX696" fmla="*/ 2878929 w 4121770"/>
              <a:gd name="connsiteY696" fmla="*/ 1109477 h 3055696"/>
              <a:gd name="connsiteX697" fmla="*/ 2902387 w 4121770"/>
              <a:gd name="connsiteY697" fmla="*/ 1101223 h 3055696"/>
              <a:gd name="connsiteX698" fmla="*/ 2890658 w 4121770"/>
              <a:gd name="connsiteY698" fmla="*/ 1096064 h 3055696"/>
              <a:gd name="connsiteX699" fmla="*/ 2268818 w 4121770"/>
              <a:gd name="connsiteY699" fmla="*/ 1087755 h 3055696"/>
              <a:gd name="connsiteX700" fmla="*/ 2272255 w 4121770"/>
              <a:gd name="connsiteY700" fmla="*/ 1133370 h 3055696"/>
              <a:gd name="connsiteX701" fmla="*/ 2288546 w 4121770"/>
              <a:gd name="connsiteY701" fmla="*/ 1100933 h 3055696"/>
              <a:gd name="connsiteX702" fmla="*/ 2268818 w 4121770"/>
              <a:gd name="connsiteY702" fmla="*/ 1087755 h 3055696"/>
              <a:gd name="connsiteX703" fmla="*/ 2344587 w 4121770"/>
              <a:gd name="connsiteY703" fmla="*/ 1085149 h 3055696"/>
              <a:gd name="connsiteX704" fmla="*/ 2336767 w 4121770"/>
              <a:gd name="connsiteY704" fmla="*/ 1085149 h 3055696"/>
              <a:gd name="connsiteX705" fmla="*/ 2336767 w 4121770"/>
              <a:gd name="connsiteY705" fmla="*/ 1100788 h 3055696"/>
              <a:gd name="connsiteX706" fmla="*/ 2344587 w 4121770"/>
              <a:gd name="connsiteY706" fmla="*/ 1085149 h 3055696"/>
              <a:gd name="connsiteX707" fmla="*/ 1528304 w 4121770"/>
              <a:gd name="connsiteY707" fmla="*/ 1085149 h 3055696"/>
              <a:gd name="connsiteX708" fmla="*/ 1511796 w 4121770"/>
              <a:gd name="connsiteY708" fmla="*/ 1100788 h 3055696"/>
              <a:gd name="connsiteX709" fmla="*/ 1511796 w 4121770"/>
              <a:gd name="connsiteY709" fmla="*/ 1108608 h 3055696"/>
              <a:gd name="connsiteX710" fmla="*/ 1528304 w 4121770"/>
              <a:gd name="connsiteY710" fmla="*/ 1085149 h 3055696"/>
              <a:gd name="connsiteX711" fmla="*/ 434821 w 4121770"/>
              <a:gd name="connsiteY711" fmla="*/ 1080995 h 3055696"/>
              <a:gd name="connsiteX712" fmla="*/ 412094 w 4121770"/>
              <a:gd name="connsiteY712" fmla="*/ 1100788 h 3055696"/>
              <a:gd name="connsiteX713" fmla="*/ 444416 w 4121770"/>
              <a:gd name="connsiteY713" fmla="*/ 1085149 h 3055696"/>
              <a:gd name="connsiteX714" fmla="*/ 434821 w 4121770"/>
              <a:gd name="connsiteY714" fmla="*/ 1080995 h 3055696"/>
              <a:gd name="connsiteX715" fmla="*/ 3509713 w 4121770"/>
              <a:gd name="connsiteY715" fmla="*/ 1077329 h 3055696"/>
              <a:gd name="connsiteX716" fmla="*/ 3517532 w 4121770"/>
              <a:gd name="connsiteY716" fmla="*/ 1085149 h 3055696"/>
              <a:gd name="connsiteX717" fmla="*/ 3509713 w 4121770"/>
              <a:gd name="connsiteY717" fmla="*/ 1077329 h 3055696"/>
              <a:gd name="connsiteX718" fmla="*/ 921414 w 4121770"/>
              <a:gd name="connsiteY718" fmla="*/ 1077329 h 3055696"/>
              <a:gd name="connsiteX719" fmla="*/ 913594 w 4121770"/>
              <a:gd name="connsiteY719" fmla="*/ 1085149 h 3055696"/>
              <a:gd name="connsiteX720" fmla="*/ 929233 w 4121770"/>
              <a:gd name="connsiteY720" fmla="*/ 1108608 h 3055696"/>
              <a:gd name="connsiteX721" fmla="*/ 921414 w 4121770"/>
              <a:gd name="connsiteY721" fmla="*/ 1077329 h 3055696"/>
              <a:gd name="connsiteX722" fmla="*/ 1150346 w 4121770"/>
              <a:gd name="connsiteY722" fmla="*/ 1075150 h 3055696"/>
              <a:gd name="connsiteX723" fmla="*/ 1140038 w 4121770"/>
              <a:gd name="connsiteY723" fmla="*/ 1125550 h 3055696"/>
              <a:gd name="connsiteX724" fmla="*/ 1172619 w 4121770"/>
              <a:gd name="connsiteY724" fmla="*/ 1076677 h 3055696"/>
              <a:gd name="connsiteX725" fmla="*/ 1150346 w 4121770"/>
              <a:gd name="connsiteY725" fmla="*/ 1075150 h 3055696"/>
              <a:gd name="connsiteX726" fmla="*/ 694645 w 4121770"/>
              <a:gd name="connsiteY726" fmla="*/ 1068206 h 3055696"/>
              <a:gd name="connsiteX727" fmla="*/ 711587 w 4121770"/>
              <a:gd name="connsiteY727" fmla="*/ 1100788 h 3055696"/>
              <a:gd name="connsiteX728" fmla="*/ 694645 w 4121770"/>
              <a:gd name="connsiteY728" fmla="*/ 1068206 h 3055696"/>
              <a:gd name="connsiteX729" fmla="*/ 1298566 w 4121770"/>
              <a:gd name="connsiteY729" fmla="*/ 1066345 h 3055696"/>
              <a:gd name="connsiteX730" fmla="*/ 1294057 w 4121770"/>
              <a:gd name="connsiteY730" fmla="*/ 1117731 h 3055696"/>
              <a:gd name="connsiteX731" fmla="*/ 1318354 w 4121770"/>
              <a:gd name="connsiteY731" fmla="*/ 1109586 h 3055696"/>
              <a:gd name="connsiteX732" fmla="*/ 1298566 w 4121770"/>
              <a:gd name="connsiteY732" fmla="*/ 1066345 h 3055696"/>
              <a:gd name="connsiteX733" fmla="*/ 3550114 w 4121770"/>
              <a:gd name="connsiteY733" fmla="*/ 1060386 h 3055696"/>
              <a:gd name="connsiteX734" fmla="*/ 3525352 w 4121770"/>
              <a:gd name="connsiteY734" fmla="*/ 1077329 h 3055696"/>
              <a:gd name="connsiteX735" fmla="*/ 3550114 w 4121770"/>
              <a:gd name="connsiteY735" fmla="*/ 1077329 h 3055696"/>
              <a:gd name="connsiteX736" fmla="*/ 3550114 w 4121770"/>
              <a:gd name="connsiteY736" fmla="*/ 1060386 h 3055696"/>
              <a:gd name="connsiteX737" fmla="*/ 1536558 w 4121770"/>
              <a:gd name="connsiteY737" fmla="*/ 1060386 h 3055696"/>
              <a:gd name="connsiteX738" fmla="*/ 1528739 w 4121770"/>
              <a:gd name="connsiteY738" fmla="*/ 1077329 h 3055696"/>
              <a:gd name="connsiteX739" fmla="*/ 1544378 w 4121770"/>
              <a:gd name="connsiteY739" fmla="*/ 1077329 h 3055696"/>
              <a:gd name="connsiteX740" fmla="*/ 1536558 w 4121770"/>
              <a:gd name="connsiteY740" fmla="*/ 1060386 h 3055696"/>
              <a:gd name="connsiteX741" fmla="*/ 3146513 w 4121770"/>
              <a:gd name="connsiteY741" fmla="*/ 1058312 h 3055696"/>
              <a:gd name="connsiteX742" fmla="*/ 3178029 w 4121770"/>
              <a:gd name="connsiteY742" fmla="*/ 1125811 h 3055696"/>
              <a:gd name="connsiteX743" fmla="*/ 3169884 w 4121770"/>
              <a:gd name="connsiteY743" fmla="*/ 1061168 h 3055696"/>
              <a:gd name="connsiteX744" fmla="*/ 3146513 w 4121770"/>
              <a:gd name="connsiteY744" fmla="*/ 1058312 h 3055696"/>
              <a:gd name="connsiteX745" fmla="*/ 2288547 w 4121770"/>
              <a:gd name="connsiteY745" fmla="*/ 1052567 h 3055696"/>
              <a:gd name="connsiteX746" fmla="*/ 2271604 w 4121770"/>
              <a:gd name="connsiteY746" fmla="*/ 1052567 h 3055696"/>
              <a:gd name="connsiteX747" fmla="*/ 2271604 w 4121770"/>
              <a:gd name="connsiteY747" fmla="*/ 1068206 h 3055696"/>
              <a:gd name="connsiteX748" fmla="*/ 2288547 w 4121770"/>
              <a:gd name="connsiteY748" fmla="*/ 1052567 h 3055696"/>
              <a:gd name="connsiteX749" fmla="*/ 1254985 w 4121770"/>
              <a:gd name="connsiteY749" fmla="*/ 1044771 h 3055696"/>
              <a:gd name="connsiteX750" fmla="*/ 1253227 w 4121770"/>
              <a:gd name="connsiteY750" fmla="*/ 1068207 h 3055696"/>
              <a:gd name="connsiteX751" fmla="*/ 1269388 w 4121770"/>
              <a:gd name="connsiteY751" fmla="*/ 1060126 h 3055696"/>
              <a:gd name="connsiteX752" fmla="*/ 1263454 w 4121770"/>
              <a:gd name="connsiteY752" fmla="*/ 1045481 h 3055696"/>
              <a:gd name="connsiteX753" fmla="*/ 1254985 w 4121770"/>
              <a:gd name="connsiteY753" fmla="*/ 1044771 h 3055696"/>
              <a:gd name="connsiteX754" fmla="*/ 2175162 w 4121770"/>
              <a:gd name="connsiteY754" fmla="*/ 1044747 h 3055696"/>
              <a:gd name="connsiteX755" fmla="*/ 2166690 w 4121770"/>
              <a:gd name="connsiteY755" fmla="*/ 1044747 h 3055696"/>
              <a:gd name="connsiteX756" fmla="*/ 2158219 w 4121770"/>
              <a:gd name="connsiteY756" fmla="*/ 1060386 h 3055696"/>
              <a:gd name="connsiteX757" fmla="*/ 2175162 w 4121770"/>
              <a:gd name="connsiteY757" fmla="*/ 1060386 h 3055696"/>
              <a:gd name="connsiteX758" fmla="*/ 2175162 w 4121770"/>
              <a:gd name="connsiteY758" fmla="*/ 1044747 h 3055696"/>
              <a:gd name="connsiteX759" fmla="*/ 295191 w 4121770"/>
              <a:gd name="connsiteY759" fmla="*/ 1002391 h 3055696"/>
              <a:gd name="connsiteX760" fmla="*/ 283071 w 4121770"/>
              <a:gd name="connsiteY760" fmla="*/ 1019985 h 3055696"/>
              <a:gd name="connsiteX761" fmla="*/ 299232 w 4121770"/>
              <a:gd name="connsiteY761" fmla="*/ 1027805 h 3055696"/>
              <a:gd name="connsiteX762" fmla="*/ 307312 w 4121770"/>
              <a:gd name="connsiteY762" fmla="*/ 1019985 h 3055696"/>
              <a:gd name="connsiteX763" fmla="*/ 295191 w 4121770"/>
              <a:gd name="connsiteY763" fmla="*/ 1002391 h 3055696"/>
              <a:gd name="connsiteX764" fmla="*/ 1043270 w 4121770"/>
              <a:gd name="connsiteY764" fmla="*/ 996526 h 3055696"/>
              <a:gd name="connsiteX765" fmla="*/ 1051415 w 4121770"/>
              <a:gd name="connsiteY765" fmla="*/ 1036349 h 3055696"/>
              <a:gd name="connsiteX766" fmla="*/ 1043270 w 4121770"/>
              <a:gd name="connsiteY766" fmla="*/ 996526 h 3055696"/>
              <a:gd name="connsiteX767" fmla="*/ 1422740 w 4121770"/>
              <a:gd name="connsiteY767" fmla="*/ 995657 h 3055696"/>
              <a:gd name="connsiteX768" fmla="*/ 1430994 w 4121770"/>
              <a:gd name="connsiteY768" fmla="*/ 1036927 h 3055696"/>
              <a:gd name="connsiteX769" fmla="*/ 1422740 w 4121770"/>
              <a:gd name="connsiteY769" fmla="*/ 995657 h 3055696"/>
              <a:gd name="connsiteX770" fmla="*/ 711587 w 4121770"/>
              <a:gd name="connsiteY770" fmla="*/ 979583 h 3055696"/>
              <a:gd name="connsiteX771" fmla="*/ 719406 w 4121770"/>
              <a:gd name="connsiteY771" fmla="*/ 1019985 h 3055696"/>
              <a:gd name="connsiteX772" fmla="*/ 711587 w 4121770"/>
              <a:gd name="connsiteY772" fmla="*/ 979583 h 3055696"/>
              <a:gd name="connsiteX773" fmla="*/ 897303 w 4121770"/>
              <a:gd name="connsiteY773" fmla="*/ 971764 h 3055696"/>
              <a:gd name="connsiteX774" fmla="*/ 888832 w 4121770"/>
              <a:gd name="connsiteY774" fmla="*/ 971764 h 3055696"/>
              <a:gd name="connsiteX775" fmla="*/ 888832 w 4121770"/>
              <a:gd name="connsiteY775" fmla="*/ 987403 h 3055696"/>
              <a:gd name="connsiteX776" fmla="*/ 897303 w 4121770"/>
              <a:gd name="connsiteY776" fmla="*/ 979583 h 3055696"/>
              <a:gd name="connsiteX777" fmla="*/ 897303 w 4121770"/>
              <a:gd name="connsiteY777" fmla="*/ 971764 h 3055696"/>
              <a:gd name="connsiteX778" fmla="*/ 2118668 w 4121770"/>
              <a:gd name="connsiteY778" fmla="*/ 966510 h 3055696"/>
              <a:gd name="connsiteX779" fmla="*/ 2110650 w 4121770"/>
              <a:gd name="connsiteY779" fmla="*/ 987403 h 3055696"/>
              <a:gd name="connsiteX780" fmla="*/ 2126941 w 4121770"/>
              <a:gd name="connsiteY780" fmla="*/ 971764 h 3055696"/>
              <a:gd name="connsiteX781" fmla="*/ 2118668 w 4121770"/>
              <a:gd name="connsiteY781" fmla="*/ 966510 h 3055696"/>
              <a:gd name="connsiteX782" fmla="*/ 1834873 w 4121770"/>
              <a:gd name="connsiteY782" fmla="*/ 956124 h 3055696"/>
              <a:gd name="connsiteX783" fmla="*/ 1794439 w 4121770"/>
              <a:gd name="connsiteY783" fmla="*/ 964204 h 3055696"/>
              <a:gd name="connsiteX784" fmla="*/ 1754004 w 4121770"/>
              <a:gd name="connsiteY784" fmla="*/ 980365 h 3055696"/>
              <a:gd name="connsiteX785" fmla="*/ 1713569 w 4121770"/>
              <a:gd name="connsiteY785" fmla="*/ 1012686 h 3055696"/>
              <a:gd name="connsiteX786" fmla="*/ 1681221 w 4121770"/>
              <a:gd name="connsiteY786" fmla="*/ 1069248 h 3055696"/>
              <a:gd name="connsiteX787" fmla="*/ 1681221 w 4121770"/>
              <a:gd name="connsiteY787" fmla="*/ 1125811 h 3055696"/>
              <a:gd name="connsiteX788" fmla="*/ 1705482 w 4121770"/>
              <a:gd name="connsiteY788" fmla="*/ 1182372 h 3055696"/>
              <a:gd name="connsiteX789" fmla="*/ 1737830 w 4121770"/>
              <a:gd name="connsiteY789" fmla="*/ 1182372 h 3055696"/>
              <a:gd name="connsiteX790" fmla="*/ 1754004 w 4121770"/>
              <a:gd name="connsiteY790" fmla="*/ 1214693 h 3055696"/>
              <a:gd name="connsiteX791" fmla="*/ 1778265 w 4121770"/>
              <a:gd name="connsiteY791" fmla="*/ 1206614 h 3055696"/>
              <a:gd name="connsiteX792" fmla="*/ 1802526 w 4121770"/>
              <a:gd name="connsiteY792" fmla="*/ 1238935 h 3055696"/>
              <a:gd name="connsiteX793" fmla="*/ 1867222 w 4121770"/>
              <a:gd name="connsiteY793" fmla="*/ 1238935 h 3055696"/>
              <a:gd name="connsiteX794" fmla="*/ 1964265 w 4121770"/>
              <a:gd name="connsiteY794" fmla="*/ 1214693 h 3055696"/>
              <a:gd name="connsiteX795" fmla="*/ 1964265 w 4121770"/>
              <a:gd name="connsiteY795" fmla="*/ 1133891 h 3055696"/>
              <a:gd name="connsiteX796" fmla="*/ 1980439 w 4121770"/>
              <a:gd name="connsiteY796" fmla="*/ 1109650 h 3055696"/>
              <a:gd name="connsiteX797" fmla="*/ 1964265 w 4121770"/>
              <a:gd name="connsiteY797" fmla="*/ 1101570 h 3055696"/>
              <a:gd name="connsiteX798" fmla="*/ 1948091 w 4121770"/>
              <a:gd name="connsiteY798" fmla="*/ 1020767 h 3055696"/>
              <a:gd name="connsiteX799" fmla="*/ 1923830 w 4121770"/>
              <a:gd name="connsiteY799" fmla="*/ 996525 h 3055696"/>
              <a:gd name="connsiteX800" fmla="*/ 1923830 w 4121770"/>
              <a:gd name="connsiteY800" fmla="*/ 972285 h 3055696"/>
              <a:gd name="connsiteX801" fmla="*/ 1907656 w 4121770"/>
              <a:gd name="connsiteY801" fmla="*/ 988446 h 3055696"/>
              <a:gd name="connsiteX802" fmla="*/ 1834873 w 4121770"/>
              <a:gd name="connsiteY802" fmla="*/ 956124 h 3055696"/>
              <a:gd name="connsiteX803" fmla="*/ 1651200 w 4121770"/>
              <a:gd name="connsiteY803" fmla="*/ 944599 h 3055696"/>
              <a:gd name="connsiteX804" fmla="*/ 1633187 w 4121770"/>
              <a:gd name="connsiteY804" fmla="*/ 980235 h 3055696"/>
              <a:gd name="connsiteX805" fmla="*/ 1681222 w 4121770"/>
              <a:gd name="connsiteY805" fmla="*/ 963944 h 3055696"/>
              <a:gd name="connsiteX806" fmla="*/ 1651200 w 4121770"/>
              <a:gd name="connsiteY806" fmla="*/ 944599 h 3055696"/>
              <a:gd name="connsiteX807" fmla="*/ 2142579 w 4121770"/>
              <a:gd name="connsiteY807" fmla="*/ 931363 h 3055696"/>
              <a:gd name="connsiteX808" fmla="*/ 2134760 w 4121770"/>
              <a:gd name="connsiteY808" fmla="*/ 931363 h 3055696"/>
              <a:gd name="connsiteX809" fmla="*/ 2134760 w 4121770"/>
              <a:gd name="connsiteY809" fmla="*/ 947002 h 3055696"/>
              <a:gd name="connsiteX810" fmla="*/ 2150399 w 4121770"/>
              <a:gd name="connsiteY810" fmla="*/ 939183 h 3055696"/>
              <a:gd name="connsiteX811" fmla="*/ 2142579 w 4121770"/>
              <a:gd name="connsiteY811" fmla="*/ 931363 h 3055696"/>
              <a:gd name="connsiteX812" fmla="*/ 3646991 w 4121770"/>
              <a:gd name="connsiteY812" fmla="*/ 931363 h 3055696"/>
              <a:gd name="connsiteX813" fmla="*/ 3638736 w 4121770"/>
              <a:gd name="connsiteY813" fmla="*/ 947002 h 3055696"/>
              <a:gd name="connsiteX814" fmla="*/ 3655245 w 4121770"/>
              <a:gd name="connsiteY814" fmla="*/ 947002 h 3055696"/>
              <a:gd name="connsiteX815" fmla="*/ 3646991 w 4121770"/>
              <a:gd name="connsiteY815" fmla="*/ 931363 h 3055696"/>
              <a:gd name="connsiteX816" fmla="*/ 1447936 w 4121770"/>
              <a:gd name="connsiteY816" fmla="*/ 923543 h 3055696"/>
              <a:gd name="connsiteX817" fmla="*/ 1447936 w 4121770"/>
              <a:gd name="connsiteY817" fmla="*/ 939182 h 3055696"/>
              <a:gd name="connsiteX818" fmla="*/ 1463575 w 4121770"/>
              <a:gd name="connsiteY818" fmla="*/ 931363 h 3055696"/>
              <a:gd name="connsiteX819" fmla="*/ 1447936 w 4121770"/>
              <a:gd name="connsiteY819" fmla="*/ 923543 h 3055696"/>
              <a:gd name="connsiteX820" fmla="*/ 64513 w 4121770"/>
              <a:gd name="connsiteY820" fmla="*/ 922794 h 3055696"/>
              <a:gd name="connsiteX821" fmla="*/ 48439 w 4121770"/>
              <a:gd name="connsiteY821" fmla="*/ 939965 h 3055696"/>
              <a:gd name="connsiteX822" fmla="*/ 80586 w 4121770"/>
              <a:gd name="connsiteY822" fmla="*/ 948045 h 3055696"/>
              <a:gd name="connsiteX823" fmla="*/ 64513 w 4121770"/>
              <a:gd name="connsiteY823" fmla="*/ 922794 h 3055696"/>
              <a:gd name="connsiteX824" fmla="*/ 1949044 w 4121770"/>
              <a:gd name="connsiteY824" fmla="*/ 921589 h 3055696"/>
              <a:gd name="connsiteX825" fmla="*/ 1932753 w 4121770"/>
              <a:gd name="connsiteY825" fmla="*/ 939183 h 3055696"/>
              <a:gd name="connsiteX826" fmla="*/ 1965335 w 4121770"/>
              <a:gd name="connsiteY826" fmla="*/ 939183 h 3055696"/>
              <a:gd name="connsiteX827" fmla="*/ 1949044 w 4121770"/>
              <a:gd name="connsiteY827" fmla="*/ 921589 h 3055696"/>
              <a:gd name="connsiteX828" fmla="*/ 2300642 w 4121770"/>
              <a:gd name="connsiteY828" fmla="*/ 913982 h 3055696"/>
              <a:gd name="connsiteX829" fmla="*/ 2288546 w 4121770"/>
              <a:gd name="connsiteY829" fmla="*/ 939183 h 3055696"/>
              <a:gd name="connsiteX830" fmla="*/ 2312005 w 4121770"/>
              <a:gd name="connsiteY830" fmla="*/ 914746 h 3055696"/>
              <a:gd name="connsiteX831" fmla="*/ 2300642 w 4121770"/>
              <a:gd name="connsiteY831" fmla="*/ 913982 h 3055696"/>
              <a:gd name="connsiteX832" fmla="*/ 3177812 w 4121770"/>
              <a:gd name="connsiteY832" fmla="*/ 906600 h 3055696"/>
              <a:gd name="connsiteX833" fmla="*/ 3186066 w 4121770"/>
              <a:gd name="connsiteY833" fmla="*/ 923543 h 3055696"/>
              <a:gd name="connsiteX834" fmla="*/ 3177812 w 4121770"/>
              <a:gd name="connsiteY834" fmla="*/ 906600 h 3055696"/>
              <a:gd name="connsiteX835" fmla="*/ 3867848 w 4121770"/>
              <a:gd name="connsiteY835" fmla="*/ 898153 h 3055696"/>
              <a:gd name="connsiteX836" fmla="*/ 3832924 w 4121770"/>
              <a:gd name="connsiteY836" fmla="*/ 915165 h 3055696"/>
              <a:gd name="connsiteX837" fmla="*/ 3896785 w 4121770"/>
              <a:gd name="connsiteY837" fmla="*/ 923171 h 3055696"/>
              <a:gd name="connsiteX838" fmla="*/ 3867848 w 4121770"/>
              <a:gd name="connsiteY838" fmla="*/ 898153 h 3055696"/>
              <a:gd name="connsiteX839" fmla="*/ 965106 w 4121770"/>
              <a:gd name="connsiteY839" fmla="*/ 898031 h 3055696"/>
              <a:gd name="connsiteX840" fmla="*/ 962076 w 4121770"/>
              <a:gd name="connsiteY840" fmla="*/ 915202 h 3055696"/>
              <a:gd name="connsiteX841" fmla="*/ 986317 w 4121770"/>
              <a:gd name="connsiteY841" fmla="*/ 923282 h 3055696"/>
              <a:gd name="connsiteX842" fmla="*/ 986317 w 4121770"/>
              <a:gd name="connsiteY842" fmla="*/ 899041 h 3055696"/>
              <a:gd name="connsiteX843" fmla="*/ 965106 w 4121770"/>
              <a:gd name="connsiteY843" fmla="*/ 898031 h 3055696"/>
              <a:gd name="connsiteX844" fmla="*/ 1723395 w 4121770"/>
              <a:gd name="connsiteY844" fmla="*/ 895991 h 3055696"/>
              <a:gd name="connsiteX845" fmla="*/ 1705984 w 4121770"/>
              <a:gd name="connsiteY845" fmla="*/ 915723 h 3055696"/>
              <a:gd name="connsiteX846" fmla="*/ 1730746 w 4121770"/>
              <a:gd name="connsiteY846" fmla="*/ 915723 h 3055696"/>
              <a:gd name="connsiteX847" fmla="*/ 1730746 w 4121770"/>
              <a:gd name="connsiteY847" fmla="*/ 899215 h 3055696"/>
              <a:gd name="connsiteX848" fmla="*/ 1723395 w 4121770"/>
              <a:gd name="connsiteY848" fmla="*/ 895991 h 3055696"/>
              <a:gd name="connsiteX849" fmla="*/ 2555065 w 4121770"/>
              <a:gd name="connsiteY849" fmla="*/ 883141 h 3055696"/>
              <a:gd name="connsiteX850" fmla="*/ 2555065 w 4121770"/>
              <a:gd name="connsiteY850" fmla="*/ 890961 h 3055696"/>
              <a:gd name="connsiteX851" fmla="*/ 2555065 w 4121770"/>
              <a:gd name="connsiteY851" fmla="*/ 883141 h 3055696"/>
              <a:gd name="connsiteX852" fmla="*/ 2619577 w 4121770"/>
              <a:gd name="connsiteY852" fmla="*/ 883141 h 3055696"/>
              <a:gd name="connsiteX853" fmla="*/ 2619577 w 4121770"/>
              <a:gd name="connsiteY853" fmla="*/ 890961 h 3055696"/>
              <a:gd name="connsiteX854" fmla="*/ 2619577 w 4121770"/>
              <a:gd name="connsiteY854" fmla="*/ 898781 h 3055696"/>
              <a:gd name="connsiteX855" fmla="*/ 2627397 w 4121770"/>
              <a:gd name="connsiteY855" fmla="*/ 898781 h 3055696"/>
              <a:gd name="connsiteX856" fmla="*/ 2619577 w 4121770"/>
              <a:gd name="connsiteY856" fmla="*/ 883141 h 3055696"/>
              <a:gd name="connsiteX857" fmla="*/ 2994390 w 4121770"/>
              <a:gd name="connsiteY857" fmla="*/ 882164 h 3055696"/>
              <a:gd name="connsiteX858" fmla="*/ 2991336 w 4121770"/>
              <a:gd name="connsiteY858" fmla="*/ 898781 h 3055696"/>
              <a:gd name="connsiteX859" fmla="*/ 2999481 w 4121770"/>
              <a:gd name="connsiteY859" fmla="*/ 906600 h 3055696"/>
              <a:gd name="connsiteX860" fmla="*/ 3015773 w 4121770"/>
              <a:gd name="connsiteY860" fmla="*/ 883141 h 3055696"/>
              <a:gd name="connsiteX861" fmla="*/ 2994390 w 4121770"/>
              <a:gd name="connsiteY861" fmla="*/ 882164 h 3055696"/>
              <a:gd name="connsiteX862" fmla="*/ 2514664 w 4121770"/>
              <a:gd name="connsiteY862" fmla="*/ 875322 h 3055696"/>
              <a:gd name="connsiteX863" fmla="*/ 2523136 w 4121770"/>
              <a:gd name="connsiteY863" fmla="*/ 890961 h 3055696"/>
              <a:gd name="connsiteX864" fmla="*/ 2514664 w 4121770"/>
              <a:gd name="connsiteY864" fmla="*/ 875322 h 3055696"/>
              <a:gd name="connsiteX865" fmla="*/ 2693318 w 4121770"/>
              <a:gd name="connsiteY865" fmla="*/ 872700 h 3055696"/>
              <a:gd name="connsiteX866" fmla="*/ 2668320 w 4121770"/>
              <a:gd name="connsiteY866" fmla="*/ 891080 h 3055696"/>
              <a:gd name="connsiteX867" fmla="*/ 2700641 w 4121770"/>
              <a:gd name="connsiteY867" fmla="*/ 947476 h 3055696"/>
              <a:gd name="connsiteX868" fmla="*/ 2716801 w 4121770"/>
              <a:gd name="connsiteY868" fmla="*/ 971646 h 3055696"/>
              <a:gd name="connsiteX869" fmla="*/ 2732962 w 4121770"/>
              <a:gd name="connsiteY869" fmla="*/ 971646 h 3055696"/>
              <a:gd name="connsiteX870" fmla="*/ 2765283 w 4121770"/>
              <a:gd name="connsiteY870" fmla="*/ 1019985 h 3055696"/>
              <a:gd name="connsiteX871" fmla="*/ 2805684 w 4121770"/>
              <a:gd name="connsiteY871" fmla="*/ 987759 h 3055696"/>
              <a:gd name="connsiteX872" fmla="*/ 2741042 w 4121770"/>
              <a:gd name="connsiteY872" fmla="*/ 947476 h 3055696"/>
              <a:gd name="connsiteX873" fmla="*/ 2693318 w 4121770"/>
              <a:gd name="connsiteY873" fmla="*/ 872700 h 3055696"/>
              <a:gd name="connsiteX874" fmla="*/ 1925659 w 4121770"/>
              <a:gd name="connsiteY874" fmla="*/ 864571 h 3055696"/>
              <a:gd name="connsiteX875" fmla="*/ 1924498 w 4121770"/>
              <a:gd name="connsiteY875" fmla="*/ 883142 h 3055696"/>
              <a:gd name="connsiteX876" fmla="*/ 1932753 w 4121770"/>
              <a:gd name="connsiteY876" fmla="*/ 866634 h 3055696"/>
              <a:gd name="connsiteX877" fmla="*/ 1925659 w 4121770"/>
              <a:gd name="connsiteY877" fmla="*/ 864571 h 3055696"/>
              <a:gd name="connsiteX878" fmla="*/ 2756855 w 4121770"/>
              <a:gd name="connsiteY878" fmla="*/ 850560 h 3055696"/>
              <a:gd name="connsiteX879" fmla="*/ 2748601 w 4121770"/>
              <a:gd name="connsiteY879" fmla="*/ 867069 h 3055696"/>
              <a:gd name="connsiteX880" fmla="*/ 2765109 w 4121770"/>
              <a:gd name="connsiteY880" fmla="*/ 875323 h 3055696"/>
              <a:gd name="connsiteX881" fmla="*/ 2773364 w 4121770"/>
              <a:gd name="connsiteY881" fmla="*/ 858814 h 3055696"/>
              <a:gd name="connsiteX882" fmla="*/ 2756855 w 4121770"/>
              <a:gd name="connsiteY882" fmla="*/ 850560 h 3055696"/>
              <a:gd name="connsiteX883" fmla="*/ 2060799 w 4121770"/>
              <a:gd name="connsiteY883" fmla="*/ 848605 h 3055696"/>
              <a:gd name="connsiteX884" fmla="*/ 2053957 w 4121770"/>
              <a:gd name="connsiteY884" fmla="*/ 850560 h 3055696"/>
              <a:gd name="connsiteX885" fmla="*/ 2061776 w 4121770"/>
              <a:gd name="connsiteY885" fmla="*/ 858380 h 3055696"/>
              <a:gd name="connsiteX886" fmla="*/ 2060799 w 4121770"/>
              <a:gd name="connsiteY886" fmla="*/ 848605 h 3055696"/>
              <a:gd name="connsiteX887" fmla="*/ 2442333 w 4121770"/>
              <a:gd name="connsiteY887" fmla="*/ 842740 h 3055696"/>
              <a:gd name="connsiteX888" fmla="*/ 2434078 w 4121770"/>
              <a:gd name="connsiteY888" fmla="*/ 866199 h 3055696"/>
              <a:gd name="connsiteX889" fmla="*/ 2442333 w 4121770"/>
              <a:gd name="connsiteY889" fmla="*/ 842740 h 3055696"/>
              <a:gd name="connsiteX890" fmla="*/ 2161737 w 4121770"/>
              <a:gd name="connsiteY890" fmla="*/ 839978 h 3055696"/>
              <a:gd name="connsiteX891" fmla="*/ 2182691 w 4121770"/>
              <a:gd name="connsiteY891" fmla="*/ 899302 h 3055696"/>
              <a:gd name="connsiteX892" fmla="*/ 2182691 w 4121770"/>
              <a:gd name="connsiteY892" fmla="*/ 850820 h 3055696"/>
              <a:gd name="connsiteX893" fmla="*/ 2161737 w 4121770"/>
              <a:gd name="connsiteY893" fmla="*/ 839978 h 3055696"/>
              <a:gd name="connsiteX894" fmla="*/ 2773363 w 4121770"/>
              <a:gd name="connsiteY894" fmla="*/ 834921 h 3055696"/>
              <a:gd name="connsiteX895" fmla="*/ 2765543 w 4121770"/>
              <a:gd name="connsiteY895" fmla="*/ 834921 h 3055696"/>
              <a:gd name="connsiteX896" fmla="*/ 2757724 w 4121770"/>
              <a:gd name="connsiteY896" fmla="*/ 834921 h 3055696"/>
              <a:gd name="connsiteX897" fmla="*/ 2757724 w 4121770"/>
              <a:gd name="connsiteY897" fmla="*/ 842740 h 3055696"/>
              <a:gd name="connsiteX898" fmla="*/ 2760656 w 4121770"/>
              <a:gd name="connsiteY898" fmla="*/ 842740 h 3055696"/>
              <a:gd name="connsiteX899" fmla="*/ 2764566 w 4121770"/>
              <a:gd name="connsiteY899" fmla="*/ 842740 h 3055696"/>
              <a:gd name="connsiteX900" fmla="*/ 2765543 w 4121770"/>
              <a:gd name="connsiteY900" fmla="*/ 842740 h 3055696"/>
              <a:gd name="connsiteX901" fmla="*/ 2773363 w 4121770"/>
              <a:gd name="connsiteY901" fmla="*/ 842740 h 3055696"/>
              <a:gd name="connsiteX902" fmla="*/ 2773363 w 4121770"/>
              <a:gd name="connsiteY902" fmla="*/ 834921 h 3055696"/>
              <a:gd name="connsiteX903" fmla="*/ 1711921 w 4121770"/>
              <a:gd name="connsiteY903" fmla="*/ 833128 h 3055696"/>
              <a:gd name="connsiteX904" fmla="*/ 1673401 w 4121770"/>
              <a:gd name="connsiteY904" fmla="*/ 866459 h 3055696"/>
              <a:gd name="connsiteX905" fmla="*/ 1738275 w 4121770"/>
              <a:gd name="connsiteY905" fmla="*/ 866459 h 3055696"/>
              <a:gd name="connsiteX906" fmla="*/ 1711921 w 4121770"/>
              <a:gd name="connsiteY906" fmla="*/ 833128 h 3055696"/>
              <a:gd name="connsiteX907" fmla="*/ 2988485 w 4121770"/>
              <a:gd name="connsiteY907" fmla="*/ 827915 h 3055696"/>
              <a:gd name="connsiteX908" fmla="*/ 2983190 w 4121770"/>
              <a:gd name="connsiteY908" fmla="*/ 834269 h 3055696"/>
              <a:gd name="connsiteX909" fmla="*/ 2991662 w 4121770"/>
              <a:gd name="connsiteY909" fmla="*/ 842740 h 3055696"/>
              <a:gd name="connsiteX910" fmla="*/ 3000133 w 4121770"/>
              <a:gd name="connsiteY910" fmla="*/ 834269 h 3055696"/>
              <a:gd name="connsiteX911" fmla="*/ 2988485 w 4121770"/>
              <a:gd name="connsiteY911" fmla="*/ 827915 h 3055696"/>
              <a:gd name="connsiteX912" fmla="*/ 4015762 w 4121770"/>
              <a:gd name="connsiteY912" fmla="*/ 827860 h 3055696"/>
              <a:gd name="connsiteX913" fmla="*/ 4010603 w 4121770"/>
              <a:gd name="connsiteY913" fmla="*/ 834051 h 3055696"/>
              <a:gd name="connsiteX914" fmla="*/ 4018858 w 4121770"/>
              <a:gd name="connsiteY914" fmla="*/ 850560 h 3055696"/>
              <a:gd name="connsiteX915" fmla="*/ 4027112 w 4121770"/>
              <a:gd name="connsiteY915" fmla="*/ 834051 h 3055696"/>
              <a:gd name="connsiteX916" fmla="*/ 4015762 w 4121770"/>
              <a:gd name="connsiteY916" fmla="*/ 827860 h 3055696"/>
              <a:gd name="connsiteX917" fmla="*/ 1487438 w 4121770"/>
              <a:gd name="connsiteY917" fmla="*/ 827521 h 3055696"/>
              <a:gd name="connsiteX918" fmla="*/ 1463575 w 4121770"/>
              <a:gd name="connsiteY918" fmla="*/ 850125 h 3055696"/>
              <a:gd name="connsiteX919" fmla="*/ 1495897 w 4121770"/>
              <a:gd name="connsiteY919" fmla="*/ 834051 h 3055696"/>
              <a:gd name="connsiteX920" fmla="*/ 1487438 w 4121770"/>
              <a:gd name="connsiteY920" fmla="*/ 827521 h 3055696"/>
              <a:gd name="connsiteX921" fmla="*/ 994397 w 4121770"/>
              <a:gd name="connsiteY921" fmla="*/ 825797 h 3055696"/>
              <a:gd name="connsiteX922" fmla="*/ 994397 w 4121770"/>
              <a:gd name="connsiteY922" fmla="*/ 842740 h 3055696"/>
              <a:gd name="connsiteX923" fmla="*/ 1019160 w 4121770"/>
              <a:gd name="connsiteY923" fmla="*/ 834269 h 3055696"/>
              <a:gd name="connsiteX924" fmla="*/ 994397 w 4121770"/>
              <a:gd name="connsiteY924" fmla="*/ 825797 h 3055696"/>
              <a:gd name="connsiteX925" fmla="*/ 1317609 w 4121770"/>
              <a:gd name="connsiteY925" fmla="*/ 817978 h 3055696"/>
              <a:gd name="connsiteX926" fmla="*/ 1317609 w 4121770"/>
              <a:gd name="connsiteY926" fmla="*/ 834920 h 3055696"/>
              <a:gd name="connsiteX927" fmla="*/ 1325428 w 4121770"/>
              <a:gd name="connsiteY927" fmla="*/ 834920 h 3055696"/>
              <a:gd name="connsiteX928" fmla="*/ 1317609 w 4121770"/>
              <a:gd name="connsiteY928" fmla="*/ 817978 h 3055696"/>
              <a:gd name="connsiteX929" fmla="*/ 225195 w 4121770"/>
              <a:gd name="connsiteY929" fmla="*/ 814502 h 3055696"/>
              <a:gd name="connsiteX930" fmla="*/ 210262 w 4121770"/>
              <a:gd name="connsiteY930" fmla="*/ 859103 h 3055696"/>
              <a:gd name="connsiteX931" fmla="*/ 258049 w 4121770"/>
              <a:gd name="connsiteY931" fmla="*/ 842885 h 3055696"/>
              <a:gd name="connsiteX932" fmla="*/ 225195 w 4121770"/>
              <a:gd name="connsiteY932" fmla="*/ 814502 h 3055696"/>
              <a:gd name="connsiteX933" fmla="*/ 2175162 w 4121770"/>
              <a:gd name="connsiteY933" fmla="*/ 810158 h 3055696"/>
              <a:gd name="connsiteX934" fmla="*/ 2150725 w 4121770"/>
              <a:gd name="connsiteY934" fmla="*/ 834921 h 3055696"/>
              <a:gd name="connsiteX935" fmla="*/ 2175162 w 4121770"/>
              <a:gd name="connsiteY935" fmla="*/ 818412 h 3055696"/>
              <a:gd name="connsiteX936" fmla="*/ 2175162 w 4121770"/>
              <a:gd name="connsiteY936" fmla="*/ 810158 h 3055696"/>
              <a:gd name="connsiteX937" fmla="*/ 2080450 w 4121770"/>
              <a:gd name="connsiteY937" fmla="*/ 808204 h 3055696"/>
              <a:gd name="connsiteX938" fmla="*/ 2078068 w 4121770"/>
              <a:gd name="connsiteY938" fmla="*/ 825797 h 3055696"/>
              <a:gd name="connsiteX939" fmla="*/ 2086539 w 4121770"/>
              <a:gd name="connsiteY939" fmla="*/ 810158 h 3055696"/>
              <a:gd name="connsiteX940" fmla="*/ 2080450 w 4121770"/>
              <a:gd name="connsiteY940" fmla="*/ 808204 h 3055696"/>
              <a:gd name="connsiteX941" fmla="*/ 2870457 w 4121770"/>
              <a:gd name="connsiteY941" fmla="*/ 805760 h 3055696"/>
              <a:gd name="connsiteX942" fmla="*/ 2846509 w 4121770"/>
              <a:gd name="connsiteY942" fmla="*/ 826123 h 3055696"/>
              <a:gd name="connsiteX943" fmla="*/ 2894405 w 4121770"/>
              <a:gd name="connsiteY943" fmla="*/ 834269 h 3055696"/>
              <a:gd name="connsiteX944" fmla="*/ 2870457 w 4121770"/>
              <a:gd name="connsiteY944" fmla="*/ 805760 h 3055696"/>
              <a:gd name="connsiteX945" fmla="*/ 2255964 w 4121770"/>
              <a:gd name="connsiteY945" fmla="*/ 794519 h 3055696"/>
              <a:gd name="connsiteX946" fmla="*/ 2263784 w 4121770"/>
              <a:gd name="connsiteY946" fmla="*/ 810158 h 3055696"/>
              <a:gd name="connsiteX947" fmla="*/ 2255964 w 4121770"/>
              <a:gd name="connsiteY947" fmla="*/ 794519 h 3055696"/>
              <a:gd name="connsiteX948" fmla="*/ 2757073 w 4121770"/>
              <a:gd name="connsiteY948" fmla="*/ 794519 h 3055696"/>
              <a:gd name="connsiteX949" fmla="*/ 2748601 w 4121770"/>
              <a:gd name="connsiteY949" fmla="*/ 802339 h 3055696"/>
              <a:gd name="connsiteX950" fmla="*/ 2765544 w 4121770"/>
              <a:gd name="connsiteY950" fmla="*/ 802339 h 3055696"/>
              <a:gd name="connsiteX951" fmla="*/ 2757073 w 4121770"/>
              <a:gd name="connsiteY951" fmla="*/ 794519 h 3055696"/>
              <a:gd name="connsiteX952" fmla="*/ 1012559 w 4121770"/>
              <a:gd name="connsiteY952" fmla="*/ 786280 h 3055696"/>
              <a:gd name="connsiteX953" fmla="*/ 986741 w 4121770"/>
              <a:gd name="connsiteY953" fmla="*/ 818537 h 3055696"/>
              <a:gd name="connsiteX954" fmla="*/ 1026653 w 4121770"/>
              <a:gd name="connsiteY954" fmla="*/ 793960 h 3055696"/>
              <a:gd name="connsiteX955" fmla="*/ 1012559 w 4121770"/>
              <a:gd name="connsiteY955" fmla="*/ 786280 h 3055696"/>
              <a:gd name="connsiteX956" fmla="*/ 1762676 w 4121770"/>
              <a:gd name="connsiteY956" fmla="*/ 785396 h 3055696"/>
              <a:gd name="connsiteX957" fmla="*/ 1762676 w 4121770"/>
              <a:gd name="connsiteY957" fmla="*/ 802339 h 3055696"/>
              <a:gd name="connsiteX958" fmla="*/ 1771147 w 4121770"/>
              <a:gd name="connsiteY958" fmla="*/ 802339 h 3055696"/>
              <a:gd name="connsiteX959" fmla="*/ 1762676 w 4121770"/>
              <a:gd name="connsiteY959" fmla="*/ 785396 h 3055696"/>
              <a:gd name="connsiteX960" fmla="*/ 2830312 w 4121770"/>
              <a:gd name="connsiteY960" fmla="*/ 782888 h 3055696"/>
              <a:gd name="connsiteX961" fmla="*/ 2838267 w 4121770"/>
              <a:gd name="connsiteY961" fmla="*/ 810159 h 3055696"/>
              <a:gd name="connsiteX962" fmla="*/ 2846347 w 4121770"/>
              <a:gd name="connsiteY962" fmla="*/ 785918 h 3055696"/>
              <a:gd name="connsiteX963" fmla="*/ 2830312 w 4121770"/>
              <a:gd name="connsiteY963" fmla="*/ 782888 h 3055696"/>
              <a:gd name="connsiteX964" fmla="*/ 1827622 w 4121770"/>
              <a:gd name="connsiteY964" fmla="*/ 777577 h 3055696"/>
              <a:gd name="connsiteX965" fmla="*/ 1835876 w 4121770"/>
              <a:gd name="connsiteY965" fmla="*/ 794520 h 3055696"/>
              <a:gd name="connsiteX966" fmla="*/ 1827622 w 4121770"/>
              <a:gd name="connsiteY966" fmla="*/ 777577 h 3055696"/>
              <a:gd name="connsiteX967" fmla="*/ 2385514 w 4121770"/>
              <a:gd name="connsiteY967" fmla="*/ 777207 h 3055696"/>
              <a:gd name="connsiteX968" fmla="*/ 2377603 w 4121770"/>
              <a:gd name="connsiteY968" fmla="*/ 810159 h 3055696"/>
              <a:gd name="connsiteX969" fmla="*/ 2401713 w 4121770"/>
              <a:gd name="connsiteY969" fmla="*/ 810159 h 3055696"/>
              <a:gd name="connsiteX970" fmla="*/ 2401713 w 4121770"/>
              <a:gd name="connsiteY970" fmla="*/ 777837 h 3055696"/>
              <a:gd name="connsiteX971" fmla="*/ 2385514 w 4121770"/>
              <a:gd name="connsiteY971" fmla="*/ 777207 h 3055696"/>
              <a:gd name="connsiteX972" fmla="*/ 2953510 w 4121770"/>
              <a:gd name="connsiteY972" fmla="*/ 774529 h 3055696"/>
              <a:gd name="connsiteX973" fmla="*/ 2942789 w 4121770"/>
              <a:gd name="connsiteY973" fmla="*/ 778011 h 3055696"/>
              <a:gd name="connsiteX974" fmla="*/ 2959731 w 4121770"/>
              <a:gd name="connsiteY974" fmla="*/ 794520 h 3055696"/>
              <a:gd name="connsiteX975" fmla="*/ 2959731 w 4121770"/>
              <a:gd name="connsiteY975" fmla="*/ 778011 h 3055696"/>
              <a:gd name="connsiteX976" fmla="*/ 2953510 w 4121770"/>
              <a:gd name="connsiteY976" fmla="*/ 774529 h 3055696"/>
              <a:gd name="connsiteX977" fmla="*/ 2117963 w 4121770"/>
              <a:gd name="connsiteY977" fmla="*/ 763846 h 3055696"/>
              <a:gd name="connsiteX978" fmla="*/ 2094595 w 4121770"/>
              <a:gd name="connsiteY978" fmla="*/ 785515 h 3055696"/>
              <a:gd name="connsiteX979" fmla="*/ 2134879 w 4121770"/>
              <a:gd name="connsiteY979" fmla="*/ 817741 h 3055696"/>
              <a:gd name="connsiteX980" fmla="*/ 2117963 w 4121770"/>
              <a:gd name="connsiteY980" fmla="*/ 763846 h 3055696"/>
              <a:gd name="connsiteX981" fmla="*/ 748811 w 4121770"/>
              <a:gd name="connsiteY981" fmla="*/ 749892 h 3055696"/>
              <a:gd name="connsiteX982" fmla="*/ 744169 w 4121770"/>
              <a:gd name="connsiteY982" fmla="*/ 753466 h 3055696"/>
              <a:gd name="connsiteX983" fmla="*/ 744169 w 4121770"/>
              <a:gd name="connsiteY983" fmla="*/ 761937 h 3055696"/>
              <a:gd name="connsiteX984" fmla="*/ 759808 w 4121770"/>
              <a:gd name="connsiteY984" fmla="*/ 753466 h 3055696"/>
              <a:gd name="connsiteX985" fmla="*/ 751988 w 4121770"/>
              <a:gd name="connsiteY985" fmla="*/ 750289 h 3055696"/>
              <a:gd name="connsiteX986" fmla="*/ 748811 w 4121770"/>
              <a:gd name="connsiteY986" fmla="*/ 749892 h 3055696"/>
              <a:gd name="connsiteX987" fmla="*/ 2676487 w 4121770"/>
              <a:gd name="connsiteY987" fmla="*/ 744995 h 3055696"/>
              <a:gd name="connsiteX988" fmla="*/ 2668233 w 4121770"/>
              <a:gd name="connsiteY988" fmla="*/ 744995 h 3055696"/>
              <a:gd name="connsiteX989" fmla="*/ 2668233 w 4121770"/>
              <a:gd name="connsiteY989" fmla="*/ 761938 h 3055696"/>
              <a:gd name="connsiteX990" fmla="*/ 2676487 w 4121770"/>
              <a:gd name="connsiteY990" fmla="*/ 761938 h 3055696"/>
              <a:gd name="connsiteX991" fmla="*/ 2676487 w 4121770"/>
              <a:gd name="connsiteY991" fmla="*/ 744995 h 3055696"/>
              <a:gd name="connsiteX992" fmla="*/ 702244 w 4121770"/>
              <a:gd name="connsiteY992" fmla="*/ 743545 h 3055696"/>
              <a:gd name="connsiteX993" fmla="*/ 695427 w 4121770"/>
              <a:gd name="connsiteY993" fmla="*/ 769539 h 3055696"/>
              <a:gd name="connsiteX994" fmla="*/ 711587 w 4121770"/>
              <a:gd name="connsiteY994" fmla="*/ 753466 h 3055696"/>
              <a:gd name="connsiteX995" fmla="*/ 702244 w 4121770"/>
              <a:gd name="connsiteY995" fmla="*/ 743545 h 3055696"/>
              <a:gd name="connsiteX996" fmla="*/ 1548940 w 4121770"/>
              <a:gd name="connsiteY996" fmla="*/ 740406 h 3055696"/>
              <a:gd name="connsiteX997" fmla="*/ 1528739 w 4121770"/>
              <a:gd name="connsiteY997" fmla="*/ 769539 h 3055696"/>
              <a:gd name="connsiteX998" fmla="*/ 1569141 w 4121770"/>
              <a:gd name="connsiteY998" fmla="*/ 753466 h 3055696"/>
              <a:gd name="connsiteX999" fmla="*/ 1548940 w 4121770"/>
              <a:gd name="connsiteY999" fmla="*/ 740406 h 3055696"/>
              <a:gd name="connsiteX1000" fmla="*/ 1924933 w 4121770"/>
              <a:gd name="connsiteY1000" fmla="*/ 737175 h 3055696"/>
              <a:gd name="connsiteX1001" fmla="*/ 1915810 w 4121770"/>
              <a:gd name="connsiteY1001" fmla="*/ 754118 h 3055696"/>
              <a:gd name="connsiteX1002" fmla="*/ 1924933 w 4121770"/>
              <a:gd name="connsiteY1002" fmla="*/ 737175 h 3055696"/>
              <a:gd name="connsiteX1003" fmla="*/ 2861986 w 4121770"/>
              <a:gd name="connsiteY1003" fmla="*/ 737175 h 3055696"/>
              <a:gd name="connsiteX1004" fmla="*/ 2878929 w 4121770"/>
              <a:gd name="connsiteY1004" fmla="*/ 754118 h 3055696"/>
              <a:gd name="connsiteX1005" fmla="*/ 2878929 w 4121770"/>
              <a:gd name="connsiteY1005" fmla="*/ 745646 h 3055696"/>
              <a:gd name="connsiteX1006" fmla="*/ 2861986 w 4121770"/>
              <a:gd name="connsiteY1006" fmla="*/ 737175 h 3055696"/>
              <a:gd name="connsiteX1007" fmla="*/ 2321128 w 4121770"/>
              <a:gd name="connsiteY1007" fmla="*/ 729356 h 3055696"/>
              <a:gd name="connsiteX1008" fmla="*/ 2312657 w 4121770"/>
              <a:gd name="connsiteY1008" fmla="*/ 729356 h 3055696"/>
              <a:gd name="connsiteX1009" fmla="*/ 2321128 w 4121770"/>
              <a:gd name="connsiteY1009" fmla="*/ 737176 h 3055696"/>
              <a:gd name="connsiteX1010" fmla="*/ 2321128 w 4121770"/>
              <a:gd name="connsiteY1010" fmla="*/ 729356 h 3055696"/>
              <a:gd name="connsiteX1011" fmla="*/ 2180917 w 4121770"/>
              <a:gd name="connsiteY1011" fmla="*/ 720559 h 3055696"/>
              <a:gd name="connsiteX1012" fmla="*/ 2166473 w 4121770"/>
              <a:gd name="connsiteY1012" fmla="*/ 721537 h 3055696"/>
              <a:gd name="connsiteX1013" fmla="*/ 2166473 w 4121770"/>
              <a:gd name="connsiteY1013" fmla="*/ 737176 h 3055696"/>
              <a:gd name="connsiteX1014" fmla="*/ 2182981 w 4121770"/>
              <a:gd name="connsiteY1014" fmla="*/ 737176 h 3055696"/>
              <a:gd name="connsiteX1015" fmla="*/ 2180917 w 4121770"/>
              <a:gd name="connsiteY1015" fmla="*/ 720559 h 3055696"/>
              <a:gd name="connsiteX1016" fmla="*/ 3478036 w 4121770"/>
              <a:gd name="connsiteY1016" fmla="*/ 715666 h 3055696"/>
              <a:gd name="connsiteX1017" fmla="*/ 3452948 w 4121770"/>
              <a:gd name="connsiteY1017" fmla="*/ 753466 h 3055696"/>
              <a:gd name="connsiteX1018" fmla="*/ 3493494 w 4121770"/>
              <a:gd name="connsiteY1018" fmla="*/ 720885 h 3055696"/>
              <a:gd name="connsiteX1019" fmla="*/ 3478036 w 4121770"/>
              <a:gd name="connsiteY1019" fmla="*/ 715666 h 3055696"/>
              <a:gd name="connsiteX1020" fmla="*/ 3881145 w 4121770"/>
              <a:gd name="connsiteY1020" fmla="*/ 713717 h 3055696"/>
              <a:gd name="connsiteX1021" fmla="*/ 3873325 w 4121770"/>
              <a:gd name="connsiteY1021" fmla="*/ 713717 h 3055696"/>
              <a:gd name="connsiteX1022" fmla="*/ 3881145 w 4121770"/>
              <a:gd name="connsiteY1022" fmla="*/ 729356 h 3055696"/>
              <a:gd name="connsiteX1023" fmla="*/ 3881145 w 4121770"/>
              <a:gd name="connsiteY1023" fmla="*/ 713717 h 3055696"/>
              <a:gd name="connsiteX1024" fmla="*/ 3066640 w 4121770"/>
              <a:gd name="connsiteY1024" fmla="*/ 709624 h 3055696"/>
              <a:gd name="connsiteX1025" fmla="*/ 3063993 w 4121770"/>
              <a:gd name="connsiteY1025" fmla="*/ 713065 h 3055696"/>
              <a:gd name="connsiteX1026" fmla="*/ 3080936 w 4121770"/>
              <a:gd name="connsiteY1026" fmla="*/ 721537 h 3055696"/>
              <a:gd name="connsiteX1027" fmla="*/ 3066640 w 4121770"/>
              <a:gd name="connsiteY1027" fmla="*/ 709624 h 3055696"/>
              <a:gd name="connsiteX1028" fmla="*/ 3121337 w 4121770"/>
              <a:gd name="connsiteY1028" fmla="*/ 704594 h 3055696"/>
              <a:gd name="connsiteX1029" fmla="*/ 3112866 w 4121770"/>
              <a:gd name="connsiteY1029" fmla="*/ 704594 h 3055696"/>
              <a:gd name="connsiteX1030" fmla="*/ 3112866 w 4121770"/>
              <a:gd name="connsiteY1030" fmla="*/ 721537 h 3055696"/>
              <a:gd name="connsiteX1031" fmla="*/ 3121337 w 4121770"/>
              <a:gd name="connsiteY1031" fmla="*/ 704594 h 3055696"/>
              <a:gd name="connsiteX1032" fmla="*/ 2719053 w 4121770"/>
              <a:gd name="connsiteY1032" fmla="*/ 702965 h 3055696"/>
              <a:gd name="connsiteX1033" fmla="*/ 2716671 w 4121770"/>
              <a:gd name="connsiteY1033" fmla="*/ 721537 h 3055696"/>
              <a:gd name="connsiteX1034" fmla="*/ 2725142 w 4121770"/>
              <a:gd name="connsiteY1034" fmla="*/ 705028 h 3055696"/>
              <a:gd name="connsiteX1035" fmla="*/ 2719053 w 4121770"/>
              <a:gd name="connsiteY1035" fmla="*/ 702965 h 3055696"/>
              <a:gd name="connsiteX1036" fmla="*/ 2078198 w 4121770"/>
              <a:gd name="connsiteY1036" fmla="*/ 696992 h 3055696"/>
              <a:gd name="connsiteX1037" fmla="*/ 2086278 w 4121770"/>
              <a:gd name="connsiteY1037" fmla="*/ 729139 h 3055696"/>
              <a:gd name="connsiteX1038" fmla="*/ 2078198 w 4121770"/>
              <a:gd name="connsiteY1038" fmla="*/ 696992 h 3055696"/>
              <a:gd name="connsiteX1039" fmla="*/ 2768802 w 4121770"/>
              <a:gd name="connsiteY1039" fmla="*/ 687243 h 3055696"/>
              <a:gd name="connsiteX1040" fmla="*/ 2748601 w 4121770"/>
              <a:gd name="connsiteY1040" fmla="*/ 697426 h 3055696"/>
              <a:gd name="connsiteX1041" fmla="*/ 2772843 w 4121770"/>
              <a:gd name="connsiteY1041" fmla="*/ 713717 h 3055696"/>
              <a:gd name="connsiteX1042" fmla="*/ 2789003 w 4121770"/>
              <a:gd name="connsiteY1042" fmla="*/ 689280 h 3055696"/>
              <a:gd name="connsiteX1043" fmla="*/ 2768802 w 4121770"/>
              <a:gd name="connsiteY1043" fmla="*/ 687243 h 3055696"/>
              <a:gd name="connsiteX1044" fmla="*/ 1722058 w 4121770"/>
              <a:gd name="connsiteY1044" fmla="*/ 678202 h 3055696"/>
              <a:gd name="connsiteX1045" fmla="*/ 1713803 w 4121770"/>
              <a:gd name="connsiteY1045" fmla="*/ 681134 h 3055696"/>
              <a:gd name="connsiteX1046" fmla="*/ 1730312 w 4121770"/>
              <a:gd name="connsiteY1046" fmla="*/ 696774 h 3055696"/>
              <a:gd name="connsiteX1047" fmla="*/ 1730312 w 4121770"/>
              <a:gd name="connsiteY1047" fmla="*/ 681134 h 3055696"/>
              <a:gd name="connsiteX1048" fmla="*/ 1722058 w 4121770"/>
              <a:gd name="connsiteY1048" fmla="*/ 678202 h 3055696"/>
              <a:gd name="connsiteX1049" fmla="*/ 2196539 w 4121770"/>
              <a:gd name="connsiteY1049" fmla="*/ 673339 h 3055696"/>
              <a:gd name="connsiteX1050" fmla="*/ 2191453 w 4121770"/>
              <a:gd name="connsiteY1050" fmla="*/ 696775 h 3055696"/>
              <a:gd name="connsiteX1051" fmla="*/ 2207526 w 4121770"/>
              <a:gd name="connsiteY1051" fmla="*/ 688694 h 3055696"/>
              <a:gd name="connsiteX1052" fmla="*/ 2205015 w 4121770"/>
              <a:gd name="connsiteY1052" fmla="*/ 674049 h 3055696"/>
              <a:gd name="connsiteX1053" fmla="*/ 2196539 w 4121770"/>
              <a:gd name="connsiteY1053" fmla="*/ 673339 h 3055696"/>
              <a:gd name="connsiteX1054" fmla="*/ 4075333 w 4121770"/>
              <a:gd name="connsiteY1054" fmla="*/ 664193 h 3055696"/>
              <a:gd name="connsiteX1055" fmla="*/ 4075333 w 4121770"/>
              <a:gd name="connsiteY1055" fmla="*/ 672664 h 3055696"/>
              <a:gd name="connsiteX1056" fmla="*/ 4075333 w 4121770"/>
              <a:gd name="connsiteY1056" fmla="*/ 664193 h 3055696"/>
              <a:gd name="connsiteX1057" fmla="*/ 404014 w 4121770"/>
              <a:gd name="connsiteY1057" fmla="*/ 664192 h 3055696"/>
              <a:gd name="connsiteX1058" fmla="*/ 396195 w 4121770"/>
              <a:gd name="connsiteY1058" fmla="*/ 672664 h 3055696"/>
              <a:gd name="connsiteX1059" fmla="*/ 404014 w 4121770"/>
              <a:gd name="connsiteY1059" fmla="*/ 672664 h 3055696"/>
              <a:gd name="connsiteX1060" fmla="*/ 404014 w 4121770"/>
              <a:gd name="connsiteY1060" fmla="*/ 664192 h 3055696"/>
              <a:gd name="connsiteX1061" fmla="*/ 1552197 w 4121770"/>
              <a:gd name="connsiteY1061" fmla="*/ 664192 h 3055696"/>
              <a:gd name="connsiteX1062" fmla="*/ 1552197 w 4121770"/>
              <a:gd name="connsiteY1062" fmla="*/ 673316 h 3055696"/>
              <a:gd name="connsiteX1063" fmla="*/ 1560017 w 4121770"/>
              <a:gd name="connsiteY1063" fmla="*/ 673316 h 3055696"/>
              <a:gd name="connsiteX1064" fmla="*/ 1552197 w 4121770"/>
              <a:gd name="connsiteY1064" fmla="*/ 664192 h 3055696"/>
              <a:gd name="connsiteX1065" fmla="*/ 1611832 w 4121770"/>
              <a:gd name="connsiteY1065" fmla="*/ 662938 h 3055696"/>
              <a:gd name="connsiteX1066" fmla="*/ 1592800 w 4121770"/>
              <a:gd name="connsiteY1066" fmla="*/ 664794 h 3055696"/>
              <a:gd name="connsiteX1067" fmla="*/ 1617161 w 4121770"/>
              <a:gd name="connsiteY1067" fmla="*/ 737877 h 3055696"/>
              <a:gd name="connsiteX1068" fmla="*/ 1611832 w 4121770"/>
              <a:gd name="connsiteY1068" fmla="*/ 662938 h 3055696"/>
              <a:gd name="connsiteX1069" fmla="*/ 3147681 w 4121770"/>
              <a:gd name="connsiteY1069" fmla="*/ 662609 h 3055696"/>
              <a:gd name="connsiteX1070" fmla="*/ 3136977 w 4121770"/>
              <a:gd name="connsiteY1070" fmla="*/ 664518 h 3055696"/>
              <a:gd name="connsiteX1071" fmla="*/ 3153484 w 4121770"/>
              <a:gd name="connsiteY1071" fmla="*/ 688955 h 3055696"/>
              <a:gd name="connsiteX1072" fmla="*/ 3147681 w 4121770"/>
              <a:gd name="connsiteY1072" fmla="*/ 662609 h 3055696"/>
              <a:gd name="connsiteX1073" fmla="*/ 2322859 w 4121770"/>
              <a:gd name="connsiteY1073" fmla="*/ 662435 h 3055696"/>
              <a:gd name="connsiteX1074" fmla="*/ 2320476 w 4121770"/>
              <a:gd name="connsiteY1074" fmla="*/ 672882 h 3055696"/>
              <a:gd name="connsiteX1075" fmla="*/ 2328948 w 4121770"/>
              <a:gd name="connsiteY1075" fmla="*/ 664627 h 3055696"/>
              <a:gd name="connsiteX1076" fmla="*/ 2322859 w 4121770"/>
              <a:gd name="connsiteY1076" fmla="*/ 662435 h 3055696"/>
              <a:gd name="connsiteX1077" fmla="*/ 2757725 w 4121770"/>
              <a:gd name="connsiteY1077" fmla="*/ 656373 h 3055696"/>
              <a:gd name="connsiteX1078" fmla="*/ 2748601 w 4121770"/>
              <a:gd name="connsiteY1078" fmla="*/ 656373 h 3055696"/>
              <a:gd name="connsiteX1079" fmla="*/ 2757725 w 4121770"/>
              <a:gd name="connsiteY1079" fmla="*/ 673316 h 3055696"/>
              <a:gd name="connsiteX1080" fmla="*/ 2757725 w 4121770"/>
              <a:gd name="connsiteY1080" fmla="*/ 656373 h 3055696"/>
              <a:gd name="connsiteX1081" fmla="*/ 2031129 w 4121770"/>
              <a:gd name="connsiteY1081" fmla="*/ 654924 h 3055696"/>
              <a:gd name="connsiteX1082" fmla="*/ 2021747 w 4121770"/>
              <a:gd name="connsiteY1082" fmla="*/ 664844 h 3055696"/>
              <a:gd name="connsiteX1083" fmla="*/ 2021747 w 4121770"/>
              <a:gd name="connsiteY1083" fmla="*/ 680918 h 3055696"/>
              <a:gd name="connsiteX1084" fmla="*/ 2037759 w 4121770"/>
              <a:gd name="connsiteY1084" fmla="*/ 688954 h 3055696"/>
              <a:gd name="connsiteX1085" fmla="*/ 2053771 w 4121770"/>
              <a:gd name="connsiteY1085" fmla="*/ 721102 h 3055696"/>
              <a:gd name="connsiteX1086" fmla="*/ 2045765 w 4121770"/>
              <a:gd name="connsiteY1086" fmla="*/ 680918 h 3055696"/>
              <a:gd name="connsiteX1087" fmla="*/ 2031129 w 4121770"/>
              <a:gd name="connsiteY1087" fmla="*/ 654924 h 3055696"/>
              <a:gd name="connsiteX1088" fmla="*/ 1309283 w 4121770"/>
              <a:gd name="connsiteY1088" fmla="*/ 653120 h 3055696"/>
              <a:gd name="connsiteX1089" fmla="*/ 1268776 w 4121770"/>
              <a:gd name="connsiteY1089" fmla="*/ 656172 h 3055696"/>
              <a:gd name="connsiteX1090" fmla="*/ 1252605 w 4121770"/>
              <a:gd name="connsiteY1090" fmla="*/ 672362 h 3055696"/>
              <a:gd name="connsiteX1091" fmla="*/ 1155577 w 4121770"/>
              <a:gd name="connsiteY1091" fmla="*/ 680458 h 3055696"/>
              <a:gd name="connsiteX1092" fmla="*/ 1139406 w 4121770"/>
              <a:gd name="connsiteY1092" fmla="*/ 664267 h 3055696"/>
              <a:gd name="connsiteX1093" fmla="*/ 1115149 w 4121770"/>
              <a:gd name="connsiteY1093" fmla="*/ 769507 h 3055696"/>
              <a:gd name="connsiteX1094" fmla="*/ 1123235 w 4121770"/>
              <a:gd name="connsiteY1094" fmla="*/ 793792 h 3055696"/>
              <a:gd name="connsiteX1095" fmla="*/ 1098978 w 4121770"/>
              <a:gd name="connsiteY1095" fmla="*/ 826174 h 3055696"/>
              <a:gd name="connsiteX1096" fmla="*/ 1074721 w 4121770"/>
              <a:gd name="connsiteY1096" fmla="*/ 834269 h 3055696"/>
              <a:gd name="connsiteX1097" fmla="*/ 1058550 w 4121770"/>
              <a:gd name="connsiteY1097" fmla="*/ 866651 h 3055696"/>
              <a:gd name="connsiteX1098" fmla="*/ 1042379 w 4121770"/>
              <a:gd name="connsiteY1098" fmla="*/ 858555 h 3055696"/>
              <a:gd name="connsiteX1099" fmla="*/ 1010036 w 4121770"/>
              <a:gd name="connsiteY1099" fmla="*/ 899032 h 3055696"/>
              <a:gd name="connsiteX1100" fmla="*/ 1066636 w 4121770"/>
              <a:gd name="connsiteY1100" fmla="*/ 874745 h 3055696"/>
              <a:gd name="connsiteX1101" fmla="*/ 1139406 w 4121770"/>
              <a:gd name="connsiteY1101" fmla="*/ 874745 h 3055696"/>
              <a:gd name="connsiteX1102" fmla="*/ 1123235 w 4121770"/>
              <a:gd name="connsiteY1102" fmla="*/ 882841 h 3055696"/>
              <a:gd name="connsiteX1103" fmla="*/ 1139406 w 4121770"/>
              <a:gd name="connsiteY1103" fmla="*/ 939508 h 3055696"/>
              <a:gd name="connsiteX1104" fmla="*/ 1115149 w 4121770"/>
              <a:gd name="connsiteY1104" fmla="*/ 1004271 h 3055696"/>
              <a:gd name="connsiteX1105" fmla="*/ 1179834 w 4121770"/>
              <a:gd name="connsiteY1105" fmla="*/ 1028557 h 3055696"/>
              <a:gd name="connsiteX1106" fmla="*/ 1179834 w 4121770"/>
              <a:gd name="connsiteY1106" fmla="*/ 947604 h 3055696"/>
              <a:gd name="connsiteX1107" fmla="*/ 1204091 w 4121770"/>
              <a:gd name="connsiteY1107" fmla="*/ 947604 h 3055696"/>
              <a:gd name="connsiteX1108" fmla="*/ 1204091 w 4121770"/>
              <a:gd name="connsiteY1108" fmla="*/ 963795 h 3055696"/>
              <a:gd name="connsiteX1109" fmla="*/ 1220263 w 4121770"/>
              <a:gd name="connsiteY1109" fmla="*/ 979985 h 3055696"/>
              <a:gd name="connsiteX1110" fmla="*/ 1301118 w 4121770"/>
              <a:gd name="connsiteY1110" fmla="*/ 1004271 h 3055696"/>
              <a:gd name="connsiteX1111" fmla="*/ 1333461 w 4121770"/>
              <a:gd name="connsiteY1111" fmla="*/ 1044748 h 3055696"/>
              <a:gd name="connsiteX1112" fmla="*/ 1349632 w 4121770"/>
              <a:gd name="connsiteY1112" fmla="*/ 1028557 h 3055696"/>
              <a:gd name="connsiteX1113" fmla="*/ 1365803 w 4121770"/>
              <a:gd name="connsiteY1113" fmla="*/ 1044748 h 3055696"/>
              <a:gd name="connsiteX1114" fmla="*/ 1365803 w 4121770"/>
              <a:gd name="connsiteY1114" fmla="*/ 988080 h 3055696"/>
              <a:gd name="connsiteX1115" fmla="*/ 1349632 w 4121770"/>
              <a:gd name="connsiteY1115" fmla="*/ 996176 h 3055696"/>
              <a:gd name="connsiteX1116" fmla="*/ 1325375 w 4121770"/>
              <a:gd name="connsiteY1116" fmla="*/ 971889 h 3055696"/>
              <a:gd name="connsiteX1117" fmla="*/ 1284947 w 4121770"/>
              <a:gd name="connsiteY1117" fmla="*/ 931413 h 3055696"/>
              <a:gd name="connsiteX1118" fmla="*/ 1301118 w 4121770"/>
              <a:gd name="connsiteY1118" fmla="*/ 850460 h 3055696"/>
              <a:gd name="connsiteX1119" fmla="*/ 1317289 w 4121770"/>
              <a:gd name="connsiteY1119" fmla="*/ 834269 h 3055696"/>
              <a:gd name="connsiteX1120" fmla="*/ 1301118 w 4121770"/>
              <a:gd name="connsiteY1120" fmla="*/ 826174 h 3055696"/>
              <a:gd name="connsiteX1121" fmla="*/ 1293033 w 4121770"/>
              <a:gd name="connsiteY1121" fmla="*/ 793792 h 3055696"/>
              <a:gd name="connsiteX1122" fmla="*/ 1309283 w 4121770"/>
              <a:gd name="connsiteY1122" fmla="*/ 653120 h 3055696"/>
              <a:gd name="connsiteX1123" fmla="*/ 1107456 w 4121770"/>
              <a:gd name="connsiteY1123" fmla="*/ 648553 h 3055696"/>
              <a:gd name="connsiteX1124" fmla="*/ 1099311 w 4121770"/>
              <a:gd name="connsiteY1124" fmla="*/ 673316 h 3055696"/>
              <a:gd name="connsiteX1125" fmla="*/ 1115602 w 4121770"/>
              <a:gd name="connsiteY1125" fmla="*/ 665062 h 3055696"/>
              <a:gd name="connsiteX1126" fmla="*/ 1107456 w 4121770"/>
              <a:gd name="connsiteY1126" fmla="*/ 648553 h 3055696"/>
              <a:gd name="connsiteX1127" fmla="*/ 1997047 w 4121770"/>
              <a:gd name="connsiteY1127" fmla="*/ 640734 h 3055696"/>
              <a:gd name="connsiteX1128" fmla="*/ 1997047 w 4121770"/>
              <a:gd name="connsiteY1128" fmla="*/ 648553 h 3055696"/>
              <a:gd name="connsiteX1129" fmla="*/ 1997047 w 4121770"/>
              <a:gd name="connsiteY1129" fmla="*/ 656373 h 3055696"/>
              <a:gd name="connsiteX1130" fmla="*/ 2013556 w 4121770"/>
              <a:gd name="connsiteY1130" fmla="*/ 656373 h 3055696"/>
              <a:gd name="connsiteX1131" fmla="*/ 1997047 w 4121770"/>
              <a:gd name="connsiteY1131" fmla="*/ 640734 h 3055696"/>
              <a:gd name="connsiteX1132" fmla="*/ 1375305 w 4121770"/>
              <a:gd name="connsiteY1132" fmla="*/ 638941 h 3055696"/>
              <a:gd name="connsiteX1133" fmla="*/ 1366264 w 4121770"/>
              <a:gd name="connsiteY1133" fmla="*/ 664192 h 3055696"/>
              <a:gd name="connsiteX1134" fmla="*/ 1390375 w 4121770"/>
              <a:gd name="connsiteY1134" fmla="*/ 656111 h 3055696"/>
              <a:gd name="connsiteX1135" fmla="*/ 1375305 w 4121770"/>
              <a:gd name="connsiteY1135" fmla="*/ 638941 h 3055696"/>
              <a:gd name="connsiteX1136" fmla="*/ 1269387 w 4121770"/>
              <a:gd name="connsiteY1136" fmla="*/ 635846 h 3055696"/>
              <a:gd name="connsiteX1137" fmla="*/ 1261567 w 4121770"/>
              <a:gd name="connsiteY1137" fmla="*/ 640733 h 3055696"/>
              <a:gd name="connsiteX1138" fmla="*/ 1261567 w 4121770"/>
              <a:gd name="connsiteY1138" fmla="*/ 648553 h 3055696"/>
              <a:gd name="connsiteX1139" fmla="*/ 1277207 w 4121770"/>
              <a:gd name="connsiteY1139" fmla="*/ 648553 h 3055696"/>
              <a:gd name="connsiteX1140" fmla="*/ 1269387 w 4121770"/>
              <a:gd name="connsiteY1140" fmla="*/ 635846 h 3055696"/>
              <a:gd name="connsiteX1141" fmla="*/ 2150399 w 4121770"/>
              <a:gd name="connsiteY1141" fmla="*/ 634869 h 3055696"/>
              <a:gd name="connsiteX1142" fmla="*/ 2142579 w 4121770"/>
              <a:gd name="connsiteY1142" fmla="*/ 640734 h 3055696"/>
              <a:gd name="connsiteX1143" fmla="*/ 2158219 w 4121770"/>
              <a:gd name="connsiteY1143" fmla="*/ 656373 h 3055696"/>
              <a:gd name="connsiteX1144" fmla="*/ 2158219 w 4121770"/>
              <a:gd name="connsiteY1144" fmla="*/ 640734 h 3055696"/>
              <a:gd name="connsiteX1145" fmla="*/ 2150399 w 4121770"/>
              <a:gd name="connsiteY1145" fmla="*/ 634869 h 3055696"/>
              <a:gd name="connsiteX1146" fmla="*/ 2271604 w 4121770"/>
              <a:gd name="connsiteY1146" fmla="*/ 632914 h 3055696"/>
              <a:gd name="connsiteX1147" fmla="*/ 2263784 w 4121770"/>
              <a:gd name="connsiteY1147" fmla="*/ 632914 h 3055696"/>
              <a:gd name="connsiteX1148" fmla="*/ 2271604 w 4121770"/>
              <a:gd name="connsiteY1148" fmla="*/ 648553 h 3055696"/>
              <a:gd name="connsiteX1149" fmla="*/ 2271604 w 4121770"/>
              <a:gd name="connsiteY1149" fmla="*/ 632914 h 3055696"/>
              <a:gd name="connsiteX1150" fmla="*/ 4115300 w 4121770"/>
              <a:gd name="connsiteY1150" fmla="*/ 615971 h 3055696"/>
              <a:gd name="connsiteX1151" fmla="*/ 4083152 w 4121770"/>
              <a:gd name="connsiteY1151" fmla="*/ 624051 h 3055696"/>
              <a:gd name="connsiteX1152" fmla="*/ 4091189 w 4121770"/>
              <a:gd name="connsiteY1152" fmla="*/ 656373 h 3055696"/>
              <a:gd name="connsiteX1153" fmla="*/ 4115300 w 4121770"/>
              <a:gd name="connsiteY1153" fmla="*/ 615971 h 3055696"/>
              <a:gd name="connsiteX1154" fmla="*/ 2109998 w 4121770"/>
              <a:gd name="connsiteY1154" fmla="*/ 600332 h 3055696"/>
              <a:gd name="connsiteX1155" fmla="*/ 2109998 w 4121770"/>
              <a:gd name="connsiteY1155" fmla="*/ 615971 h 3055696"/>
              <a:gd name="connsiteX1156" fmla="*/ 2117818 w 4121770"/>
              <a:gd name="connsiteY1156" fmla="*/ 608151 h 3055696"/>
              <a:gd name="connsiteX1157" fmla="*/ 2109998 w 4121770"/>
              <a:gd name="connsiteY1157" fmla="*/ 600332 h 3055696"/>
              <a:gd name="connsiteX1158" fmla="*/ 3266652 w 4121770"/>
              <a:gd name="connsiteY1158" fmla="*/ 583716 h 3055696"/>
              <a:gd name="connsiteX1159" fmla="*/ 3274863 w 4121770"/>
              <a:gd name="connsiteY1159" fmla="*/ 632588 h 3055696"/>
              <a:gd name="connsiteX1160" fmla="*/ 3266652 w 4121770"/>
              <a:gd name="connsiteY1160" fmla="*/ 583716 h 3055696"/>
              <a:gd name="connsiteX1161" fmla="*/ 2894568 w 4121770"/>
              <a:gd name="connsiteY1161" fmla="*/ 583390 h 3055696"/>
              <a:gd name="connsiteX1162" fmla="*/ 2886748 w 4121770"/>
              <a:gd name="connsiteY1162" fmla="*/ 592513 h 3055696"/>
              <a:gd name="connsiteX1163" fmla="*/ 2894568 w 4121770"/>
              <a:gd name="connsiteY1163" fmla="*/ 592513 h 3055696"/>
              <a:gd name="connsiteX1164" fmla="*/ 2894568 w 4121770"/>
              <a:gd name="connsiteY1164" fmla="*/ 583390 h 3055696"/>
              <a:gd name="connsiteX1165" fmla="*/ 517399 w 4121770"/>
              <a:gd name="connsiteY1165" fmla="*/ 575570 h 3055696"/>
              <a:gd name="connsiteX1166" fmla="*/ 549982 w 4121770"/>
              <a:gd name="connsiteY1166" fmla="*/ 656373 h 3055696"/>
              <a:gd name="connsiteX1167" fmla="*/ 517399 w 4121770"/>
              <a:gd name="connsiteY1167" fmla="*/ 575570 h 3055696"/>
              <a:gd name="connsiteX1168" fmla="*/ 1245371 w 4121770"/>
              <a:gd name="connsiteY1168" fmla="*/ 575570 h 3055696"/>
              <a:gd name="connsiteX1169" fmla="*/ 1237365 w 4121770"/>
              <a:gd name="connsiteY1169" fmla="*/ 615754 h 3055696"/>
              <a:gd name="connsiteX1170" fmla="*/ 1245371 w 4121770"/>
              <a:gd name="connsiteY1170" fmla="*/ 575570 h 3055696"/>
              <a:gd name="connsiteX1171" fmla="*/ 2041468 w 4121770"/>
              <a:gd name="connsiteY1171" fmla="*/ 573778 h 3055696"/>
              <a:gd name="connsiteX1172" fmla="*/ 2021375 w 4121770"/>
              <a:gd name="connsiteY1172" fmla="*/ 583824 h 3055696"/>
              <a:gd name="connsiteX1173" fmla="*/ 2021375 w 4121770"/>
              <a:gd name="connsiteY1173" fmla="*/ 591861 h 3055696"/>
              <a:gd name="connsiteX1174" fmla="*/ 2061560 w 4121770"/>
              <a:gd name="connsiteY1174" fmla="*/ 615972 h 3055696"/>
              <a:gd name="connsiteX1175" fmla="*/ 2061560 w 4121770"/>
              <a:gd name="connsiteY1175" fmla="*/ 575788 h 3055696"/>
              <a:gd name="connsiteX1176" fmla="*/ 2041468 w 4121770"/>
              <a:gd name="connsiteY1176" fmla="*/ 573778 h 3055696"/>
              <a:gd name="connsiteX1177" fmla="*/ 2694760 w 4121770"/>
              <a:gd name="connsiteY1177" fmla="*/ 572780 h 3055696"/>
              <a:gd name="connsiteX1178" fmla="*/ 2692560 w 4121770"/>
              <a:gd name="connsiteY1178" fmla="*/ 592513 h 3055696"/>
              <a:gd name="connsiteX1179" fmla="*/ 2700380 w 4121770"/>
              <a:gd name="connsiteY1179" fmla="*/ 576004 h 3055696"/>
              <a:gd name="connsiteX1180" fmla="*/ 2694760 w 4121770"/>
              <a:gd name="connsiteY1180" fmla="*/ 572780 h 3055696"/>
              <a:gd name="connsiteX1181" fmla="*/ 1732994 w 4121770"/>
              <a:gd name="connsiteY1181" fmla="*/ 569977 h 3055696"/>
              <a:gd name="connsiteX1182" fmla="*/ 1713803 w 4121770"/>
              <a:gd name="connsiteY1182" fmla="*/ 584041 h 3055696"/>
              <a:gd name="connsiteX1183" fmla="*/ 1746125 w 4121770"/>
              <a:gd name="connsiteY1183" fmla="*/ 592078 h 3055696"/>
              <a:gd name="connsiteX1184" fmla="*/ 1732994 w 4121770"/>
              <a:gd name="connsiteY1184" fmla="*/ 569977 h 3055696"/>
              <a:gd name="connsiteX1185" fmla="*/ 3107883 w 4121770"/>
              <a:gd name="connsiteY1185" fmla="*/ 565246 h 3055696"/>
              <a:gd name="connsiteX1186" fmla="*/ 3097063 w 4121770"/>
              <a:gd name="connsiteY1186" fmla="*/ 568123 h 3055696"/>
              <a:gd name="connsiteX1187" fmla="*/ 3105046 w 4121770"/>
              <a:gd name="connsiteY1187" fmla="*/ 608152 h 3055696"/>
              <a:gd name="connsiteX1188" fmla="*/ 3107883 w 4121770"/>
              <a:gd name="connsiteY1188" fmla="*/ 565246 h 3055696"/>
              <a:gd name="connsiteX1189" fmla="*/ 2490366 w 4121770"/>
              <a:gd name="connsiteY1189" fmla="*/ 559931 h 3055696"/>
              <a:gd name="connsiteX1190" fmla="*/ 2482175 w 4121770"/>
              <a:gd name="connsiteY1190" fmla="*/ 608270 h 3055696"/>
              <a:gd name="connsiteX1191" fmla="*/ 2490366 w 4121770"/>
              <a:gd name="connsiteY1191" fmla="*/ 648553 h 3055696"/>
              <a:gd name="connsiteX1192" fmla="*/ 2490366 w 4121770"/>
              <a:gd name="connsiteY1192" fmla="*/ 559931 h 3055696"/>
              <a:gd name="connsiteX1193" fmla="*/ 2506193 w 4121770"/>
              <a:gd name="connsiteY1193" fmla="*/ 552111 h 3055696"/>
              <a:gd name="connsiteX1194" fmla="*/ 2506193 w 4121770"/>
              <a:gd name="connsiteY1194" fmla="*/ 567750 h 3055696"/>
              <a:gd name="connsiteX1195" fmla="*/ 2506193 w 4121770"/>
              <a:gd name="connsiteY1195" fmla="*/ 552111 h 3055696"/>
              <a:gd name="connsiteX1196" fmla="*/ 1633261 w 4121770"/>
              <a:gd name="connsiteY1196" fmla="*/ 552111 h 3055696"/>
              <a:gd name="connsiteX1197" fmla="*/ 1592860 w 4121770"/>
              <a:gd name="connsiteY1197" fmla="*/ 592512 h 3055696"/>
              <a:gd name="connsiteX1198" fmla="*/ 1657502 w 4121770"/>
              <a:gd name="connsiteY1198" fmla="*/ 576351 h 3055696"/>
              <a:gd name="connsiteX1199" fmla="*/ 1633261 w 4121770"/>
              <a:gd name="connsiteY1199" fmla="*/ 552111 h 3055696"/>
              <a:gd name="connsiteX1200" fmla="*/ 879628 w 4121770"/>
              <a:gd name="connsiteY1200" fmla="*/ 551133 h 3055696"/>
              <a:gd name="connsiteX1201" fmla="*/ 857228 w 4121770"/>
              <a:gd name="connsiteY1201" fmla="*/ 559279 h 3055696"/>
              <a:gd name="connsiteX1202" fmla="*/ 889809 w 4121770"/>
              <a:gd name="connsiteY1202" fmla="*/ 567423 h 3055696"/>
              <a:gd name="connsiteX1203" fmla="*/ 879628 w 4121770"/>
              <a:gd name="connsiteY1203" fmla="*/ 551133 h 3055696"/>
              <a:gd name="connsiteX1204" fmla="*/ 1083845 w 4121770"/>
              <a:gd name="connsiteY1204" fmla="*/ 545291 h 3055696"/>
              <a:gd name="connsiteX1205" fmla="*/ 1058536 w 4121770"/>
              <a:gd name="connsiteY1205" fmla="*/ 567564 h 3055696"/>
              <a:gd name="connsiteX1206" fmla="*/ 1066636 w 4121770"/>
              <a:gd name="connsiteY1206" fmla="*/ 599960 h 3055696"/>
              <a:gd name="connsiteX1207" fmla="*/ 1099031 w 4121770"/>
              <a:gd name="connsiteY1207" fmla="*/ 608058 h 3055696"/>
              <a:gd name="connsiteX1208" fmla="*/ 1139526 w 4121770"/>
              <a:gd name="connsiteY1208" fmla="*/ 599960 h 3055696"/>
              <a:gd name="connsiteX1209" fmla="*/ 1107130 w 4121770"/>
              <a:gd name="connsiteY1209" fmla="*/ 591860 h 3055696"/>
              <a:gd name="connsiteX1210" fmla="*/ 1115229 w 4121770"/>
              <a:gd name="connsiteY1210" fmla="*/ 559465 h 3055696"/>
              <a:gd name="connsiteX1211" fmla="*/ 1083845 w 4121770"/>
              <a:gd name="connsiteY1211" fmla="*/ 545291 h 3055696"/>
              <a:gd name="connsiteX1212" fmla="*/ 2063731 w 4121770"/>
              <a:gd name="connsiteY1212" fmla="*/ 543314 h 3055696"/>
              <a:gd name="connsiteX1213" fmla="*/ 2046137 w 4121770"/>
              <a:gd name="connsiteY1213" fmla="*/ 551459 h 3055696"/>
              <a:gd name="connsiteX1214" fmla="*/ 2046137 w 4121770"/>
              <a:gd name="connsiteY1214" fmla="*/ 567750 h 3055696"/>
              <a:gd name="connsiteX1215" fmla="*/ 2053957 w 4121770"/>
              <a:gd name="connsiteY1215" fmla="*/ 567750 h 3055696"/>
              <a:gd name="connsiteX1216" fmla="*/ 2069596 w 4121770"/>
              <a:gd name="connsiteY1216" fmla="*/ 559605 h 3055696"/>
              <a:gd name="connsiteX1217" fmla="*/ 2063731 w 4121770"/>
              <a:gd name="connsiteY1217" fmla="*/ 543314 h 3055696"/>
              <a:gd name="connsiteX1218" fmla="*/ 2498373 w 4121770"/>
              <a:gd name="connsiteY1218" fmla="*/ 535168 h 3055696"/>
              <a:gd name="connsiteX1219" fmla="*/ 2498373 w 4121770"/>
              <a:gd name="connsiteY1219" fmla="*/ 552111 h 3055696"/>
              <a:gd name="connsiteX1220" fmla="*/ 2498373 w 4121770"/>
              <a:gd name="connsiteY1220" fmla="*/ 535168 h 3055696"/>
              <a:gd name="connsiteX1221" fmla="*/ 1423174 w 4121770"/>
              <a:gd name="connsiteY1221" fmla="*/ 527348 h 3055696"/>
              <a:gd name="connsiteX1222" fmla="*/ 1406666 w 4121770"/>
              <a:gd name="connsiteY1222" fmla="*/ 527348 h 3055696"/>
              <a:gd name="connsiteX1223" fmla="*/ 1414920 w 4121770"/>
              <a:gd name="connsiteY1223" fmla="*/ 552111 h 3055696"/>
              <a:gd name="connsiteX1224" fmla="*/ 1423174 w 4121770"/>
              <a:gd name="connsiteY1224" fmla="*/ 527348 h 3055696"/>
              <a:gd name="connsiteX1225" fmla="*/ 2187180 w 4121770"/>
              <a:gd name="connsiteY1225" fmla="*/ 522591 h 3055696"/>
              <a:gd name="connsiteX1226" fmla="*/ 2182851 w 4121770"/>
              <a:gd name="connsiteY1226" fmla="*/ 552111 h 3055696"/>
              <a:gd name="connsiteX1227" fmla="*/ 2187180 w 4121770"/>
              <a:gd name="connsiteY1227" fmla="*/ 522591 h 3055696"/>
              <a:gd name="connsiteX1228" fmla="*/ 3291197 w 4121770"/>
              <a:gd name="connsiteY1228" fmla="*/ 519529 h 3055696"/>
              <a:gd name="connsiteX1229" fmla="*/ 3291197 w 4121770"/>
              <a:gd name="connsiteY1229" fmla="*/ 535168 h 3055696"/>
              <a:gd name="connsiteX1230" fmla="*/ 3291197 w 4121770"/>
              <a:gd name="connsiteY1230" fmla="*/ 519529 h 3055696"/>
              <a:gd name="connsiteX1231" fmla="*/ 2813439 w 4121770"/>
              <a:gd name="connsiteY1231" fmla="*/ 517987 h 3055696"/>
              <a:gd name="connsiteX1232" fmla="*/ 2813439 w 4121770"/>
              <a:gd name="connsiteY1232" fmla="*/ 535169 h 3055696"/>
              <a:gd name="connsiteX1233" fmla="*/ 2821585 w 4121770"/>
              <a:gd name="connsiteY1233" fmla="*/ 527023 h 3055696"/>
              <a:gd name="connsiteX1234" fmla="*/ 2813439 w 4121770"/>
              <a:gd name="connsiteY1234" fmla="*/ 517987 h 3055696"/>
              <a:gd name="connsiteX1235" fmla="*/ 3338511 w 4121770"/>
              <a:gd name="connsiteY1235" fmla="*/ 499858 h 3055696"/>
              <a:gd name="connsiteX1236" fmla="*/ 3315785 w 4121770"/>
              <a:gd name="connsiteY1236" fmla="*/ 527349 h 3055696"/>
              <a:gd name="connsiteX1237" fmla="*/ 3348107 w 4121770"/>
              <a:gd name="connsiteY1237" fmla="*/ 502913 h 3055696"/>
              <a:gd name="connsiteX1238" fmla="*/ 3338511 w 4121770"/>
              <a:gd name="connsiteY1238" fmla="*/ 499858 h 3055696"/>
              <a:gd name="connsiteX1239" fmla="*/ 2870280 w 4121770"/>
              <a:gd name="connsiteY1239" fmla="*/ 495057 h 3055696"/>
              <a:gd name="connsiteX1240" fmla="*/ 2878455 w 4121770"/>
              <a:gd name="connsiteY1240" fmla="*/ 559931 h 3055696"/>
              <a:gd name="connsiteX1241" fmla="*/ 2870280 w 4121770"/>
              <a:gd name="connsiteY1241" fmla="*/ 495057 h 3055696"/>
              <a:gd name="connsiteX1242" fmla="*/ 1182221 w 4121770"/>
              <a:gd name="connsiteY1242" fmla="*/ 490112 h 3055696"/>
              <a:gd name="connsiteX1243" fmla="*/ 1168547 w 4121770"/>
              <a:gd name="connsiteY1243" fmla="*/ 491248 h 3055696"/>
              <a:gd name="connsiteX1244" fmla="*/ 1156329 w 4121770"/>
              <a:gd name="connsiteY1244" fmla="*/ 503368 h 3055696"/>
              <a:gd name="connsiteX1245" fmla="*/ 1205201 w 4121770"/>
              <a:gd name="connsiteY1245" fmla="*/ 527609 h 3055696"/>
              <a:gd name="connsiteX1246" fmla="*/ 1182221 w 4121770"/>
              <a:gd name="connsiteY1246" fmla="*/ 490112 h 3055696"/>
              <a:gd name="connsiteX1247" fmla="*/ 2228196 w 4121770"/>
              <a:gd name="connsiteY1247" fmla="*/ 489886 h 3055696"/>
              <a:gd name="connsiteX1248" fmla="*/ 2207743 w 4121770"/>
              <a:gd name="connsiteY1248" fmla="*/ 519157 h 3055696"/>
              <a:gd name="connsiteX1249" fmla="*/ 2240064 w 4121770"/>
              <a:gd name="connsiteY1249" fmla="*/ 495140 h 3055696"/>
              <a:gd name="connsiteX1250" fmla="*/ 2228196 w 4121770"/>
              <a:gd name="connsiteY1250" fmla="*/ 489886 h 3055696"/>
              <a:gd name="connsiteX1251" fmla="*/ 1682091 w 4121770"/>
              <a:gd name="connsiteY1251" fmla="*/ 486947 h 3055696"/>
              <a:gd name="connsiteX1252" fmla="*/ 1665582 w 4121770"/>
              <a:gd name="connsiteY1252" fmla="*/ 503456 h 3055696"/>
              <a:gd name="connsiteX1253" fmla="*/ 1682091 w 4121770"/>
              <a:gd name="connsiteY1253" fmla="*/ 486947 h 3055696"/>
              <a:gd name="connsiteX1254" fmla="*/ 2482734 w 4121770"/>
              <a:gd name="connsiteY1254" fmla="*/ 479128 h 3055696"/>
              <a:gd name="connsiteX1255" fmla="*/ 2482734 w 4121770"/>
              <a:gd name="connsiteY1255" fmla="*/ 486947 h 3055696"/>
              <a:gd name="connsiteX1256" fmla="*/ 2490553 w 4121770"/>
              <a:gd name="connsiteY1256" fmla="*/ 486947 h 3055696"/>
              <a:gd name="connsiteX1257" fmla="*/ 2482734 w 4121770"/>
              <a:gd name="connsiteY1257" fmla="*/ 479128 h 3055696"/>
              <a:gd name="connsiteX1258" fmla="*/ 3572130 w 4121770"/>
              <a:gd name="connsiteY1258" fmla="*/ 476312 h 3055696"/>
              <a:gd name="connsiteX1259" fmla="*/ 3550114 w 4121770"/>
              <a:gd name="connsiteY1259" fmla="*/ 495325 h 3055696"/>
              <a:gd name="connsiteX1260" fmla="*/ 3606155 w 4121770"/>
              <a:gd name="connsiteY1260" fmla="*/ 487320 h 3055696"/>
              <a:gd name="connsiteX1261" fmla="*/ 3572130 w 4121770"/>
              <a:gd name="connsiteY1261" fmla="*/ 476312 h 3055696"/>
              <a:gd name="connsiteX1262" fmla="*/ 404014 w 4121770"/>
              <a:gd name="connsiteY1262" fmla="*/ 462185 h 3055696"/>
              <a:gd name="connsiteX1263" fmla="*/ 412268 w 4121770"/>
              <a:gd name="connsiteY1263" fmla="*/ 486947 h 3055696"/>
              <a:gd name="connsiteX1264" fmla="*/ 420523 w 4121770"/>
              <a:gd name="connsiteY1264" fmla="*/ 470439 h 3055696"/>
              <a:gd name="connsiteX1265" fmla="*/ 404014 w 4121770"/>
              <a:gd name="connsiteY1265" fmla="*/ 462185 h 3055696"/>
              <a:gd name="connsiteX1266" fmla="*/ 2236257 w 4121770"/>
              <a:gd name="connsiteY1266" fmla="*/ 458886 h 3055696"/>
              <a:gd name="connsiteX1267" fmla="*/ 2231854 w 4121770"/>
              <a:gd name="connsiteY1267" fmla="*/ 479128 h 3055696"/>
              <a:gd name="connsiteX1268" fmla="*/ 2248145 w 4121770"/>
              <a:gd name="connsiteY1268" fmla="*/ 479128 h 3055696"/>
              <a:gd name="connsiteX1269" fmla="*/ 2248145 w 4121770"/>
              <a:gd name="connsiteY1269" fmla="*/ 470982 h 3055696"/>
              <a:gd name="connsiteX1270" fmla="*/ 2243309 w 4121770"/>
              <a:gd name="connsiteY1270" fmla="*/ 459655 h 3055696"/>
              <a:gd name="connsiteX1271" fmla="*/ 2236257 w 4121770"/>
              <a:gd name="connsiteY1271" fmla="*/ 458886 h 3055696"/>
              <a:gd name="connsiteX1272" fmla="*/ 1423174 w 4121770"/>
              <a:gd name="connsiteY1272" fmla="*/ 454365 h 3055696"/>
              <a:gd name="connsiteX1273" fmla="*/ 1406231 w 4121770"/>
              <a:gd name="connsiteY1273" fmla="*/ 454365 h 3055696"/>
              <a:gd name="connsiteX1274" fmla="*/ 1414703 w 4121770"/>
              <a:gd name="connsiteY1274" fmla="*/ 471308 h 3055696"/>
              <a:gd name="connsiteX1275" fmla="*/ 1423174 w 4121770"/>
              <a:gd name="connsiteY1275" fmla="*/ 454365 h 3055696"/>
              <a:gd name="connsiteX1276" fmla="*/ 780270 w 4121770"/>
              <a:gd name="connsiteY1276" fmla="*/ 443775 h 3055696"/>
              <a:gd name="connsiteX1277" fmla="*/ 768149 w 4121770"/>
              <a:gd name="connsiteY1277" fmla="*/ 446806 h 3055696"/>
              <a:gd name="connsiteX1278" fmla="*/ 784310 w 4121770"/>
              <a:gd name="connsiteY1278" fmla="*/ 471047 h 3055696"/>
              <a:gd name="connsiteX1279" fmla="*/ 792390 w 4121770"/>
              <a:gd name="connsiteY1279" fmla="*/ 446806 h 3055696"/>
              <a:gd name="connsiteX1280" fmla="*/ 780270 w 4121770"/>
              <a:gd name="connsiteY1280" fmla="*/ 443775 h 3055696"/>
              <a:gd name="connsiteX1281" fmla="*/ 913594 w 4121770"/>
              <a:gd name="connsiteY1281" fmla="*/ 432861 h 3055696"/>
              <a:gd name="connsiteX1282" fmla="*/ 897955 w 4121770"/>
              <a:gd name="connsiteY1282" fmla="*/ 438726 h 3055696"/>
              <a:gd name="connsiteX1283" fmla="*/ 929233 w 4121770"/>
              <a:gd name="connsiteY1283" fmla="*/ 438726 h 3055696"/>
              <a:gd name="connsiteX1284" fmla="*/ 913594 w 4121770"/>
              <a:gd name="connsiteY1284" fmla="*/ 432861 h 3055696"/>
              <a:gd name="connsiteX1285" fmla="*/ 836816 w 4121770"/>
              <a:gd name="connsiteY1285" fmla="*/ 420745 h 3055696"/>
              <a:gd name="connsiteX1286" fmla="*/ 832270 w 4121770"/>
              <a:gd name="connsiteY1286" fmla="*/ 462185 h 3055696"/>
              <a:gd name="connsiteX1287" fmla="*/ 848431 w 4121770"/>
              <a:gd name="connsiteY1287" fmla="*/ 438292 h 3055696"/>
              <a:gd name="connsiteX1288" fmla="*/ 836816 w 4121770"/>
              <a:gd name="connsiteY1288" fmla="*/ 420745 h 3055696"/>
              <a:gd name="connsiteX1289" fmla="*/ 2362001 w 4121770"/>
              <a:gd name="connsiteY1289" fmla="*/ 412354 h 3055696"/>
              <a:gd name="connsiteX1290" fmla="*/ 2344326 w 4121770"/>
              <a:gd name="connsiteY1290" fmla="*/ 414254 h 3055696"/>
              <a:gd name="connsiteX1291" fmla="*/ 2384727 w 4121770"/>
              <a:gd name="connsiteY1291" fmla="*/ 438582 h 3055696"/>
              <a:gd name="connsiteX1292" fmla="*/ 2362001 w 4121770"/>
              <a:gd name="connsiteY1292" fmla="*/ 412354 h 3055696"/>
              <a:gd name="connsiteX1293" fmla="*/ 467277 w 4121770"/>
              <a:gd name="connsiteY1293" fmla="*/ 411174 h 3055696"/>
              <a:gd name="connsiteX1294" fmla="*/ 436597 w 4121770"/>
              <a:gd name="connsiteY1294" fmla="*/ 430907 h 3055696"/>
              <a:gd name="connsiteX1295" fmla="*/ 476998 w 4121770"/>
              <a:gd name="connsiteY1295" fmla="*/ 414398 h 3055696"/>
              <a:gd name="connsiteX1296" fmla="*/ 467277 w 4121770"/>
              <a:gd name="connsiteY1296" fmla="*/ 411174 h 3055696"/>
              <a:gd name="connsiteX1297" fmla="*/ 3156537 w 4121770"/>
              <a:gd name="connsiteY1297" fmla="*/ 409891 h 3055696"/>
              <a:gd name="connsiteX1298" fmla="*/ 3144796 w 4121770"/>
              <a:gd name="connsiteY1298" fmla="*/ 430038 h 3055696"/>
              <a:gd name="connsiteX1299" fmla="*/ 3169037 w 4121770"/>
              <a:gd name="connsiteY1299" fmla="*/ 454365 h 3055696"/>
              <a:gd name="connsiteX1300" fmla="*/ 3156537 w 4121770"/>
              <a:gd name="connsiteY1300" fmla="*/ 409891 h 3055696"/>
              <a:gd name="connsiteX1301" fmla="*/ 2482734 w 4121770"/>
              <a:gd name="connsiteY1301" fmla="*/ 398325 h 3055696"/>
              <a:gd name="connsiteX1302" fmla="*/ 2457971 w 4121770"/>
              <a:gd name="connsiteY1302" fmla="*/ 413964 h 3055696"/>
              <a:gd name="connsiteX1303" fmla="*/ 2474479 w 4121770"/>
              <a:gd name="connsiteY1303" fmla="*/ 421784 h 3055696"/>
              <a:gd name="connsiteX1304" fmla="*/ 2482734 w 4121770"/>
              <a:gd name="connsiteY1304" fmla="*/ 421784 h 3055696"/>
              <a:gd name="connsiteX1305" fmla="*/ 2482734 w 4121770"/>
              <a:gd name="connsiteY1305" fmla="*/ 398325 h 3055696"/>
              <a:gd name="connsiteX1306" fmla="*/ 2239673 w 4121770"/>
              <a:gd name="connsiteY1306" fmla="*/ 395393 h 3055696"/>
              <a:gd name="connsiteX1307" fmla="*/ 2231202 w 4121770"/>
              <a:gd name="connsiteY1307" fmla="*/ 398325 h 3055696"/>
              <a:gd name="connsiteX1308" fmla="*/ 2239673 w 4121770"/>
              <a:gd name="connsiteY1308" fmla="*/ 406145 h 3055696"/>
              <a:gd name="connsiteX1309" fmla="*/ 2248145 w 4121770"/>
              <a:gd name="connsiteY1309" fmla="*/ 398325 h 3055696"/>
              <a:gd name="connsiteX1310" fmla="*/ 2239673 w 4121770"/>
              <a:gd name="connsiteY1310" fmla="*/ 395393 h 3055696"/>
              <a:gd name="connsiteX1311" fmla="*/ 2417570 w 4121770"/>
              <a:gd name="connsiteY1311" fmla="*/ 390505 h 3055696"/>
              <a:gd name="connsiteX1312" fmla="*/ 2417570 w 4121770"/>
              <a:gd name="connsiteY1312" fmla="*/ 406145 h 3055696"/>
              <a:gd name="connsiteX1313" fmla="*/ 2433209 w 4121770"/>
              <a:gd name="connsiteY1313" fmla="*/ 398325 h 3055696"/>
              <a:gd name="connsiteX1314" fmla="*/ 2417570 w 4121770"/>
              <a:gd name="connsiteY1314" fmla="*/ 390505 h 3055696"/>
              <a:gd name="connsiteX1315" fmla="*/ 2755036 w 4121770"/>
              <a:gd name="connsiteY1315" fmla="*/ 376657 h 3055696"/>
              <a:gd name="connsiteX1316" fmla="*/ 2748927 w 4121770"/>
              <a:gd name="connsiteY1316" fmla="*/ 390071 h 3055696"/>
              <a:gd name="connsiteX1317" fmla="*/ 2748927 w 4121770"/>
              <a:gd name="connsiteY1317" fmla="*/ 398325 h 3055696"/>
              <a:gd name="connsiteX1318" fmla="*/ 2773364 w 4121770"/>
              <a:gd name="connsiteY1318" fmla="*/ 381816 h 3055696"/>
              <a:gd name="connsiteX1319" fmla="*/ 2755036 w 4121770"/>
              <a:gd name="connsiteY1319" fmla="*/ 376657 h 3055696"/>
              <a:gd name="connsiteX1320" fmla="*/ 2134434 w 4121770"/>
              <a:gd name="connsiteY1320" fmla="*/ 357923 h 3055696"/>
              <a:gd name="connsiteX1321" fmla="*/ 2134434 w 4121770"/>
              <a:gd name="connsiteY1321" fmla="*/ 413964 h 3055696"/>
              <a:gd name="connsiteX1322" fmla="*/ 2167016 w 4121770"/>
              <a:gd name="connsiteY1322" fmla="*/ 373935 h 3055696"/>
              <a:gd name="connsiteX1323" fmla="*/ 2134434 w 4121770"/>
              <a:gd name="connsiteY1323" fmla="*/ 357923 h 3055696"/>
              <a:gd name="connsiteX1324" fmla="*/ 2674884 w 4121770"/>
              <a:gd name="connsiteY1324" fmla="*/ 352818 h 3055696"/>
              <a:gd name="connsiteX1325" fmla="*/ 2643781 w 4121770"/>
              <a:gd name="connsiteY1325" fmla="*/ 365417 h 3055696"/>
              <a:gd name="connsiteX1326" fmla="*/ 2660164 w 4121770"/>
              <a:gd name="connsiteY1326" fmla="*/ 406145 h 3055696"/>
              <a:gd name="connsiteX1327" fmla="*/ 2684741 w 4121770"/>
              <a:gd name="connsiteY1327" fmla="*/ 357272 h 3055696"/>
              <a:gd name="connsiteX1328" fmla="*/ 2674884 w 4121770"/>
              <a:gd name="connsiteY1328" fmla="*/ 352818 h 3055696"/>
              <a:gd name="connsiteX1329" fmla="*/ 2773363 w 4121770"/>
              <a:gd name="connsiteY1329" fmla="*/ 340981 h 3055696"/>
              <a:gd name="connsiteX1330" fmla="*/ 2757724 w 4121770"/>
              <a:gd name="connsiteY1330" fmla="*/ 340981 h 3055696"/>
              <a:gd name="connsiteX1331" fmla="*/ 2773363 w 4121770"/>
              <a:gd name="connsiteY1331" fmla="*/ 357924 h 3055696"/>
              <a:gd name="connsiteX1332" fmla="*/ 2773363 w 4121770"/>
              <a:gd name="connsiteY1332" fmla="*/ 340981 h 3055696"/>
              <a:gd name="connsiteX1333" fmla="*/ 2199272 w 4121770"/>
              <a:gd name="connsiteY1333" fmla="*/ 333161 h 3055696"/>
              <a:gd name="connsiteX1334" fmla="*/ 2199272 w 4121770"/>
              <a:gd name="connsiteY1334" fmla="*/ 350104 h 3055696"/>
              <a:gd name="connsiteX1335" fmla="*/ 2199272 w 4121770"/>
              <a:gd name="connsiteY1335" fmla="*/ 333161 h 3055696"/>
              <a:gd name="connsiteX1336" fmla="*/ 2272125 w 4121770"/>
              <a:gd name="connsiteY1336" fmla="*/ 325342 h 3055696"/>
              <a:gd name="connsiteX1337" fmla="*/ 2255964 w 4121770"/>
              <a:gd name="connsiteY1337" fmla="*/ 357365 h 3055696"/>
              <a:gd name="connsiteX1338" fmla="*/ 2288286 w 4121770"/>
              <a:gd name="connsiteY1338" fmla="*/ 373377 h 3055696"/>
              <a:gd name="connsiteX1339" fmla="*/ 2272125 w 4121770"/>
              <a:gd name="connsiteY1339" fmla="*/ 325342 h 3055696"/>
              <a:gd name="connsiteX1340" fmla="*/ 3104394 w 4121770"/>
              <a:gd name="connsiteY1340" fmla="*/ 317522 h 3055696"/>
              <a:gd name="connsiteX1341" fmla="*/ 3113518 w 4121770"/>
              <a:gd name="connsiteY1341" fmla="*/ 333161 h 3055696"/>
              <a:gd name="connsiteX1342" fmla="*/ 3104394 w 4121770"/>
              <a:gd name="connsiteY1342" fmla="*/ 317522 h 3055696"/>
              <a:gd name="connsiteX1343" fmla="*/ 2304185 w 4121770"/>
              <a:gd name="connsiteY1343" fmla="*/ 300579 h 3055696"/>
              <a:gd name="connsiteX1344" fmla="*/ 2288546 w 4121770"/>
              <a:gd name="connsiteY1344" fmla="*/ 300579 h 3055696"/>
              <a:gd name="connsiteX1345" fmla="*/ 2288546 w 4121770"/>
              <a:gd name="connsiteY1345" fmla="*/ 309702 h 3055696"/>
              <a:gd name="connsiteX1346" fmla="*/ 2304185 w 4121770"/>
              <a:gd name="connsiteY1346" fmla="*/ 300579 h 3055696"/>
              <a:gd name="connsiteX1347" fmla="*/ 2409751 w 4121770"/>
              <a:gd name="connsiteY1347" fmla="*/ 277120 h 3055696"/>
              <a:gd name="connsiteX1348" fmla="*/ 2409751 w 4121770"/>
              <a:gd name="connsiteY1348" fmla="*/ 284940 h 3055696"/>
              <a:gd name="connsiteX1349" fmla="*/ 2409751 w 4121770"/>
              <a:gd name="connsiteY1349" fmla="*/ 277120 h 3055696"/>
              <a:gd name="connsiteX1350" fmla="*/ 2739804 w 4121770"/>
              <a:gd name="connsiteY1350" fmla="*/ 275166 h 3055696"/>
              <a:gd name="connsiteX1351" fmla="*/ 2732962 w 4121770"/>
              <a:gd name="connsiteY1351" fmla="*/ 277120 h 3055696"/>
              <a:gd name="connsiteX1352" fmla="*/ 2732962 w 4121770"/>
              <a:gd name="connsiteY1352" fmla="*/ 292760 h 3055696"/>
              <a:gd name="connsiteX1353" fmla="*/ 2740782 w 4121770"/>
              <a:gd name="connsiteY1353" fmla="*/ 284940 h 3055696"/>
              <a:gd name="connsiteX1354" fmla="*/ 2739804 w 4121770"/>
              <a:gd name="connsiteY1354" fmla="*/ 275166 h 3055696"/>
              <a:gd name="connsiteX1355" fmla="*/ 721579 w 4121770"/>
              <a:gd name="connsiteY1355" fmla="*/ 267630 h 3055696"/>
              <a:gd name="connsiteX1356" fmla="*/ 703333 w 4121770"/>
              <a:gd name="connsiteY1356" fmla="*/ 301230 h 3055696"/>
              <a:gd name="connsiteX1357" fmla="*/ 679006 w 4121770"/>
              <a:gd name="connsiteY1357" fmla="*/ 301230 h 3055696"/>
              <a:gd name="connsiteX1358" fmla="*/ 776317 w 4121770"/>
              <a:gd name="connsiteY1358" fmla="*/ 350103 h 3055696"/>
              <a:gd name="connsiteX1359" fmla="*/ 721579 w 4121770"/>
              <a:gd name="connsiteY1359" fmla="*/ 267630 h 3055696"/>
              <a:gd name="connsiteX1360" fmla="*/ 2141602 w 4121770"/>
              <a:gd name="connsiteY1360" fmla="*/ 234765 h 3055696"/>
              <a:gd name="connsiteX1361" fmla="*/ 2134760 w 4121770"/>
              <a:gd name="connsiteY1361" fmla="*/ 236719 h 3055696"/>
              <a:gd name="connsiteX1362" fmla="*/ 2142579 w 4121770"/>
              <a:gd name="connsiteY1362" fmla="*/ 244539 h 3055696"/>
              <a:gd name="connsiteX1363" fmla="*/ 2141602 w 4121770"/>
              <a:gd name="connsiteY1363" fmla="*/ 234765 h 3055696"/>
              <a:gd name="connsiteX1364" fmla="*/ 3289540 w 4121770"/>
              <a:gd name="connsiteY1364" fmla="*/ 234765 h 3055696"/>
              <a:gd name="connsiteX1365" fmla="*/ 3282943 w 4121770"/>
              <a:gd name="connsiteY1365" fmla="*/ 252359 h 3055696"/>
              <a:gd name="connsiteX1366" fmla="*/ 3298582 w 4121770"/>
              <a:gd name="connsiteY1366" fmla="*/ 236719 h 3055696"/>
              <a:gd name="connsiteX1367" fmla="*/ 3289540 w 4121770"/>
              <a:gd name="connsiteY1367" fmla="*/ 234765 h 3055696"/>
              <a:gd name="connsiteX1368" fmla="*/ 2692560 w 4121770"/>
              <a:gd name="connsiteY1368" fmla="*/ 228900 h 3055696"/>
              <a:gd name="connsiteX1369" fmla="*/ 2684741 w 4121770"/>
              <a:gd name="connsiteY1369" fmla="*/ 252359 h 3055696"/>
              <a:gd name="connsiteX1370" fmla="*/ 2708199 w 4121770"/>
              <a:gd name="connsiteY1370" fmla="*/ 252359 h 3055696"/>
              <a:gd name="connsiteX1371" fmla="*/ 2708199 w 4121770"/>
              <a:gd name="connsiteY1371" fmla="*/ 236719 h 3055696"/>
              <a:gd name="connsiteX1372" fmla="*/ 2692560 w 4121770"/>
              <a:gd name="connsiteY1372" fmla="*/ 228900 h 3055696"/>
              <a:gd name="connsiteX1373" fmla="*/ 1862566 w 4121770"/>
              <a:gd name="connsiteY1373" fmla="*/ 210142 h 3055696"/>
              <a:gd name="connsiteX1374" fmla="*/ 1851515 w 4121770"/>
              <a:gd name="connsiteY1374" fmla="*/ 212143 h 3055696"/>
              <a:gd name="connsiteX1375" fmla="*/ 1867589 w 4121770"/>
              <a:gd name="connsiteY1375" fmla="*/ 220149 h 3055696"/>
              <a:gd name="connsiteX1376" fmla="*/ 1862566 w 4121770"/>
              <a:gd name="connsiteY1376" fmla="*/ 210142 h 3055696"/>
              <a:gd name="connsiteX1377" fmla="*/ 2238614 w 4121770"/>
              <a:gd name="connsiteY1377" fmla="*/ 202060 h 3055696"/>
              <a:gd name="connsiteX1378" fmla="*/ 2248145 w 4121770"/>
              <a:gd name="connsiteY1378" fmla="*/ 211957 h 3055696"/>
              <a:gd name="connsiteX1379" fmla="*/ 2248145 w 4121770"/>
              <a:gd name="connsiteY1379" fmla="*/ 204137 h 3055696"/>
              <a:gd name="connsiteX1380" fmla="*/ 2238614 w 4121770"/>
              <a:gd name="connsiteY1380" fmla="*/ 202060 h 3055696"/>
              <a:gd name="connsiteX1381" fmla="*/ 2377429 w 4121770"/>
              <a:gd name="connsiteY1381" fmla="*/ 196317 h 3055696"/>
              <a:gd name="connsiteX1382" fmla="*/ 2377429 w 4121770"/>
              <a:gd name="connsiteY1382" fmla="*/ 228900 h 3055696"/>
              <a:gd name="connsiteX1383" fmla="*/ 2409751 w 4121770"/>
              <a:gd name="connsiteY1383" fmla="*/ 220754 h 3055696"/>
              <a:gd name="connsiteX1384" fmla="*/ 2377429 w 4121770"/>
              <a:gd name="connsiteY1384" fmla="*/ 196317 h 3055696"/>
              <a:gd name="connsiteX1385" fmla="*/ 2713306 w 4121770"/>
              <a:gd name="connsiteY1385" fmla="*/ 195821 h 3055696"/>
              <a:gd name="connsiteX1386" fmla="*/ 2700706 w 4121770"/>
              <a:gd name="connsiteY1386" fmla="*/ 220819 h 3055696"/>
              <a:gd name="connsiteX1387" fmla="*/ 2725142 w 4121770"/>
              <a:gd name="connsiteY1387" fmla="*/ 228900 h 3055696"/>
              <a:gd name="connsiteX1388" fmla="*/ 2725142 w 4121770"/>
              <a:gd name="connsiteY1388" fmla="*/ 196578 h 3055696"/>
              <a:gd name="connsiteX1389" fmla="*/ 2713306 w 4121770"/>
              <a:gd name="connsiteY1389" fmla="*/ 195821 h 3055696"/>
              <a:gd name="connsiteX1390" fmla="*/ 2861986 w 4121770"/>
              <a:gd name="connsiteY1390" fmla="*/ 188498 h 3055696"/>
              <a:gd name="connsiteX1391" fmla="*/ 2846346 w 4121770"/>
              <a:gd name="connsiteY1391" fmla="*/ 188498 h 3055696"/>
              <a:gd name="connsiteX1392" fmla="*/ 2854166 w 4121770"/>
              <a:gd name="connsiteY1392" fmla="*/ 204137 h 3055696"/>
              <a:gd name="connsiteX1393" fmla="*/ 2861986 w 4121770"/>
              <a:gd name="connsiteY1393" fmla="*/ 188498 h 3055696"/>
              <a:gd name="connsiteX1394" fmla="*/ 2431628 w 4121770"/>
              <a:gd name="connsiteY1394" fmla="*/ 176586 h 3055696"/>
              <a:gd name="connsiteX1395" fmla="*/ 2425824 w 4121770"/>
              <a:gd name="connsiteY1395" fmla="*/ 196318 h 3055696"/>
              <a:gd name="connsiteX1396" fmla="*/ 2434078 w 4121770"/>
              <a:gd name="connsiteY1396" fmla="*/ 196318 h 3055696"/>
              <a:gd name="connsiteX1397" fmla="*/ 2442333 w 4121770"/>
              <a:gd name="connsiteY1397" fmla="*/ 179810 h 3055696"/>
              <a:gd name="connsiteX1398" fmla="*/ 2431628 w 4121770"/>
              <a:gd name="connsiteY1398" fmla="*/ 176586 h 3055696"/>
              <a:gd name="connsiteX1399" fmla="*/ 1851950 w 4121770"/>
              <a:gd name="connsiteY1399" fmla="*/ 171556 h 3055696"/>
              <a:gd name="connsiteX1400" fmla="*/ 1835007 w 4121770"/>
              <a:gd name="connsiteY1400" fmla="*/ 180027 h 3055696"/>
              <a:gd name="connsiteX1401" fmla="*/ 1835007 w 4121770"/>
              <a:gd name="connsiteY1401" fmla="*/ 188499 h 3055696"/>
              <a:gd name="connsiteX1402" fmla="*/ 1851950 w 4121770"/>
              <a:gd name="connsiteY1402" fmla="*/ 188499 h 3055696"/>
              <a:gd name="connsiteX1403" fmla="*/ 1851950 w 4121770"/>
              <a:gd name="connsiteY1403" fmla="*/ 171556 h 3055696"/>
              <a:gd name="connsiteX1404" fmla="*/ 2934969 w 4121770"/>
              <a:gd name="connsiteY1404" fmla="*/ 171556 h 3055696"/>
              <a:gd name="connsiteX1405" fmla="*/ 2919330 w 4121770"/>
              <a:gd name="connsiteY1405" fmla="*/ 180027 h 3055696"/>
              <a:gd name="connsiteX1406" fmla="*/ 2927149 w 4121770"/>
              <a:gd name="connsiteY1406" fmla="*/ 188499 h 3055696"/>
              <a:gd name="connsiteX1407" fmla="*/ 2934969 w 4121770"/>
              <a:gd name="connsiteY1407" fmla="*/ 171556 h 3055696"/>
              <a:gd name="connsiteX1408" fmla="*/ 3113518 w 4121770"/>
              <a:gd name="connsiteY1408" fmla="*/ 163736 h 3055696"/>
              <a:gd name="connsiteX1409" fmla="*/ 3104394 w 4121770"/>
              <a:gd name="connsiteY1409" fmla="*/ 163736 h 3055696"/>
              <a:gd name="connsiteX1410" fmla="*/ 3104394 w 4121770"/>
              <a:gd name="connsiteY1410" fmla="*/ 179375 h 3055696"/>
              <a:gd name="connsiteX1411" fmla="*/ 3113518 w 4121770"/>
              <a:gd name="connsiteY1411" fmla="*/ 163736 h 3055696"/>
              <a:gd name="connsiteX1412" fmla="*/ 3298582 w 4121770"/>
              <a:gd name="connsiteY1412" fmla="*/ 155916 h 3055696"/>
              <a:gd name="connsiteX1413" fmla="*/ 3275123 w 4121770"/>
              <a:gd name="connsiteY1413" fmla="*/ 171556 h 3055696"/>
              <a:gd name="connsiteX1414" fmla="*/ 3282943 w 4121770"/>
              <a:gd name="connsiteY1414" fmla="*/ 171556 h 3055696"/>
              <a:gd name="connsiteX1415" fmla="*/ 3298582 w 4121770"/>
              <a:gd name="connsiteY1415" fmla="*/ 171556 h 3055696"/>
              <a:gd name="connsiteX1416" fmla="*/ 3298582 w 4121770"/>
              <a:gd name="connsiteY1416" fmla="*/ 155916 h 3055696"/>
              <a:gd name="connsiteX1417" fmla="*/ 1884531 w 4121770"/>
              <a:gd name="connsiteY1417" fmla="*/ 148097 h 3055696"/>
              <a:gd name="connsiteX1418" fmla="*/ 1892351 w 4121770"/>
              <a:gd name="connsiteY1418" fmla="*/ 163736 h 3055696"/>
              <a:gd name="connsiteX1419" fmla="*/ 1884531 w 4121770"/>
              <a:gd name="connsiteY1419" fmla="*/ 148097 h 3055696"/>
              <a:gd name="connsiteX1420" fmla="*/ 2078198 w 4121770"/>
              <a:gd name="connsiteY1420" fmla="*/ 148097 h 3055696"/>
              <a:gd name="connsiteX1421" fmla="*/ 2053957 w 4121770"/>
              <a:gd name="connsiteY1421" fmla="*/ 156134 h 3055696"/>
              <a:gd name="connsiteX1422" fmla="*/ 2094359 w 4121770"/>
              <a:gd name="connsiteY1422" fmla="*/ 180245 h 3055696"/>
              <a:gd name="connsiteX1423" fmla="*/ 2078198 w 4121770"/>
              <a:gd name="connsiteY1423" fmla="*/ 148097 h 3055696"/>
              <a:gd name="connsiteX1424" fmla="*/ 2515784 w 4121770"/>
              <a:gd name="connsiteY1424" fmla="*/ 143875 h 3055696"/>
              <a:gd name="connsiteX1425" fmla="*/ 2498373 w 4121770"/>
              <a:gd name="connsiteY1425" fmla="*/ 155482 h 3055696"/>
              <a:gd name="connsiteX1426" fmla="*/ 2523136 w 4121770"/>
              <a:gd name="connsiteY1426" fmla="*/ 147227 h 3055696"/>
              <a:gd name="connsiteX1427" fmla="*/ 2515784 w 4121770"/>
              <a:gd name="connsiteY1427" fmla="*/ 143875 h 3055696"/>
              <a:gd name="connsiteX1428" fmla="*/ 2112686 w 4121770"/>
              <a:gd name="connsiteY1428" fmla="*/ 143046 h 3055696"/>
              <a:gd name="connsiteX1429" fmla="*/ 2094359 w 4121770"/>
              <a:gd name="connsiteY1429" fmla="*/ 147119 h 3055696"/>
              <a:gd name="connsiteX1430" fmla="*/ 2102504 w 4121770"/>
              <a:gd name="connsiteY1430" fmla="*/ 171556 h 3055696"/>
              <a:gd name="connsiteX1431" fmla="*/ 2118795 w 4121770"/>
              <a:gd name="connsiteY1431" fmla="*/ 163410 h 3055696"/>
              <a:gd name="connsiteX1432" fmla="*/ 2112686 w 4121770"/>
              <a:gd name="connsiteY1432" fmla="*/ 143046 h 3055696"/>
              <a:gd name="connsiteX1433" fmla="*/ 3816850 w 4121770"/>
              <a:gd name="connsiteY1433" fmla="*/ 131154 h 3055696"/>
              <a:gd name="connsiteX1434" fmla="*/ 3800342 w 4121770"/>
              <a:gd name="connsiteY1434" fmla="*/ 139408 h 3055696"/>
              <a:gd name="connsiteX1435" fmla="*/ 3825104 w 4121770"/>
              <a:gd name="connsiteY1435" fmla="*/ 147662 h 3055696"/>
              <a:gd name="connsiteX1436" fmla="*/ 3816850 w 4121770"/>
              <a:gd name="connsiteY1436" fmla="*/ 131154 h 3055696"/>
              <a:gd name="connsiteX1437" fmla="*/ 2213500 w 4121770"/>
              <a:gd name="connsiteY1437" fmla="*/ 125615 h 3055696"/>
              <a:gd name="connsiteX1438" fmla="*/ 2199055 w 4121770"/>
              <a:gd name="connsiteY1438" fmla="*/ 147836 h 3055696"/>
              <a:gd name="connsiteX1439" fmla="*/ 2207309 w 4121770"/>
              <a:gd name="connsiteY1439" fmla="*/ 188237 h 3055696"/>
              <a:gd name="connsiteX1440" fmla="*/ 2223817 w 4121770"/>
              <a:gd name="connsiteY1440" fmla="*/ 188237 h 3055696"/>
              <a:gd name="connsiteX1441" fmla="*/ 2240325 w 4121770"/>
              <a:gd name="connsiteY1441" fmla="*/ 139755 h 3055696"/>
              <a:gd name="connsiteX1442" fmla="*/ 2213500 w 4121770"/>
              <a:gd name="connsiteY1442" fmla="*/ 125615 h 3055696"/>
              <a:gd name="connsiteX1443" fmla="*/ 2417570 w 4121770"/>
              <a:gd name="connsiteY1443" fmla="*/ 123334 h 3055696"/>
              <a:gd name="connsiteX1444" fmla="*/ 2417570 w 4121770"/>
              <a:gd name="connsiteY1444" fmla="*/ 138973 h 3055696"/>
              <a:gd name="connsiteX1445" fmla="*/ 2425390 w 4121770"/>
              <a:gd name="connsiteY1445" fmla="*/ 138973 h 3055696"/>
              <a:gd name="connsiteX1446" fmla="*/ 2417570 w 4121770"/>
              <a:gd name="connsiteY1446" fmla="*/ 123334 h 3055696"/>
              <a:gd name="connsiteX1447" fmla="*/ 2951912 w 4121770"/>
              <a:gd name="connsiteY1447" fmla="*/ 123334 h 3055696"/>
              <a:gd name="connsiteX1448" fmla="*/ 2935403 w 4121770"/>
              <a:gd name="connsiteY1448" fmla="*/ 148097 h 3055696"/>
              <a:gd name="connsiteX1449" fmla="*/ 2951912 w 4121770"/>
              <a:gd name="connsiteY1449" fmla="*/ 123334 h 3055696"/>
              <a:gd name="connsiteX1450" fmla="*/ 2100224 w 4121770"/>
              <a:gd name="connsiteY1450" fmla="*/ 114537 h 3055696"/>
              <a:gd name="connsiteX1451" fmla="*/ 2094359 w 4121770"/>
              <a:gd name="connsiteY1451" fmla="*/ 131154 h 3055696"/>
              <a:gd name="connsiteX1452" fmla="*/ 2117818 w 4121770"/>
              <a:gd name="connsiteY1452" fmla="*/ 115515 h 3055696"/>
              <a:gd name="connsiteX1453" fmla="*/ 2100224 w 4121770"/>
              <a:gd name="connsiteY1453" fmla="*/ 114537 h 3055696"/>
              <a:gd name="connsiteX1454" fmla="*/ 2032128 w 4121770"/>
              <a:gd name="connsiteY1454" fmla="*/ 110627 h 3055696"/>
              <a:gd name="connsiteX1455" fmla="*/ 2021375 w 4121770"/>
              <a:gd name="connsiteY1455" fmla="*/ 115515 h 3055696"/>
              <a:gd name="connsiteX1456" fmla="*/ 2037015 w 4121770"/>
              <a:gd name="connsiteY1456" fmla="*/ 123334 h 3055696"/>
              <a:gd name="connsiteX1457" fmla="*/ 2032128 w 4121770"/>
              <a:gd name="connsiteY1457" fmla="*/ 110627 h 3055696"/>
              <a:gd name="connsiteX1458" fmla="*/ 1890560 w 4121770"/>
              <a:gd name="connsiteY1458" fmla="*/ 82241 h 3055696"/>
              <a:gd name="connsiteX1459" fmla="*/ 1883489 w 4121770"/>
              <a:gd name="connsiteY1459" fmla="*/ 99550 h 3055696"/>
              <a:gd name="connsiteX1460" fmla="*/ 1915811 w 4121770"/>
              <a:gd name="connsiteY1460" fmla="*/ 83259 h 3055696"/>
              <a:gd name="connsiteX1461" fmla="*/ 1890560 w 4121770"/>
              <a:gd name="connsiteY1461" fmla="*/ 82241 h 3055696"/>
              <a:gd name="connsiteX1462" fmla="*/ 1834029 w 4121770"/>
              <a:gd name="connsiteY1462" fmla="*/ 80978 h 3055696"/>
              <a:gd name="connsiteX1463" fmla="*/ 1827187 w 4121770"/>
              <a:gd name="connsiteY1463" fmla="*/ 82933 h 3055696"/>
              <a:gd name="connsiteX1464" fmla="*/ 1819368 w 4121770"/>
              <a:gd name="connsiteY1464" fmla="*/ 90753 h 3055696"/>
              <a:gd name="connsiteX1465" fmla="*/ 1835007 w 4121770"/>
              <a:gd name="connsiteY1465" fmla="*/ 90753 h 3055696"/>
              <a:gd name="connsiteX1466" fmla="*/ 1834029 w 4121770"/>
              <a:gd name="connsiteY1466" fmla="*/ 80978 h 3055696"/>
              <a:gd name="connsiteX1467" fmla="*/ 1991678 w 4121770"/>
              <a:gd name="connsiteY1467" fmla="*/ 73159 h 3055696"/>
              <a:gd name="connsiteX1468" fmla="*/ 1980974 w 4121770"/>
              <a:gd name="connsiteY1468" fmla="*/ 75114 h 3055696"/>
              <a:gd name="connsiteX1469" fmla="*/ 1997481 w 4121770"/>
              <a:gd name="connsiteY1469" fmla="*/ 90753 h 3055696"/>
              <a:gd name="connsiteX1470" fmla="*/ 1991678 w 4121770"/>
              <a:gd name="connsiteY1470" fmla="*/ 73159 h 3055696"/>
              <a:gd name="connsiteX1471" fmla="*/ 2555065 w 4121770"/>
              <a:gd name="connsiteY1471" fmla="*/ 67294 h 3055696"/>
              <a:gd name="connsiteX1472" fmla="*/ 2546594 w 4121770"/>
              <a:gd name="connsiteY1472" fmla="*/ 67294 h 3055696"/>
              <a:gd name="connsiteX1473" fmla="*/ 2546594 w 4121770"/>
              <a:gd name="connsiteY1473" fmla="*/ 82933 h 3055696"/>
              <a:gd name="connsiteX1474" fmla="*/ 2555065 w 4121770"/>
              <a:gd name="connsiteY1474" fmla="*/ 82933 h 3055696"/>
              <a:gd name="connsiteX1475" fmla="*/ 2555065 w 4121770"/>
              <a:gd name="connsiteY1475" fmla="*/ 67294 h 3055696"/>
              <a:gd name="connsiteX1476" fmla="*/ 3048354 w 4121770"/>
              <a:gd name="connsiteY1476" fmla="*/ 67294 h 3055696"/>
              <a:gd name="connsiteX1477" fmla="*/ 3080936 w 4121770"/>
              <a:gd name="connsiteY1477" fmla="*/ 115515 h 3055696"/>
              <a:gd name="connsiteX1478" fmla="*/ 3048354 w 4121770"/>
              <a:gd name="connsiteY1478" fmla="*/ 67294 h 3055696"/>
              <a:gd name="connsiteX1479" fmla="*/ 2241649 w 4121770"/>
              <a:gd name="connsiteY1479" fmla="*/ 55252 h 3055696"/>
              <a:gd name="connsiteX1480" fmla="*/ 2231202 w 4121770"/>
              <a:gd name="connsiteY1480" fmla="*/ 66860 h 3055696"/>
              <a:gd name="connsiteX1481" fmla="*/ 2247710 w 4121770"/>
              <a:gd name="connsiteY1481" fmla="*/ 58605 h 3055696"/>
              <a:gd name="connsiteX1482" fmla="*/ 2241649 w 4121770"/>
              <a:gd name="connsiteY1482" fmla="*/ 55252 h 3055696"/>
              <a:gd name="connsiteX1483" fmla="*/ 2334731 w 4121770"/>
              <a:gd name="connsiteY1483" fmla="*/ 47721 h 3055696"/>
              <a:gd name="connsiteX1484" fmla="*/ 2312331 w 4121770"/>
              <a:gd name="connsiteY1484" fmla="*/ 66735 h 3055696"/>
              <a:gd name="connsiteX1485" fmla="*/ 2344912 w 4121770"/>
              <a:gd name="connsiteY1485" fmla="*/ 82747 h 3055696"/>
              <a:gd name="connsiteX1486" fmla="*/ 2334731 w 4121770"/>
              <a:gd name="connsiteY1486" fmla="*/ 47721 h 3055696"/>
              <a:gd name="connsiteX1487" fmla="*/ 1957983 w 4121770"/>
              <a:gd name="connsiteY1487" fmla="*/ 47432 h 3055696"/>
              <a:gd name="connsiteX1488" fmla="*/ 1940573 w 4121770"/>
              <a:gd name="connsiteY1488" fmla="*/ 59040 h 3055696"/>
              <a:gd name="connsiteX1489" fmla="*/ 1965335 w 4121770"/>
              <a:gd name="connsiteY1489" fmla="*/ 50785 h 3055696"/>
              <a:gd name="connsiteX1490" fmla="*/ 1957983 w 4121770"/>
              <a:gd name="connsiteY1490" fmla="*/ 47432 h 3055696"/>
              <a:gd name="connsiteX1491" fmla="*/ 2013121 w 4121770"/>
              <a:gd name="connsiteY1491" fmla="*/ 26892 h 3055696"/>
              <a:gd name="connsiteX1492" fmla="*/ 1996613 w 4121770"/>
              <a:gd name="connsiteY1492" fmla="*/ 42531 h 3055696"/>
              <a:gd name="connsiteX1493" fmla="*/ 2021375 w 4121770"/>
              <a:gd name="connsiteY1493" fmla="*/ 42531 h 3055696"/>
              <a:gd name="connsiteX1494" fmla="*/ 2013121 w 4121770"/>
              <a:gd name="connsiteY1494" fmla="*/ 26892 h 3055696"/>
              <a:gd name="connsiteX1495" fmla="*/ 1853076 w 4121770"/>
              <a:gd name="connsiteY1495" fmla="*/ 19677 h 3055696"/>
              <a:gd name="connsiteX1496" fmla="*/ 1842358 w 4121770"/>
              <a:gd name="connsiteY1496" fmla="*/ 19837 h 3055696"/>
              <a:gd name="connsiteX1497" fmla="*/ 1835007 w 4121770"/>
              <a:gd name="connsiteY1497" fmla="*/ 34278 h 3055696"/>
              <a:gd name="connsiteX1498" fmla="*/ 1859769 w 4121770"/>
              <a:gd name="connsiteY1498" fmla="*/ 50352 h 3055696"/>
              <a:gd name="connsiteX1499" fmla="*/ 1853076 w 4121770"/>
              <a:gd name="connsiteY1499" fmla="*/ 19677 h 3055696"/>
              <a:gd name="connsiteX1500" fmla="*/ 3169558 w 4121770"/>
              <a:gd name="connsiteY1500" fmla="*/ 9950 h 3055696"/>
              <a:gd name="connsiteX1501" fmla="*/ 3185197 w 4121770"/>
              <a:gd name="connsiteY1501" fmla="*/ 26241 h 3055696"/>
              <a:gd name="connsiteX1502" fmla="*/ 3169558 w 4121770"/>
              <a:gd name="connsiteY1502" fmla="*/ 9950 h 3055696"/>
              <a:gd name="connsiteX1503" fmla="*/ 3767760 w 4121770"/>
              <a:gd name="connsiteY1503" fmla="*/ 9950 h 3055696"/>
              <a:gd name="connsiteX1504" fmla="*/ 3752121 w 4121770"/>
              <a:gd name="connsiteY1504" fmla="*/ 34713 h 3055696"/>
              <a:gd name="connsiteX1505" fmla="*/ 3767760 w 4121770"/>
              <a:gd name="connsiteY1505" fmla="*/ 9950 h 3055696"/>
              <a:gd name="connsiteX1506" fmla="*/ 3566853 w 4121770"/>
              <a:gd name="connsiteY1506" fmla="*/ 176 h 3055696"/>
              <a:gd name="connsiteX1507" fmla="*/ 3557933 w 4121770"/>
              <a:gd name="connsiteY1507" fmla="*/ 2130 h 3055696"/>
              <a:gd name="connsiteX1508" fmla="*/ 3565753 w 4121770"/>
              <a:gd name="connsiteY1508" fmla="*/ 17770 h 3055696"/>
              <a:gd name="connsiteX1509" fmla="*/ 3566853 w 4121770"/>
              <a:gd name="connsiteY1509" fmla="*/ 176 h 305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</a:cxnLst>
            <a:rect l="l" t="t" r="r" b="b"/>
            <a:pathLst>
              <a:path w="4121770" h="3055696">
                <a:moveTo>
                  <a:pt x="2852211" y="3030405"/>
                </a:moveTo>
                <a:cubicBezTo>
                  <a:pt x="2848791" y="3029794"/>
                  <a:pt x="2844392" y="3030283"/>
                  <a:pt x="2838527" y="3032237"/>
                </a:cubicBezTo>
                <a:cubicBezTo>
                  <a:pt x="2838527" y="3047876"/>
                  <a:pt x="2854166" y="3047876"/>
                  <a:pt x="2869805" y="3055696"/>
                </a:cubicBezTo>
                <a:cubicBezTo>
                  <a:pt x="2863941" y="3043967"/>
                  <a:pt x="2862475" y="3032237"/>
                  <a:pt x="2852211" y="3030405"/>
                </a:cubicBezTo>
                <a:close/>
                <a:moveTo>
                  <a:pt x="2877027" y="2868251"/>
                </a:moveTo>
                <a:cubicBezTo>
                  <a:pt x="2859982" y="2865951"/>
                  <a:pt x="2846347" y="2884346"/>
                  <a:pt x="2846347" y="2902739"/>
                </a:cubicBezTo>
                <a:cubicBezTo>
                  <a:pt x="2854427" y="2943615"/>
                  <a:pt x="2927149" y="2927265"/>
                  <a:pt x="2894828" y="2878214"/>
                </a:cubicBezTo>
                <a:cubicBezTo>
                  <a:pt x="2888768" y="2872083"/>
                  <a:pt x="2882707" y="2869017"/>
                  <a:pt x="2877027" y="2868251"/>
                </a:cubicBezTo>
                <a:close/>
                <a:moveTo>
                  <a:pt x="2741217" y="2782009"/>
                </a:moveTo>
                <a:cubicBezTo>
                  <a:pt x="2732962" y="2789829"/>
                  <a:pt x="2741217" y="2797648"/>
                  <a:pt x="2749471" y="2797648"/>
                </a:cubicBezTo>
                <a:cubicBezTo>
                  <a:pt x="2757725" y="2789829"/>
                  <a:pt x="2757725" y="2782009"/>
                  <a:pt x="2741217" y="2782009"/>
                </a:cubicBezTo>
                <a:close/>
                <a:moveTo>
                  <a:pt x="1961279" y="2780335"/>
                </a:moveTo>
                <a:cubicBezTo>
                  <a:pt x="1950673" y="2784501"/>
                  <a:pt x="1944613" y="2801167"/>
                  <a:pt x="1956733" y="2813288"/>
                </a:cubicBezTo>
                <a:cubicBezTo>
                  <a:pt x="1972895" y="2813288"/>
                  <a:pt x="1980975" y="2805208"/>
                  <a:pt x="1980975" y="2789046"/>
                </a:cubicBezTo>
                <a:cubicBezTo>
                  <a:pt x="1980975" y="2789046"/>
                  <a:pt x="1980975" y="2789046"/>
                  <a:pt x="1972895" y="2780966"/>
                </a:cubicBezTo>
                <a:cubicBezTo>
                  <a:pt x="1968854" y="2778946"/>
                  <a:pt x="1964814" y="2778946"/>
                  <a:pt x="1961279" y="2780335"/>
                </a:cubicBezTo>
                <a:close/>
                <a:moveTo>
                  <a:pt x="1364485" y="2773321"/>
                </a:moveTo>
                <a:cubicBezTo>
                  <a:pt x="1352512" y="2769302"/>
                  <a:pt x="1338542" y="2773320"/>
                  <a:pt x="1342534" y="2789394"/>
                </a:cubicBezTo>
                <a:cubicBezTo>
                  <a:pt x="1350516" y="2797432"/>
                  <a:pt x="1358499" y="2805468"/>
                  <a:pt x="1374464" y="2805468"/>
                </a:cubicBezTo>
                <a:cubicBezTo>
                  <a:pt x="1386438" y="2789394"/>
                  <a:pt x="1376460" y="2777339"/>
                  <a:pt x="1364485" y="2773321"/>
                </a:cubicBezTo>
                <a:close/>
                <a:moveTo>
                  <a:pt x="2854166" y="2749427"/>
                </a:moveTo>
                <a:cubicBezTo>
                  <a:pt x="2846347" y="2757246"/>
                  <a:pt x="2846347" y="2772886"/>
                  <a:pt x="2854166" y="2772886"/>
                </a:cubicBezTo>
                <a:cubicBezTo>
                  <a:pt x="2861986" y="2772886"/>
                  <a:pt x="2869805" y="2765066"/>
                  <a:pt x="2869805" y="2757246"/>
                </a:cubicBezTo>
                <a:cubicBezTo>
                  <a:pt x="2861986" y="2757246"/>
                  <a:pt x="2861986" y="2749427"/>
                  <a:pt x="2854166" y="2749427"/>
                </a:cubicBezTo>
                <a:close/>
                <a:moveTo>
                  <a:pt x="1482025" y="2727813"/>
                </a:moveTo>
                <a:cubicBezTo>
                  <a:pt x="1467001" y="2723993"/>
                  <a:pt x="1451977" y="2772886"/>
                  <a:pt x="1480258" y="2772886"/>
                </a:cubicBezTo>
                <a:cubicBezTo>
                  <a:pt x="1480258" y="2756921"/>
                  <a:pt x="1488338" y="2756921"/>
                  <a:pt x="1488338" y="2732974"/>
                </a:cubicBezTo>
                <a:cubicBezTo>
                  <a:pt x="1486318" y="2729980"/>
                  <a:pt x="1484171" y="2728358"/>
                  <a:pt x="1482025" y="2727813"/>
                </a:cubicBezTo>
                <a:close/>
                <a:moveTo>
                  <a:pt x="2328948" y="2724665"/>
                </a:moveTo>
                <a:cubicBezTo>
                  <a:pt x="2328948" y="2733136"/>
                  <a:pt x="2328948" y="2741608"/>
                  <a:pt x="2336767" y="2741608"/>
                </a:cubicBezTo>
                <a:cubicBezTo>
                  <a:pt x="2336767" y="2733136"/>
                  <a:pt x="2336767" y="2724665"/>
                  <a:pt x="2328948" y="2724665"/>
                </a:cubicBezTo>
                <a:close/>
                <a:moveTo>
                  <a:pt x="1747173" y="2716019"/>
                </a:moveTo>
                <a:cubicBezTo>
                  <a:pt x="1735118" y="2711027"/>
                  <a:pt x="1714021" y="2737139"/>
                  <a:pt x="1738132" y="2749427"/>
                </a:cubicBezTo>
                <a:cubicBezTo>
                  <a:pt x="1746169" y="2741235"/>
                  <a:pt x="1754205" y="2741235"/>
                  <a:pt x="1754205" y="2733043"/>
                </a:cubicBezTo>
                <a:cubicBezTo>
                  <a:pt x="1754205" y="2722803"/>
                  <a:pt x="1751191" y="2717683"/>
                  <a:pt x="1747173" y="2716019"/>
                </a:cubicBezTo>
                <a:close/>
                <a:moveTo>
                  <a:pt x="2021375" y="2643862"/>
                </a:moveTo>
                <a:cubicBezTo>
                  <a:pt x="2021375" y="2643862"/>
                  <a:pt x="2021375" y="2643862"/>
                  <a:pt x="2013556" y="2643862"/>
                </a:cubicBezTo>
                <a:cubicBezTo>
                  <a:pt x="2013556" y="2652117"/>
                  <a:pt x="2005736" y="2660371"/>
                  <a:pt x="2013556" y="2668625"/>
                </a:cubicBezTo>
                <a:cubicBezTo>
                  <a:pt x="2021375" y="2668625"/>
                  <a:pt x="2021375" y="2660371"/>
                  <a:pt x="2021375" y="2643862"/>
                </a:cubicBezTo>
                <a:close/>
                <a:moveTo>
                  <a:pt x="2861986" y="2620403"/>
                </a:moveTo>
                <a:cubicBezTo>
                  <a:pt x="2861986" y="2620403"/>
                  <a:pt x="2861986" y="2620403"/>
                  <a:pt x="2854166" y="2620403"/>
                </a:cubicBezTo>
                <a:cubicBezTo>
                  <a:pt x="2854166" y="2628223"/>
                  <a:pt x="2854166" y="2628223"/>
                  <a:pt x="2854166" y="2636042"/>
                </a:cubicBezTo>
                <a:cubicBezTo>
                  <a:pt x="2861986" y="2636042"/>
                  <a:pt x="2861986" y="2636042"/>
                  <a:pt x="2861986" y="2636042"/>
                </a:cubicBezTo>
                <a:cubicBezTo>
                  <a:pt x="2869805" y="2636042"/>
                  <a:pt x="2869805" y="2636042"/>
                  <a:pt x="2869805" y="2628223"/>
                </a:cubicBezTo>
                <a:cubicBezTo>
                  <a:pt x="2869805" y="2628223"/>
                  <a:pt x="2869805" y="2620403"/>
                  <a:pt x="2861986" y="2620403"/>
                </a:cubicBezTo>
                <a:close/>
                <a:moveTo>
                  <a:pt x="2480382" y="2580261"/>
                </a:moveTo>
                <a:cubicBezTo>
                  <a:pt x="2467950" y="2576862"/>
                  <a:pt x="2454388" y="2622181"/>
                  <a:pt x="2490553" y="2604053"/>
                </a:cubicBezTo>
                <a:cubicBezTo>
                  <a:pt x="2488545" y="2587940"/>
                  <a:pt x="2484526" y="2581394"/>
                  <a:pt x="2480382" y="2580261"/>
                </a:cubicBezTo>
                <a:close/>
                <a:moveTo>
                  <a:pt x="1871830" y="2561691"/>
                </a:moveTo>
                <a:cubicBezTo>
                  <a:pt x="1826170" y="2552113"/>
                  <a:pt x="1797661" y="2625168"/>
                  <a:pt x="1819043" y="2660804"/>
                </a:cubicBezTo>
                <a:cubicBezTo>
                  <a:pt x="1859771" y="2644513"/>
                  <a:pt x="1884207" y="2620077"/>
                  <a:pt x="1892352" y="2571205"/>
                </a:cubicBezTo>
                <a:cubicBezTo>
                  <a:pt x="1885225" y="2566114"/>
                  <a:pt x="1878352" y="2563059"/>
                  <a:pt x="1871830" y="2561691"/>
                </a:cubicBezTo>
                <a:close/>
                <a:moveTo>
                  <a:pt x="2724165" y="2561105"/>
                </a:moveTo>
                <a:cubicBezTo>
                  <a:pt x="2723188" y="2559150"/>
                  <a:pt x="2721233" y="2559150"/>
                  <a:pt x="2717323" y="2563059"/>
                </a:cubicBezTo>
                <a:cubicBezTo>
                  <a:pt x="2717323" y="2563059"/>
                  <a:pt x="2717323" y="2570879"/>
                  <a:pt x="2725143" y="2570879"/>
                </a:cubicBezTo>
                <a:cubicBezTo>
                  <a:pt x="2725143" y="2566969"/>
                  <a:pt x="2725143" y="2563059"/>
                  <a:pt x="2724165" y="2561105"/>
                </a:cubicBezTo>
                <a:close/>
                <a:moveTo>
                  <a:pt x="1325428" y="2555240"/>
                </a:moveTo>
                <a:cubicBezTo>
                  <a:pt x="1317609" y="2555240"/>
                  <a:pt x="1317609" y="2555240"/>
                  <a:pt x="1317609" y="2563059"/>
                </a:cubicBezTo>
                <a:cubicBezTo>
                  <a:pt x="1317609" y="2563059"/>
                  <a:pt x="1317609" y="2563059"/>
                  <a:pt x="1325428" y="2563059"/>
                </a:cubicBezTo>
                <a:cubicBezTo>
                  <a:pt x="1325428" y="2563059"/>
                  <a:pt x="1325428" y="2555240"/>
                  <a:pt x="1325428" y="2555240"/>
                </a:cubicBezTo>
                <a:close/>
                <a:moveTo>
                  <a:pt x="1956212" y="2555240"/>
                </a:moveTo>
                <a:cubicBezTo>
                  <a:pt x="1948392" y="2555240"/>
                  <a:pt x="1948392" y="2555240"/>
                  <a:pt x="1940573" y="2555240"/>
                </a:cubicBezTo>
                <a:cubicBezTo>
                  <a:pt x="1940573" y="2571748"/>
                  <a:pt x="1940573" y="2555240"/>
                  <a:pt x="1924933" y="2563494"/>
                </a:cubicBezTo>
                <a:cubicBezTo>
                  <a:pt x="1924933" y="2563494"/>
                  <a:pt x="1924933" y="2571748"/>
                  <a:pt x="1924933" y="2580002"/>
                </a:cubicBezTo>
                <a:cubicBezTo>
                  <a:pt x="1932753" y="2580002"/>
                  <a:pt x="1948392" y="2571748"/>
                  <a:pt x="1956212" y="2555240"/>
                </a:cubicBezTo>
                <a:close/>
                <a:moveTo>
                  <a:pt x="2292565" y="2546675"/>
                </a:moveTo>
                <a:cubicBezTo>
                  <a:pt x="2272473" y="2546675"/>
                  <a:pt x="2252381" y="2558824"/>
                  <a:pt x="2248363" y="2579071"/>
                </a:cubicBezTo>
                <a:cubicBezTo>
                  <a:pt x="2240325" y="2635763"/>
                  <a:pt x="2328731" y="2643862"/>
                  <a:pt x="2336767" y="2587170"/>
                </a:cubicBezTo>
                <a:cubicBezTo>
                  <a:pt x="2332749" y="2558823"/>
                  <a:pt x="2312657" y="2546675"/>
                  <a:pt x="2292565" y="2546675"/>
                </a:cubicBezTo>
                <a:close/>
                <a:moveTo>
                  <a:pt x="1715880" y="2487158"/>
                </a:moveTo>
                <a:cubicBezTo>
                  <a:pt x="1710382" y="2486383"/>
                  <a:pt x="1705984" y="2492574"/>
                  <a:pt x="1705984" y="2498765"/>
                </a:cubicBezTo>
                <a:cubicBezTo>
                  <a:pt x="1705984" y="2507019"/>
                  <a:pt x="1721623" y="2507019"/>
                  <a:pt x="1721623" y="2490511"/>
                </a:cubicBezTo>
                <a:cubicBezTo>
                  <a:pt x="1719668" y="2488447"/>
                  <a:pt x="1717713" y="2487415"/>
                  <a:pt x="1715880" y="2487158"/>
                </a:cubicBezTo>
                <a:close/>
                <a:moveTo>
                  <a:pt x="1698164" y="2474437"/>
                </a:moveTo>
                <a:cubicBezTo>
                  <a:pt x="1690344" y="2482256"/>
                  <a:pt x="1690344" y="2482256"/>
                  <a:pt x="1690344" y="2482256"/>
                </a:cubicBezTo>
                <a:cubicBezTo>
                  <a:pt x="1698164" y="2490076"/>
                  <a:pt x="1705984" y="2482256"/>
                  <a:pt x="1698164" y="2474437"/>
                </a:cubicBezTo>
                <a:close/>
                <a:moveTo>
                  <a:pt x="2522875" y="2471006"/>
                </a:moveTo>
                <a:cubicBezTo>
                  <a:pt x="2506714" y="2467959"/>
                  <a:pt x="2490553" y="2478116"/>
                  <a:pt x="2506714" y="2506558"/>
                </a:cubicBezTo>
                <a:cubicBezTo>
                  <a:pt x="2450152" y="2530938"/>
                  <a:pt x="2539035" y="2587821"/>
                  <a:pt x="2522875" y="2522811"/>
                </a:cubicBezTo>
                <a:cubicBezTo>
                  <a:pt x="2530955" y="2522811"/>
                  <a:pt x="2539035" y="2522811"/>
                  <a:pt x="2539035" y="2514684"/>
                </a:cubicBezTo>
                <a:cubicBezTo>
                  <a:pt x="2555196" y="2490306"/>
                  <a:pt x="2539035" y="2474053"/>
                  <a:pt x="2522875" y="2471006"/>
                </a:cubicBezTo>
                <a:close/>
                <a:moveTo>
                  <a:pt x="2795438" y="2470690"/>
                </a:moveTo>
                <a:cubicBezTo>
                  <a:pt x="2789328" y="2472727"/>
                  <a:pt x="2785255" y="2478836"/>
                  <a:pt x="2789328" y="2491054"/>
                </a:cubicBezTo>
                <a:cubicBezTo>
                  <a:pt x="2797474" y="2499199"/>
                  <a:pt x="2813765" y="2491054"/>
                  <a:pt x="2813765" y="2474763"/>
                </a:cubicBezTo>
                <a:cubicBezTo>
                  <a:pt x="2809692" y="2470690"/>
                  <a:pt x="2801547" y="2468654"/>
                  <a:pt x="2795438" y="2470690"/>
                </a:cubicBezTo>
                <a:close/>
                <a:moveTo>
                  <a:pt x="2393459" y="2449674"/>
                </a:moveTo>
                <a:cubicBezTo>
                  <a:pt x="2369512" y="2449674"/>
                  <a:pt x="2361529" y="2465965"/>
                  <a:pt x="2369512" y="2482256"/>
                </a:cubicBezTo>
                <a:cubicBezTo>
                  <a:pt x="2385477" y="2514838"/>
                  <a:pt x="2425390" y="2474111"/>
                  <a:pt x="2393459" y="2449674"/>
                </a:cubicBezTo>
                <a:close/>
                <a:moveTo>
                  <a:pt x="1835659" y="2441855"/>
                </a:moveTo>
                <a:cubicBezTo>
                  <a:pt x="1827188" y="2450109"/>
                  <a:pt x="1827188" y="2458363"/>
                  <a:pt x="1835659" y="2466617"/>
                </a:cubicBezTo>
                <a:cubicBezTo>
                  <a:pt x="1844131" y="2458363"/>
                  <a:pt x="1844131" y="2450109"/>
                  <a:pt x="1835659" y="2441855"/>
                </a:cubicBezTo>
                <a:close/>
                <a:moveTo>
                  <a:pt x="1681221" y="2409273"/>
                </a:moveTo>
                <a:cubicBezTo>
                  <a:pt x="1681221" y="2425782"/>
                  <a:pt x="1689693" y="2434036"/>
                  <a:pt x="1698164" y="2425782"/>
                </a:cubicBezTo>
                <a:cubicBezTo>
                  <a:pt x="1698164" y="2417528"/>
                  <a:pt x="1698164" y="2409273"/>
                  <a:pt x="1681221" y="2409273"/>
                </a:cubicBezTo>
                <a:close/>
                <a:moveTo>
                  <a:pt x="2422091" y="2402390"/>
                </a:moveTo>
                <a:cubicBezTo>
                  <a:pt x="2412195" y="2403898"/>
                  <a:pt x="2407796" y="2428008"/>
                  <a:pt x="2425390" y="2434036"/>
                </a:cubicBezTo>
                <a:cubicBezTo>
                  <a:pt x="2433209" y="2425999"/>
                  <a:pt x="2433209" y="2417962"/>
                  <a:pt x="2433209" y="2409925"/>
                </a:cubicBezTo>
                <a:cubicBezTo>
                  <a:pt x="2429300" y="2403898"/>
                  <a:pt x="2425390" y="2401889"/>
                  <a:pt x="2422091" y="2402390"/>
                </a:cubicBezTo>
                <a:close/>
                <a:moveTo>
                  <a:pt x="848431" y="2393634"/>
                </a:moveTo>
                <a:cubicBezTo>
                  <a:pt x="824972" y="2393634"/>
                  <a:pt x="824972" y="2409925"/>
                  <a:pt x="824972" y="2426216"/>
                </a:cubicBezTo>
                <a:cubicBezTo>
                  <a:pt x="832791" y="2418071"/>
                  <a:pt x="848431" y="2409925"/>
                  <a:pt x="848431" y="2393634"/>
                </a:cubicBezTo>
                <a:close/>
                <a:moveTo>
                  <a:pt x="1456110" y="2352862"/>
                </a:moveTo>
                <a:cubicBezTo>
                  <a:pt x="1444368" y="2357028"/>
                  <a:pt x="1442853" y="2373694"/>
                  <a:pt x="1454973" y="2385814"/>
                </a:cubicBezTo>
                <a:cubicBezTo>
                  <a:pt x="1463054" y="2385814"/>
                  <a:pt x="1463054" y="2385814"/>
                  <a:pt x="1479214" y="2385814"/>
                </a:cubicBezTo>
                <a:cubicBezTo>
                  <a:pt x="1479214" y="2377734"/>
                  <a:pt x="1479214" y="2361573"/>
                  <a:pt x="1471134" y="2353493"/>
                </a:cubicBezTo>
                <a:cubicBezTo>
                  <a:pt x="1465074" y="2351473"/>
                  <a:pt x="1460024" y="2351473"/>
                  <a:pt x="1456110" y="2352862"/>
                </a:cubicBezTo>
                <a:close/>
                <a:moveTo>
                  <a:pt x="1196404" y="2337593"/>
                </a:moveTo>
                <a:cubicBezTo>
                  <a:pt x="1196404" y="2345412"/>
                  <a:pt x="1196404" y="2353232"/>
                  <a:pt x="1196404" y="2353232"/>
                </a:cubicBezTo>
                <a:cubicBezTo>
                  <a:pt x="1204875" y="2353232"/>
                  <a:pt x="1204875" y="2353232"/>
                  <a:pt x="1204875" y="2353232"/>
                </a:cubicBezTo>
                <a:cubicBezTo>
                  <a:pt x="1213347" y="2345412"/>
                  <a:pt x="1204875" y="2337593"/>
                  <a:pt x="1196404" y="2337593"/>
                </a:cubicBezTo>
                <a:close/>
                <a:moveTo>
                  <a:pt x="1619665" y="2336616"/>
                </a:moveTo>
                <a:cubicBezTo>
                  <a:pt x="1596518" y="2337376"/>
                  <a:pt x="1571131" y="2363225"/>
                  <a:pt x="1577105" y="2393634"/>
                </a:cubicBezTo>
                <a:cubicBezTo>
                  <a:pt x="1600998" y="2385525"/>
                  <a:pt x="1632856" y="2369306"/>
                  <a:pt x="1640820" y="2344979"/>
                </a:cubicBezTo>
                <a:cubicBezTo>
                  <a:pt x="1634847" y="2338897"/>
                  <a:pt x="1627380" y="2336363"/>
                  <a:pt x="1619665" y="2336616"/>
                </a:cubicBezTo>
                <a:close/>
                <a:moveTo>
                  <a:pt x="2340840" y="2317882"/>
                </a:moveTo>
                <a:cubicBezTo>
                  <a:pt x="2334731" y="2316871"/>
                  <a:pt x="2328622" y="2316871"/>
                  <a:pt x="2320476" y="2320912"/>
                </a:cubicBezTo>
                <a:cubicBezTo>
                  <a:pt x="2271604" y="2385554"/>
                  <a:pt x="2401931" y="2393634"/>
                  <a:pt x="2361204" y="2320912"/>
                </a:cubicBezTo>
                <a:cubicBezTo>
                  <a:pt x="2353059" y="2320912"/>
                  <a:pt x="2346950" y="2318891"/>
                  <a:pt x="2340840" y="2317882"/>
                </a:cubicBezTo>
                <a:close/>
                <a:moveTo>
                  <a:pt x="1463575" y="2239848"/>
                </a:moveTo>
                <a:cubicBezTo>
                  <a:pt x="1463575" y="2247929"/>
                  <a:pt x="1447936" y="2280250"/>
                  <a:pt x="1471395" y="2272170"/>
                </a:cubicBezTo>
                <a:cubicBezTo>
                  <a:pt x="1471395" y="2256008"/>
                  <a:pt x="1471395" y="2247929"/>
                  <a:pt x="1463575" y="2239848"/>
                </a:cubicBezTo>
                <a:close/>
                <a:moveTo>
                  <a:pt x="2820201" y="2219321"/>
                </a:moveTo>
                <a:cubicBezTo>
                  <a:pt x="2814091" y="2220299"/>
                  <a:pt x="2810018" y="2224209"/>
                  <a:pt x="2814091" y="2232028"/>
                </a:cubicBezTo>
                <a:cubicBezTo>
                  <a:pt x="2822237" y="2239848"/>
                  <a:pt x="2830382" y="2239848"/>
                  <a:pt x="2838527" y="2224209"/>
                </a:cubicBezTo>
                <a:cubicBezTo>
                  <a:pt x="2834455" y="2220299"/>
                  <a:pt x="2826309" y="2218344"/>
                  <a:pt x="2820201" y="2219321"/>
                </a:cubicBezTo>
                <a:close/>
                <a:moveTo>
                  <a:pt x="2410117" y="2210304"/>
                </a:moveTo>
                <a:cubicBezTo>
                  <a:pt x="2402481" y="2211062"/>
                  <a:pt x="2394845" y="2227727"/>
                  <a:pt x="2400953" y="2239848"/>
                </a:cubicBezTo>
                <a:cubicBezTo>
                  <a:pt x="2417244" y="2239848"/>
                  <a:pt x="2425390" y="2231768"/>
                  <a:pt x="2417244" y="2215607"/>
                </a:cubicBezTo>
                <a:cubicBezTo>
                  <a:pt x="2415208" y="2211567"/>
                  <a:pt x="2412663" y="2210052"/>
                  <a:pt x="2410117" y="2210304"/>
                </a:cubicBezTo>
                <a:close/>
                <a:moveTo>
                  <a:pt x="776751" y="2199772"/>
                </a:moveTo>
                <a:cubicBezTo>
                  <a:pt x="760460" y="2191626"/>
                  <a:pt x="744169" y="2224209"/>
                  <a:pt x="768605" y="2224209"/>
                </a:cubicBezTo>
                <a:cubicBezTo>
                  <a:pt x="768605" y="2216063"/>
                  <a:pt x="776751" y="2216063"/>
                  <a:pt x="776751" y="2199772"/>
                </a:cubicBezTo>
                <a:close/>
                <a:moveTo>
                  <a:pt x="2898087" y="2192266"/>
                </a:moveTo>
                <a:cubicBezTo>
                  <a:pt x="2884402" y="2188857"/>
                  <a:pt x="2871891" y="2197948"/>
                  <a:pt x="2878146" y="2216129"/>
                </a:cubicBezTo>
                <a:cubicBezTo>
                  <a:pt x="2886487" y="2224209"/>
                  <a:pt x="2886487" y="2224209"/>
                  <a:pt x="2903169" y="2224209"/>
                </a:cubicBezTo>
                <a:cubicBezTo>
                  <a:pt x="2911510" y="2216129"/>
                  <a:pt x="2911510" y="2208048"/>
                  <a:pt x="2911510" y="2199967"/>
                </a:cubicBezTo>
                <a:cubicBezTo>
                  <a:pt x="2907339" y="2195927"/>
                  <a:pt x="2902648" y="2193402"/>
                  <a:pt x="2898087" y="2192266"/>
                </a:cubicBezTo>
                <a:close/>
                <a:moveTo>
                  <a:pt x="1213347" y="2191626"/>
                </a:moveTo>
                <a:cubicBezTo>
                  <a:pt x="1213347" y="2191626"/>
                  <a:pt x="1204223" y="2191626"/>
                  <a:pt x="1204223" y="2191626"/>
                </a:cubicBezTo>
                <a:cubicBezTo>
                  <a:pt x="1204223" y="2199446"/>
                  <a:pt x="1204223" y="2207266"/>
                  <a:pt x="1213347" y="2199446"/>
                </a:cubicBezTo>
                <a:cubicBezTo>
                  <a:pt x="1213347" y="2199446"/>
                  <a:pt x="1213347" y="2199446"/>
                  <a:pt x="1213347" y="2191626"/>
                </a:cubicBezTo>
                <a:close/>
                <a:moveTo>
                  <a:pt x="2223382" y="2191626"/>
                </a:moveTo>
                <a:cubicBezTo>
                  <a:pt x="2223382" y="2199881"/>
                  <a:pt x="2215563" y="2208135"/>
                  <a:pt x="2223382" y="2216389"/>
                </a:cubicBezTo>
                <a:cubicBezTo>
                  <a:pt x="2231202" y="2208135"/>
                  <a:pt x="2231202" y="2199881"/>
                  <a:pt x="2223382" y="2191626"/>
                </a:cubicBezTo>
                <a:close/>
                <a:moveTo>
                  <a:pt x="848866" y="2175987"/>
                </a:moveTo>
                <a:cubicBezTo>
                  <a:pt x="848866" y="2175987"/>
                  <a:pt x="840611" y="2191626"/>
                  <a:pt x="848866" y="2191626"/>
                </a:cubicBezTo>
                <a:cubicBezTo>
                  <a:pt x="857120" y="2199446"/>
                  <a:pt x="865374" y="2175987"/>
                  <a:pt x="848866" y="2175987"/>
                </a:cubicBezTo>
                <a:close/>
                <a:moveTo>
                  <a:pt x="330909" y="2160899"/>
                </a:moveTo>
                <a:cubicBezTo>
                  <a:pt x="321745" y="2159371"/>
                  <a:pt x="311482" y="2171589"/>
                  <a:pt x="323211" y="2183807"/>
                </a:cubicBezTo>
                <a:cubicBezTo>
                  <a:pt x="323211" y="2183807"/>
                  <a:pt x="331031" y="2183807"/>
                  <a:pt x="338851" y="2183807"/>
                </a:cubicBezTo>
                <a:cubicBezTo>
                  <a:pt x="331031" y="2175662"/>
                  <a:pt x="338851" y="2175662"/>
                  <a:pt x="338851" y="2167516"/>
                </a:cubicBezTo>
                <a:cubicBezTo>
                  <a:pt x="336896" y="2163444"/>
                  <a:pt x="333964" y="2161408"/>
                  <a:pt x="330909" y="2160899"/>
                </a:cubicBezTo>
                <a:close/>
                <a:moveTo>
                  <a:pt x="2263784" y="2143623"/>
                </a:moveTo>
                <a:cubicBezTo>
                  <a:pt x="2239347" y="2135586"/>
                  <a:pt x="2231202" y="2183807"/>
                  <a:pt x="2255639" y="2183807"/>
                </a:cubicBezTo>
                <a:cubicBezTo>
                  <a:pt x="2263784" y="2175771"/>
                  <a:pt x="2263784" y="2167734"/>
                  <a:pt x="2263784" y="2143623"/>
                </a:cubicBezTo>
                <a:close/>
                <a:moveTo>
                  <a:pt x="1473910" y="2136136"/>
                </a:moveTo>
                <a:cubicBezTo>
                  <a:pt x="1472454" y="2136780"/>
                  <a:pt x="1471395" y="2138844"/>
                  <a:pt x="1471395" y="2142971"/>
                </a:cubicBezTo>
                <a:cubicBezTo>
                  <a:pt x="1471395" y="2142971"/>
                  <a:pt x="1471395" y="2151225"/>
                  <a:pt x="1479866" y="2151225"/>
                </a:cubicBezTo>
                <a:cubicBezTo>
                  <a:pt x="1486220" y="2145034"/>
                  <a:pt x="1478278" y="2134201"/>
                  <a:pt x="1473910" y="2136136"/>
                </a:cubicBezTo>
                <a:close/>
                <a:moveTo>
                  <a:pt x="679005" y="2126463"/>
                </a:moveTo>
                <a:cubicBezTo>
                  <a:pt x="663366" y="2126463"/>
                  <a:pt x="663366" y="2126463"/>
                  <a:pt x="663366" y="2135586"/>
                </a:cubicBezTo>
                <a:cubicBezTo>
                  <a:pt x="671186" y="2135586"/>
                  <a:pt x="679005" y="2135586"/>
                  <a:pt x="679005" y="2135586"/>
                </a:cubicBezTo>
                <a:cubicBezTo>
                  <a:pt x="679005" y="2126463"/>
                  <a:pt x="679005" y="2126463"/>
                  <a:pt x="679005" y="2126463"/>
                </a:cubicBezTo>
                <a:close/>
                <a:moveTo>
                  <a:pt x="967126" y="2122684"/>
                </a:moveTo>
                <a:cubicBezTo>
                  <a:pt x="960056" y="2124703"/>
                  <a:pt x="953995" y="2130764"/>
                  <a:pt x="953995" y="2142884"/>
                </a:cubicBezTo>
                <a:cubicBezTo>
                  <a:pt x="962076" y="2150965"/>
                  <a:pt x="962076" y="2159045"/>
                  <a:pt x="978237" y="2159045"/>
                </a:cubicBezTo>
                <a:cubicBezTo>
                  <a:pt x="986317" y="2150965"/>
                  <a:pt x="994397" y="2142884"/>
                  <a:pt x="986317" y="2126724"/>
                </a:cubicBezTo>
                <a:cubicBezTo>
                  <a:pt x="982277" y="2122684"/>
                  <a:pt x="974197" y="2120663"/>
                  <a:pt x="967126" y="2122684"/>
                </a:cubicBezTo>
                <a:close/>
                <a:moveTo>
                  <a:pt x="1382772" y="2111149"/>
                </a:moveTo>
                <a:cubicBezTo>
                  <a:pt x="1372590" y="2111149"/>
                  <a:pt x="1362408" y="2119295"/>
                  <a:pt x="1374627" y="2135586"/>
                </a:cubicBezTo>
                <a:cubicBezTo>
                  <a:pt x="1382772" y="2135586"/>
                  <a:pt x="1382772" y="2135586"/>
                  <a:pt x="1390918" y="2135586"/>
                </a:cubicBezTo>
                <a:cubicBezTo>
                  <a:pt x="1403135" y="2119295"/>
                  <a:pt x="1392954" y="2111149"/>
                  <a:pt x="1382772" y="2111149"/>
                </a:cubicBezTo>
                <a:close/>
                <a:moveTo>
                  <a:pt x="2894330" y="2110006"/>
                </a:moveTo>
                <a:cubicBezTo>
                  <a:pt x="2897491" y="2110258"/>
                  <a:pt x="2900526" y="2112785"/>
                  <a:pt x="2902549" y="2118848"/>
                </a:cubicBezTo>
                <a:cubicBezTo>
                  <a:pt x="2902549" y="2126932"/>
                  <a:pt x="2894456" y="2126932"/>
                  <a:pt x="2886363" y="2135017"/>
                </a:cubicBezTo>
                <a:cubicBezTo>
                  <a:pt x="2874224" y="2128953"/>
                  <a:pt x="2884846" y="2109248"/>
                  <a:pt x="2894330" y="2110006"/>
                </a:cubicBezTo>
                <a:close/>
                <a:moveTo>
                  <a:pt x="1172294" y="2070422"/>
                </a:moveTo>
                <a:cubicBezTo>
                  <a:pt x="1172294" y="2070422"/>
                  <a:pt x="1172294" y="2070422"/>
                  <a:pt x="1163823" y="2070422"/>
                </a:cubicBezTo>
                <a:cubicBezTo>
                  <a:pt x="1163823" y="2078677"/>
                  <a:pt x="1163823" y="2078677"/>
                  <a:pt x="1163823" y="2095185"/>
                </a:cubicBezTo>
                <a:cubicBezTo>
                  <a:pt x="1180765" y="2095185"/>
                  <a:pt x="1172294" y="2078677"/>
                  <a:pt x="1172294" y="2070422"/>
                </a:cubicBezTo>
                <a:close/>
                <a:moveTo>
                  <a:pt x="2361008" y="2062603"/>
                </a:moveTo>
                <a:cubicBezTo>
                  <a:pt x="2296365" y="2062603"/>
                  <a:pt x="2377169" y="2126463"/>
                  <a:pt x="2361008" y="2062603"/>
                </a:cubicBezTo>
                <a:close/>
                <a:moveTo>
                  <a:pt x="888832" y="2054783"/>
                </a:moveTo>
                <a:cubicBezTo>
                  <a:pt x="888832" y="2062603"/>
                  <a:pt x="873192" y="2062603"/>
                  <a:pt x="881012" y="2070422"/>
                </a:cubicBezTo>
                <a:cubicBezTo>
                  <a:pt x="888832" y="2070422"/>
                  <a:pt x="888832" y="2070422"/>
                  <a:pt x="888832" y="2062603"/>
                </a:cubicBezTo>
                <a:cubicBezTo>
                  <a:pt x="888832" y="2062603"/>
                  <a:pt x="888832" y="2062603"/>
                  <a:pt x="888832" y="2054783"/>
                </a:cubicBezTo>
                <a:close/>
                <a:moveTo>
                  <a:pt x="507193" y="2045342"/>
                </a:moveTo>
                <a:cubicBezTo>
                  <a:pt x="501668" y="2044105"/>
                  <a:pt x="494510" y="2044231"/>
                  <a:pt x="485469" y="2046261"/>
                </a:cubicBezTo>
                <a:cubicBezTo>
                  <a:pt x="469395" y="2054382"/>
                  <a:pt x="461358" y="2062503"/>
                  <a:pt x="469395" y="2086864"/>
                </a:cubicBezTo>
                <a:cubicBezTo>
                  <a:pt x="504556" y="2129496"/>
                  <a:pt x="545870" y="2054001"/>
                  <a:pt x="507193" y="2045342"/>
                </a:cubicBezTo>
                <a:close/>
                <a:moveTo>
                  <a:pt x="2259875" y="2016336"/>
                </a:moveTo>
                <a:cubicBezTo>
                  <a:pt x="2255965" y="2016336"/>
                  <a:pt x="2252055" y="2018291"/>
                  <a:pt x="2248145" y="2022201"/>
                </a:cubicBezTo>
                <a:cubicBezTo>
                  <a:pt x="2248145" y="2037840"/>
                  <a:pt x="2255965" y="2045660"/>
                  <a:pt x="2271604" y="2037840"/>
                </a:cubicBezTo>
                <a:cubicBezTo>
                  <a:pt x="2271604" y="2030020"/>
                  <a:pt x="2271604" y="2030020"/>
                  <a:pt x="2271604" y="2022201"/>
                </a:cubicBezTo>
                <a:cubicBezTo>
                  <a:pt x="2267695" y="2018291"/>
                  <a:pt x="2263784" y="2016336"/>
                  <a:pt x="2259875" y="2016336"/>
                </a:cubicBezTo>
                <a:close/>
                <a:moveTo>
                  <a:pt x="1682153" y="2005549"/>
                </a:moveTo>
                <a:cubicBezTo>
                  <a:pt x="1633000" y="1997439"/>
                  <a:pt x="1665769" y="2070422"/>
                  <a:pt x="1690344" y="2037985"/>
                </a:cubicBezTo>
                <a:cubicBezTo>
                  <a:pt x="1690344" y="2021767"/>
                  <a:pt x="1690344" y="2013658"/>
                  <a:pt x="1682153" y="2005549"/>
                </a:cubicBezTo>
                <a:close/>
                <a:moveTo>
                  <a:pt x="1819368" y="2005259"/>
                </a:moveTo>
                <a:cubicBezTo>
                  <a:pt x="1819368" y="2005259"/>
                  <a:pt x="1811548" y="2005259"/>
                  <a:pt x="1811548" y="2005259"/>
                </a:cubicBezTo>
                <a:cubicBezTo>
                  <a:pt x="1811548" y="2014382"/>
                  <a:pt x="1811548" y="2014382"/>
                  <a:pt x="1819368" y="2014382"/>
                </a:cubicBezTo>
                <a:cubicBezTo>
                  <a:pt x="1819368" y="2014382"/>
                  <a:pt x="1819368" y="2014382"/>
                  <a:pt x="1819368" y="2005259"/>
                </a:cubicBezTo>
                <a:close/>
                <a:moveTo>
                  <a:pt x="27397" y="1990259"/>
                </a:moveTo>
                <a:cubicBezTo>
                  <a:pt x="14140" y="1986850"/>
                  <a:pt x="2020" y="1995941"/>
                  <a:pt x="8080" y="2014122"/>
                </a:cubicBezTo>
                <a:cubicBezTo>
                  <a:pt x="16161" y="2022202"/>
                  <a:pt x="40402" y="2022202"/>
                  <a:pt x="40402" y="2006041"/>
                </a:cubicBezTo>
                <a:cubicBezTo>
                  <a:pt x="40402" y="2006041"/>
                  <a:pt x="40402" y="1997960"/>
                  <a:pt x="40402" y="1997960"/>
                </a:cubicBezTo>
                <a:cubicBezTo>
                  <a:pt x="36362" y="1993920"/>
                  <a:pt x="31816" y="1991395"/>
                  <a:pt x="27397" y="1990259"/>
                </a:cubicBezTo>
                <a:close/>
                <a:moveTo>
                  <a:pt x="1135947" y="1978134"/>
                </a:moveTo>
                <a:cubicBezTo>
                  <a:pt x="1122009" y="1981148"/>
                  <a:pt x="1104089" y="1989185"/>
                  <a:pt x="1092142" y="1989185"/>
                </a:cubicBezTo>
                <a:cubicBezTo>
                  <a:pt x="1108071" y="1997222"/>
                  <a:pt x="1131964" y="2005259"/>
                  <a:pt x="1155858" y="1997222"/>
                </a:cubicBezTo>
                <a:cubicBezTo>
                  <a:pt x="1159841" y="1977129"/>
                  <a:pt x="1149885" y="1975120"/>
                  <a:pt x="1135947" y="1978134"/>
                </a:cubicBezTo>
                <a:close/>
                <a:moveTo>
                  <a:pt x="998673" y="1966633"/>
                </a:moveTo>
                <a:cubicBezTo>
                  <a:pt x="988044" y="1965118"/>
                  <a:pt x="980713" y="1977239"/>
                  <a:pt x="986577" y="1989359"/>
                </a:cubicBezTo>
                <a:cubicBezTo>
                  <a:pt x="994397" y="1989359"/>
                  <a:pt x="994397" y="1997439"/>
                  <a:pt x="1002217" y="1997439"/>
                </a:cubicBezTo>
                <a:cubicBezTo>
                  <a:pt x="1002217" y="1989359"/>
                  <a:pt x="1010036" y="1981278"/>
                  <a:pt x="1010036" y="1973198"/>
                </a:cubicBezTo>
                <a:cubicBezTo>
                  <a:pt x="1006127" y="1969158"/>
                  <a:pt x="1002217" y="1967137"/>
                  <a:pt x="998673" y="1966633"/>
                </a:cubicBezTo>
                <a:close/>
                <a:moveTo>
                  <a:pt x="1868025" y="1957037"/>
                </a:moveTo>
                <a:cubicBezTo>
                  <a:pt x="1859770" y="1965183"/>
                  <a:pt x="1859770" y="1989619"/>
                  <a:pt x="1876279" y="1989619"/>
                </a:cubicBezTo>
                <a:cubicBezTo>
                  <a:pt x="1884532" y="1989619"/>
                  <a:pt x="1884532" y="1957037"/>
                  <a:pt x="1868025" y="1957037"/>
                </a:cubicBezTo>
                <a:close/>
                <a:moveTo>
                  <a:pt x="2086539" y="1949218"/>
                </a:moveTo>
                <a:cubicBezTo>
                  <a:pt x="2078068" y="1949218"/>
                  <a:pt x="2078068" y="1949218"/>
                  <a:pt x="2069596" y="1949218"/>
                </a:cubicBezTo>
                <a:cubicBezTo>
                  <a:pt x="2069596" y="1949218"/>
                  <a:pt x="2069596" y="1957037"/>
                  <a:pt x="2069596" y="1964857"/>
                </a:cubicBezTo>
                <a:cubicBezTo>
                  <a:pt x="2078068" y="1964857"/>
                  <a:pt x="2086539" y="1957037"/>
                  <a:pt x="2086539" y="1949218"/>
                </a:cubicBezTo>
                <a:close/>
                <a:moveTo>
                  <a:pt x="280611" y="1942742"/>
                </a:moveTo>
                <a:cubicBezTo>
                  <a:pt x="278900" y="1943353"/>
                  <a:pt x="276946" y="1945308"/>
                  <a:pt x="274991" y="1949218"/>
                </a:cubicBezTo>
                <a:cubicBezTo>
                  <a:pt x="282810" y="1949218"/>
                  <a:pt x="274991" y="1957037"/>
                  <a:pt x="282810" y="1957037"/>
                </a:cubicBezTo>
                <a:cubicBezTo>
                  <a:pt x="288675" y="1951172"/>
                  <a:pt x="285743" y="1940909"/>
                  <a:pt x="280611" y="1942742"/>
                </a:cubicBezTo>
                <a:close/>
                <a:moveTo>
                  <a:pt x="0" y="1908817"/>
                </a:moveTo>
                <a:cubicBezTo>
                  <a:pt x="0" y="1916636"/>
                  <a:pt x="7820" y="1916636"/>
                  <a:pt x="15639" y="1916636"/>
                </a:cubicBezTo>
                <a:cubicBezTo>
                  <a:pt x="15639" y="1908817"/>
                  <a:pt x="7820" y="1908817"/>
                  <a:pt x="0" y="1908817"/>
                </a:cubicBezTo>
                <a:close/>
                <a:moveTo>
                  <a:pt x="1727041" y="1904052"/>
                </a:moveTo>
                <a:cubicBezTo>
                  <a:pt x="1719913" y="1905070"/>
                  <a:pt x="1713803" y="1909142"/>
                  <a:pt x="1713803" y="1917288"/>
                </a:cubicBezTo>
                <a:cubicBezTo>
                  <a:pt x="1713803" y="1925434"/>
                  <a:pt x="1721949" y="1933579"/>
                  <a:pt x="1738240" y="1933579"/>
                </a:cubicBezTo>
                <a:cubicBezTo>
                  <a:pt x="1746385" y="1925434"/>
                  <a:pt x="1746385" y="1925434"/>
                  <a:pt x="1746385" y="1909142"/>
                </a:cubicBezTo>
                <a:cubicBezTo>
                  <a:pt x="1742313" y="1905070"/>
                  <a:pt x="1734167" y="1903034"/>
                  <a:pt x="1727041" y="1904052"/>
                </a:cubicBezTo>
                <a:close/>
                <a:moveTo>
                  <a:pt x="1891918" y="1900997"/>
                </a:moveTo>
                <a:cubicBezTo>
                  <a:pt x="1883664" y="1908817"/>
                  <a:pt x="1875409" y="1908817"/>
                  <a:pt x="1883664" y="1916636"/>
                </a:cubicBezTo>
                <a:cubicBezTo>
                  <a:pt x="1891918" y="1916636"/>
                  <a:pt x="1900172" y="1900997"/>
                  <a:pt x="1891918" y="1900997"/>
                </a:cubicBezTo>
                <a:close/>
                <a:moveTo>
                  <a:pt x="1488338" y="1876234"/>
                </a:moveTo>
                <a:cubicBezTo>
                  <a:pt x="1488338" y="1876234"/>
                  <a:pt x="1479866" y="1876234"/>
                  <a:pt x="1479866" y="1876234"/>
                </a:cubicBezTo>
                <a:cubicBezTo>
                  <a:pt x="1471395" y="1884054"/>
                  <a:pt x="1488338" y="1884054"/>
                  <a:pt x="1488338" y="1876234"/>
                </a:cubicBezTo>
                <a:close/>
                <a:moveTo>
                  <a:pt x="1592599" y="1852775"/>
                </a:moveTo>
                <a:cubicBezTo>
                  <a:pt x="1592599" y="1852775"/>
                  <a:pt x="1592599" y="1860595"/>
                  <a:pt x="1592599" y="1868415"/>
                </a:cubicBezTo>
                <a:cubicBezTo>
                  <a:pt x="1600744" y="1868415"/>
                  <a:pt x="1600744" y="1876234"/>
                  <a:pt x="1608890" y="1876234"/>
                </a:cubicBezTo>
                <a:cubicBezTo>
                  <a:pt x="1617035" y="1876234"/>
                  <a:pt x="1625181" y="1876234"/>
                  <a:pt x="1625181" y="1860595"/>
                </a:cubicBezTo>
                <a:cubicBezTo>
                  <a:pt x="1608890" y="1860595"/>
                  <a:pt x="1600744" y="1852775"/>
                  <a:pt x="1592599" y="1852775"/>
                </a:cubicBezTo>
                <a:close/>
                <a:moveTo>
                  <a:pt x="2725143" y="1852775"/>
                </a:moveTo>
                <a:cubicBezTo>
                  <a:pt x="2716671" y="1852775"/>
                  <a:pt x="2708199" y="1852775"/>
                  <a:pt x="2708199" y="1852775"/>
                </a:cubicBezTo>
                <a:cubicBezTo>
                  <a:pt x="2708199" y="1860595"/>
                  <a:pt x="2708199" y="1868415"/>
                  <a:pt x="2716671" y="1868415"/>
                </a:cubicBezTo>
                <a:cubicBezTo>
                  <a:pt x="2725143" y="1860595"/>
                  <a:pt x="2725143" y="1860595"/>
                  <a:pt x="2725143" y="1852775"/>
                </a:cubicBezTo>
                <a:close/>
                <a:moveTo>
                  <a:pt x="1364728" y="1846804"/>
                </a:moveTo>
                <a:cubicBezTo>
                  <a:pt x="1346838" y="1847939"/>
                  <a:pt x="1330090" y="1866097"/>
                  <a:pt x="1317909" y="1884255"/>
                </a:cubicBezTo>
                <a:cubicBezTo>
                  <a:pt x="1309789" y="1884255"/>
                  <a:pt x="1293548" y="1884255"/>
                  <a:pt x="1277307" y="1884255"/>
                </a:cubicBezTo>
                <a:cubicBezTo>
                  <a:pt x="1204223" y="1916536"/>
                  <a:pt x="1236705" y="2045661"/>
                  <a:pt x="1309789" y="2045661"/>
                </a:cubicBezTo>
                <a:cubicBezTo>
                  <a:pt x="1358511" y="2037591"/>
                  <a:pt x="1415354" y="1964958"/>
                  <a:pt x="1374752" y="1924607"/>
                </a:cubicBezTo>
                <a:cubicBezTo>
                  <a:pt x="1390992" y="1908466"/>
                  <a:pt x="1407233" y="1876185"/>
                  <a:pt x="1382872" y="1851974"/>
                </a:cubicBezTo>
                <a:cubicBezTo>
                  <a:pt x="1376782" y="1847939"/>
                  <a:pt x="1370692" y="1846425"/>
                  <a:pt x="1364728" y="1846804"/>
                </a:cubicBezTo>
                <a:close/>
                <a:moveTo>
                  <a:pt x="1058909" y="1843653"/>
                </a:moveTo>
                <a:cubicBezTo>
                  <a:pt x="1050437" y="1852124"/>
                  <a:pt x="1058909" y="1860596"/>
                  <a:pt x="1067380" y="1860596"/>
                </a:cubicBezTo>
                <a:cubicBezTo>
                  <a:pt x="1067380" y="1852124"/>
                  <a:pt x="1067380" y="1843653"/>
                  <a:pt x="1058909" y="1843653"/>
                </a:cubicBezTo>
                <a:close/>
                <a:moveTo>
                  <a:pt x="1634854" y="1840606"/>
                </a:moveTo>
                <a:cubicBezTo>
                  <a:pt x="1633951" y="1840992"/>
                  <a:pt x="1633435" y="1842024"/>
                  <a:pt x="1633435" y="1844088"/>
                </a:cubicBezTo>
                <a:cubicBezTo>
                  <a:pt x="1625181" y="1852342"/>
                  <a:pt x="1649943" y="1860596"/>
                  <a:pt x="1649943" y="1844088"/>
                </a:cubicBezTo>
                <a:cubicBezTo>
                  <a:pt x="1643753" y="1844088"/>
                  <a:pt x="1637563" y="1839445"/>
                  <a:pt x="1634854" y="1840606"/>
                </a:cubicBezTo>
                <a:close/>
                <a:moveTo>
                  <a:pt x="921414" y="1835833"/>
                </a:moveTo>
                <a:cubicBezTo>
                  <a:pt x="913594" y="1844088"/>
                  <a:pt x="905775" y="1860596"/>
                  <a:pt x="929233" y="1860596"/>
                </a:cubicBezTo>
                <a:cubicBezTo>
                  <a:pt x="929233" y="1852342"/>
                  <a:pt x="929233" y="1835833"/>
                  <a:pt x="921414" y="1835833"/>
                </a:cubicBezTo>
                <a:close/>
                <a:moveTo>
                  <a:pt x="2611757" y="1828014"/>
                </a:moveTo>
                <a:cubicBezTo>
                  <a:pt x="2603938" y="1828014"/>
                  <a:pt x="2603938" y="1843653"/>
                  <a:pt x="2611757" y="1835833"/>
                </a:cubicBezTo>
                <a:cubicBezTo>
                  <a:pt x="2611757" y="1835833"/>
                  <a:pt x="2611757" y="1828014"/>
                  <a:pt x="2611757" y="1828014"/>
                </a:cubicBezTo>
                <a:close/>
                <a:moveTo>
                  <a:pt x="1847280" y="1823196"/>
                </a:moveTo>
                <a:cubicBezTo>
                  <a:pt x="1839243" y="1824197"/>
                  <a:pt x="1831206" y="1828200"/>
                  <a:pt x="1827188" y="1836206"/>
                </a:cubicBezTo>
                <a:cubicBezTo>
                  <a:pt x="1827188" y="1852218"/>
                  <a:pt x="1827188" y="1860224"/>
                  <a:pt x="1835225" y="1868229"/>
                </a:cubicBezTo>
                <a:cubicBezTo>
                  <a:pt x="1859335" y="1876235"/>
                  <a:pt x="1875409" y="1860224"/>
                  <a:pt x="1867373" y="1828200"/>
                </a:cubicBezTo>
                <a:cubicBezTo>
                  <a:pt x="1863354" y="1824197"/>
                  <a:pt x="1855317" y="1822196"/>
                  <a:pt x="1847280" y="1823196"/>
                </a:cubicBezTo>
                <a:close/>
                <a:moveTo>
                  <a:pt x="1340416" y="1818239"/>
                </a:moveTo>
                <a:cubicBezTo>
                  <a:pt x="1338461" y="1820194"/>
                  <a:pt x="1338461" y="1824104"/>
                  <a:pt x="1342370" y="1828014"/>
                </a:cubicBezTo>
                <a:cubicBezTo>
                  <a:pt x="1350190" y="1828014"/>
                  <a:pt x="1350190" y="1828014"/>
                  <a:pt x="1350190" y="1820194"/>
                </a:cubicBezTo>
                <a:cubicBezTo>
                  <a:pt x="1346281" y="1816285"/>
                  <a:pt x="1342370" y="1816285"/>
                  <a:pt x="1340416" y="1818239"/>
                </a:cubicBezTo>
                <a:close/>
                <a:moveTo>
                  <a:pt x="1074223" y="1809361"/>
                </a:moveTo>
                <a:cubicBezTo>
                  <a:pt x="1069336" y="1807324"/>
                  <a:pt x="1063471" y="1807324"/>
                  <a:pt x="1059561" y="1811397"/>
                </a:cubicBezTo>
                <a:cubicBezTo>
                  <a:pt x="1067380" y="1811397"/>
                  <a:pt x="1059561" y="1819542"/>
                  <a:pt x="1059561" y="1827688"/>
                </a:cubicBezTo>
                <a:cubicBezTo>
                  <a:pt x="1067380" y="1827688"/>
                  <a:pt x="1067380" y="1835833"/>
                  <a:pt x="1075200" y="1835833"/>
                </a:cubicBezTo>
                <a:cubicBezTo>
                  <a:pt x="1075200" y="1827688"/>
                  <a:pt x="1083020" y="1827688"/>
                  <a:pt x="1083020" y="1819542"/>
                </a:cubicBezTo>
                <a:cubicBezTo>
                  <a:pt x="1083020" y="1815469"/>
                  <a:pt x="1079110" y="1811397"/>
                  <a:pt x="1074223" y="1809361"/>
                </a:cubicBezTo>
                <a:close/>
                <a:moveTo>
                  <a:pt x="857798" y="1808815"/>
                </a:moveTo>
                <a:cubicBezTo>
                  <a:pt x="851233" y="1810077"/>
                  <a:pt x="845172" y="1813612"/>
                  <a:pt x="841132" y="1819673"/>
                </a:cubicBezTo>
                <a:cubicBezTo>
                  <a:pt x="841132" y="1811592"/>
                  <a:pt x="824972" y="1827753"/>
                  <a:pt x="833052" y="1827753"/>
                </a:cubicBezTo>
                <a:cubicBezTo>
                  <a:pt x="833052" y="1851994"/>
                  <a:pt x="865374" y="1876234"/>
                  <a:pt x="889614" y="1851994"/>
                </a:cubicBezTo>
                <a:cubicBezTo>
                  <a:pt x="901735" y="1821692"/>
                  <a:pt x="877494" y="1805027"/>
                  <a:pt x="857798" y="1808815"/>
                </a:cubicBezTo>
                <a:close/>
                <a:moveTo>
                  <a:pt x="117294" y="1803577"/>
                </a:moveTo>
                <a:cubicBezTo>
                  <a:pt x="111430" y="1805614"/>
                  <a:pt x="105565" y="1811723"/>
                  <a:pt x="105565" y="1819868"/>
                </a:cubicBezTo>
                <a:cubicBezTo>
                  <a:pt x="113385" y="1819868"/>
                  <a:pt x="129024" y="1828014"/>
                  <a:pt x="129024" y="1811723"/>
                </a:cubicBezTo>
                <a:cubicBezTo>
                  <a:pt x="129024" y="1803577"/>
                  <a:pt x="123159" y="1801541"/>
                  <a:pt x="117294" y="1803577"/>
                </a:cubicBezTo>
                <a:close/>
                <a:moveTo>
                  <a:pt x="3167268" y="1740114"/>
                </a:moveTo>
                <a:cubicBezTo>
                  <a:pt x="3146467" y="1735472"/>
                  <a:pt x="3147352" y="1803557"/>
                  <a:pt x="3104866" y="1803557"/>
                </a:cubicBezTo>
                <a:cubicBezTo>
                  <a:pt x="3080588" y="1795473"/>
                  <a:pt x="3080588" y="1763135"/>
                  <a:pt x="3056310" y="1746967"/>
                </a:cubicBezTo>
                <a:cubicBezTo>
                  <a:pt x="2991568" y="1746967"/>
                  <a:pt x="2926827" y="1755051"/>
                  <a:pt x="2886363" y="1787388"/>
                </a:cubicBezTo>
                <a:cubicBezTo>
                  <a:pt x="2870178" y="1787388"/>
                  <a:pt x="2862085" y="1779304"/>
                  <a:pt x="2845900" y="1779304"/>
                </a:cubicBezTo>
                <a:cubicBezTo>
                  <a:pt x="2829714" y="1795473"/>
                  <a:pt x="2837807" y="1811642"/>
                  <a:pt x="2837807" y="1835895"/>
                </a:cubicBezTo>
                <a:cubicBezTo>
                  <a:pt x="2813529" y="1852063"/>
                  <a:pt x="2797344" y="1876317"/>
                  <a:pt x="2789251" y="1900570"/>
                </a:cubicBezTo>
                <a:cubicBezTo>
                  <a:pt x="2805436" y="1916738"/>
                  <a:pt x="2813529" y="1965245"/>
                  <a:pt x="2813529" y="1997582"/>
                </a:cubicBezTo>
                <a:cubicBezTo>
                  <a:pt x="2797344" y="2005667"/>
                  <a:pt x="2797344" y="1989498"/>
                  <a:pt x="2781158" y="1981413"/>
                </a:cubicBezTo>
                <a:cubicBezTo>
                  <a:pt x="2764973" y="1989498"/>
                  <a:pt x="2756880" y="1989498"/>
                  <a:pt x="2732602" y="1989498"/>
                </a:cubicBezTo>
                <a:cubicBezTo>
                  <a:pt x="2716417" y="1989498"/>
                  <a:pt x="2716417" y="2013751"/>
                  <a:pt x="2692139" y="2005667"/>
                </a:cubicBezTo>
                <a:cubicBezTo>
                  <a:pt x="2667860" y="2029920"/>
                  <a:pt x="2651675" y="2070342"/>
                  <a:pt x="2627397" y="2102679"/>
                </a:cubicBezTo>
                <a:cubicBezTo>
                  <a:pt x="2635490" y="2102679"/>
                  <a:pt x="2635490" y="2118848"/>
                  <a:pt x="2635490" y="2135017"/>
                </a:cubicBezTo>
                <a:cubicBezTo>
                  <a:pt x="2643582" y="2143101"/>
                  <a:pt x="2651675" y="2151185"/>
                  <a:pt x="2651675" y="2175438"/>
                </a:cubicBezTo>
                <a:cubicBezTo>
                  <a:pt x="2675953" y="2183523"/>
                  <a:pt x="2684046" y="2207776"/>
                  <a:pt x="2716417" y="2207776"/>
                </a:cubicBezTo>
                <a:cubicBezTo>
                  <a:pt x="2724509" y="2207776"/>
                  <a:pt x="2724509" y="2215860"/>
                  <a:pt x="2732602" y="2215860"/>
                </a:cubicBezTo>
                <a:cubicBezTo>
                  <a:pt x="2740695" y="2215860"/>
                  <a:pt x="2740695" y="2207776"/>
                  <a:pt x="2740695" y="2207776"/>
                </a:cubicBezTo>
                <a:cubicBezTo>
                  <a:pt x="2748787" y="2215860"/>
                  <a:pt x="2756880" y="2223945"/>
                  <a:pt x="2773066" y="2232029"/>
                </a:cubicBezTo>
                <a:cubicBezTo>
                  <a:pt x="2805436" y="2223945"/>
                  <a:pt x="2821622" y="2191607"/>
                  <a:pt x="2853992" y="2207776"/>
                </a:cubicBezTo>
                <a:cubicBezTo>
                  <a:pt x="2870178" y="2199692"/>
                  <a:pt x="2862085" y="2175438"/>
                  <a:pt x="2853992" y="2159270"/>
                </a:cubicBezTo>
                <a:cubicBezTo>
                  <a:pt x="2853992" y="2151185"/>
                  <a:pt x="2862085" y="2135017"/>
                  <a:pt x="2870178" y="2135017"/>
                </a:cubicBezTo>
                <a:cubicBezTo>
                  <a:pt x="2878271" y="2167354"/>
                  <a:pt x="2918734" y="2159270"/>
                  <a:pt x="2934919" y="2167354"/>
                </a:cubicBezTo>
                <a:cubicBezTo>
                  <a:pt x="2943012" y="2167354"/>
                  <a:pt x="2943012" y="2159270"/>
                  <a:pt x="2951105" y="2159270"/>
                </a:cubicBezTo>
                <a:cubicBezTo>
                  <a:pt x="2983476" y="2167354"/>
                  <a:pt x="2999661" y="2191607"/>
                  <a:pt x="2999661" y="2232029"/>
                </a:cubicBezTo>
                <a:cubicBezTo>
                  <a:pt x="3007754" y="2232029"/>
                  <a:pt x="3015846" y="2232029"/>
                  <a:pt x="3023939" y="2232029"/>
                </a:cubicBezTo>
                <a:cubicBezTo>
                  <a:pt x="3023939" y="2207776"/>
                  <a:pt x="3023939" y="2191607"/>
                  <a:pt x="3015846" y="2175438"/>
                </a:cubicBezTo>
                <a:cubicBezTo>
                  <a:pt x="3032032" y="2151185"/>
                  <a:pt x="3064403" y="2175438"/>
                  <a:pt x="3088681" y="2167354"/>
                </a:cubicBezTo>
                <a:cubicBezTo>
                  <a:pt x="3112959" y="2167354"/>
                  <a:pt x="3129144" y="2118848"/>
                  <a:pt x="3161515" y="2143101"/>
                </a:cubicBezTo>
                <a:cubicBezTo>
                  <a:pt x="3169608" y="2151185"/>
                  <a:pt x="3177700" y="2167354"/>
                  <a:pt x="3193886" y="2175438"/>
                </a:cubicBezTo>
                <a:cubicBezTo>
                  <a:pt x="3210071" y="2126932"/>
                  <a:pt x="3145329" y="2110763"/>
                  <a:pt x="3137237" y="2070342"/>
                </a:cubicBezTo>
                <a:cubicBezTo>
                  <a:pt x="3137237" y="2062257"/>
                  <a:pt x="3145329" y="2054173"/>
                  <a:pt x="3145329" y="2046088"/>
                </a:cubicBezTo>
                <a:cubicBezTo>
                  <a:pt x="3145329" y="2038004"/>
                  <a:pt x="3137237" y="2021835"/>
                  <a:pt x="3145329" y="2013751"/>
                </a:cubicBezTo>
                <a:cubicBezTo>
                  <a:pt x="3161515" y="1932907"/>
                  <a:pt x="3274813" y="2005667"/>
                  <a:pt x="3347647" y="1965245"/>
                </a:cubicBezTo>
                <a:cubicBezTo>
                  <a:pt x="3347647" y="1957160"/>
                  <a:pt x="3355740" y="1949076"/>
                  <a:pt x="3355740" y="1932907"/>
                </a:cubicBezTo>
                <a:cubicBezTo>
                  <a:pt x="3363832" y="1932907"/>
                  <a:pt x="3371925" y="1940992"/>
                  <a:pt x="3380018" y="1940992"/>
                </a:cubicBezTo>
                <a:cubicBezTo>
                  <a:pt x="3444759" y="1949076"/>
                  <a:pt x="3460945" y="1908654"/>
                  <a:pt x="3477130" y="1876317"/>
                </a:cubicBezTo>
                <a:cubicBezTo>
                  <a:pt x="3469038" y="1868232"/>
                  <a:pt x="3469038" y="1852063"/>
                  <a:pt x="3469038" y="1835895"/>
                </a:cubicBezTo>
                <a:cubicBezTo>
                  <a:pt x="3452852" y="1819726"/>
                  <a:pt x="3428574" y="1803557"/>
                  <a:pt x="3420481" y="1787388"/>
                </a:cubicBezTo>
                <a:cubicBezTo>
                  <a:pt x="3412389" y="1803557"/>
                  <a:pt x="3396203" y="1787388"/>
                  <a:pt x="3380018" y="1787388"/>
                </a:cubicBezTo>
                <a:cubicBezTo>
                  <a:pt x="3371925" y="1795473"/>
                  <a:pt x="3371925" y="1803557"/>
                  <a:pt x="3355740" y="1803557"/>
                </a:cubicBezTo>
                <a:cubicBezTo>
                  <a:pt x="3323369" y="1819726"/>
                  <a:pt x="3315276" y="1884401"/>
                  <a:pt x="3331461" y="1908654"/>
                </a:cubicBezTo>
                <a:cubicBezTo>
                  <a:pt x="3282905" y="1924823"/>
                  <a:pt x="3242442" y="1916738"/>
                  <a:pt x="3201978" y="1908654"/>
                </a:cubicBezTo>
                <a:cubicBezTo>
                  <a:pt x="3185793" y="1908654"/>
                  <a:pt x="3169608" y="1916738"/>
                  <a:pt x="3145329" y="1908654"/>
                </a:cubicBezTo>
                <a:cubicBezTo>
                  <a:pt x="3104866" y="1900570"/>
                  <a:pt x="3121051" y="1843979"/>
                  <a:pt x="3137237" y="1819726"/>
                </a:cubicBezTo>
                <a:cubicBezTo>
                  <a:pt x="3145329" y="1795473"/>
                  <a:pt x="3177700" y="1779304"/>
                  <a:pt x="3177700" y="1746967"/>
                </a:cubicBezTo>
                <a:cubicBezTo>
                  <a:pt x="3173654" y="1742924"/>
                  <a:pt x="3170239" y="1740777"/>
                  <a:pt x="3167268" y="1740114"/>
                </a:cubicBezTo>
                <a:close/>
                <a:moveTo>
                  <a:pt x="1536689" y="1733783"/>
                </a:moveTo>
                <a:cubicBezTo>
                  <a:pt x="1506363" y="1729774"/>
                  <a:pt x="1516032" y="1778773"/>
                  <a:pt x="1544161" y="1771647"/>
                </a:cubicBezTo>
                <a:cubicBezTo>
                  <a:pt x="1552197" y="1763501"/>
                  <a:pt x="1552197" y="1747210"/>
                  <a:pt x="1552197" y="1739064"/>
                </a:cubicBezTo>
                <a:cubicBezTo>
                  <a:pt x="1546170" y="1736010"/>
                  <a:pt x="1541021" y="1734355"/>
                  <a:pt x="1536689" y="1733783"/>
                </a:cubicBezTo>
                <a:close/>
                <a:moveTo>
                  <a:pt x="1447936" y="1698989"/>
                </a:moveTo>
                <a:cubicBezTo>
                  <a:pt x="1439464" y="1698989"/>
                  <a:pt x="1439464" y="1698989"/>
                  <a:pt x="1430993" y="1706809"/>
                </a:cubicBezTo>
                <a:cubicBezTo>
                  <a:pt x="1430993" y="1706809"/>
                  <a:pt x="1430993" y="1706809"/>
                  <a:pt x="1430993" y="1714629"/>
                </a:cubicBezTo>
                <a:cubicBezTo>
                  <a:pt x="1439464" y="1714629"/>
                  <a:pt x="1447936" y="1714629"/>
                  <a:pt x="1447936" y="1698989"/>
                </a:cubicBezTo>
                <a:close/>
                <a:moveTo>
                  <a:pt x="617542" y="1666667"/>
                </a:moveTo>
                <a:cubicBezTo>
                  <a:pt x="612677" y="1667799"/>
                  <a:pt x="608069" y="1674346"/>
                  <a:pt x="606022" y="1690459"/>
                </a:cubicBezTo>
                <a:cubicBezTo>
                  <a:pt x="649030" y="1708586"/>
                  <a:pt x="632133" y="1663268"/>
                  <a:pt x="617542" y="1666667"/>
                </a:cubicBezTo>
                <a:close/>
                <a:moveTo>
                  <a:pt x="1493272" y="1657855"/>
                </a:moveTo>
                <a:cubicBezTo>
                  <a:pt x="1484373" y="1661521"/>
                  <a:pt x="1481278" y="1676182"/>
                  <a:pt x="1487469" y="1682047"/>
                </a:cubicBezTo>
                <a:cubicBezTo>
                  <a:pt x="1495723" y="1682047"/>
                  <a:pt x="1503977" y="1674228"/>
                  <a:pt x="1503977" y="1658588"/>
                </a:cubicBezTo>
                <a:cubicBezTo>
                  <a:pt x="1499850" y="1656634"/>
                  <a:pt x="1496239" y="1656634"/>
                  <a:pt x="1493272" y="1657855"/>
                </a:cubicBezTo>
                <a:close/>
                <a:moveTo>
                  <a:pt x="1463575" y="1650769"/>
                </a:moveTo>
                <a:cubicBezTo>
                  <a:pt x="1463575" y="1650769"/>
                  <a:pt x="1455755" y="1658588"/>
                  <a:pt x="1463575" y="1666408"/>
                </a:cubicBezTo>
                <a:cubicBezTo>
                  <a:pt x="1471395" y="1666408"/>
                  <a:pt x="1479214" y="1650769"/>
                  <a:pt x="1463575" y="1650769"/>
                </a:cubicBezTo>
                <a:close/>
                <a:moveTo>
                  <a:pt x="1301069" y="1638015"/>
                </a:moveTo>
                <a:cubicBezTo>
                  <a:pt x="1286297" y="1641017"/>
                  <a:pt x="1277207" y="1662032"/>
                  <a:pt x="1277207" y="1674041"/>
                </a:cubicBezTo>
                <a:cubicBezTo>
                  <a:pt x="1309529" y="1682047"/>
                  <a:pt x="1317609" y="1658029"/>
                  <a:pt x="1317609" y="1642018"/>
                </a:cubicBezTo>
                <a:cubicBezTo>
                  <a:pt x="1311548" y="1638015"/>
                  <a:pt x="1305993" y="1637014"/>
                  <a:pt x="1301069" y="1638015"/>
                </a:cubicBezTo>
                <a:close/>
                <a:moveTo>
                  <a:pt x="3412619" y="1610408"/>
                </a:moveTo>
                <a:cubicBezTo>
                  <a:pt x="3404473" y="1609390"/>
                  <a:pt x="3396327" y="1613463"/>
                  <a:pt x="3396327" y="1625681"/>
                </a:cubicBezTo>
                <a:cubicBezTo>
                  <a:pt x="3412619" y="1633827"/>
                  <a:pt x="3420764" y="1633827"/>
                  <a:pt x="3428910" y="1625681"/>
                </a:cubicBezTo>
                <a:cubicBezTo>
                  <a:pt x="3428910" y="1617536"/>
                  <a:pt x="3420764" y="1611427"/>
                  <a:pt x="3412619" y="1610408"/>
                </a:cubicBezTo>
                <a:close/>
                <a:moveTo>
                  <a:pt x="1455755" y="1577785"/>
                </a:moveTo>
                <a:cubicBezTo>
                  <a:pt x="1447501" y="1577785"/>
                  <a:pt x="1447501" y="1577785"/>
                  <a:pt x="1439248" y="1577785"/>
                </a:cubicBezTo>
                <a:cubicBezTo>
                  <a:pt x="1430993" y="1585605"/>
                  <a:pt x="1430993" y="1593425"/>
                  <a:pt x="1439248" y="1593425"/>
                </a:cubicBezTo>
                <a:cubicBezTo>
                  <a:pt x="1439248" y="1593425"/>
                  <a:pt x="1447501" y="1593425"/>
                  <a:pt x="1447501" y="1593425"/>
                </a:cubicBezTo>
                <a:cubicBezTo>
                  <a:pt x="1455755" y="1593425"/>
                  <a:pt x="1455755" y="1585605"/>
                  <a:pt x="1455755" y="1577785"/>
                </a:cubicBezTo>
                <a:close/>
                <a:moveTo>
                  <a:pt x="315392" y="1573975"/>
                </a:moveTo>
                <a:cubicBezTo>
                  <a:pt x="305210" y="1573975"/>
                  <a:pt x="295029" y="1577986"/>
                  <a:pt x="290956" y="1586006"/>
                </a:cubicBezTo>
                <a:cubicBezTo>
                  <a:pt x="299102" y="1610066"/>
                  <a:pt x="282810" y="1626106"/>
                  <a:pt x="282810" y="1642147"/>
                </a:cubicBezTo>
                <a:cubicBezTo>
                  <a:pt x="299102" y="1674228"/>
                  <a:pt x="347974" y="1674228"/>
                  <a:pt x="347974" y="1642147"/>
                </a:cubicBezTo>
                <a:cubicBezTo>
                  <a:pt x="347974" y="1618086"/>
                  <a:pt x="331683" y="1610066"/>
                  <a:pt x="339829" y="1586006"/>
                </a:cubicBezTo>
                <a:cubicBezTo>
                  <a:pt x="335756" y="1577986"/>
                  <a:pt x="325574" y="1573975"/>
                  <a:pt x="315392" y="1573975"/>
                </a:cubicBezTo>
                <a:close/>
                <a:moveTo>
                  <a:pt x="3500589" y="1569966"/>
                </a:moveTo>
                <a:cubicBezTo>
                  <a:pt x="3500589" y="1585605"/>
                  <a:pt x="3517532" y="1585605"/>
                  <a:pt x="3517532" y="1577786"/>
                </a:cubicBezTo>
                <a:cubicBezTo>
                  <a:pt x="3517532" y="1569966"/>
                  <a:pt x="3509061" y="1569966"/>
                  <a:pt x="3500589" y="1569966"/>
                </a:cubicBezTo>
                <a:close/>
                <a:moveTo>
                  <a:pt x="2959533" y="1564495"/>
                </a:moveTo>
                <a:cubicBezTo>
                  <a:pt x="2954697" y="1564793"/>
                  <a:pt x="2949224" y="1566301"/>
                  <a:pt x="2943114" y="1569314"/>
                </a:cubicBezTo>
                <a:cubicBezTo>
                  <a:pt x="2902387" y="1585388"/>
                  <a:pt x="2934969" y="1641646"/>
                  <a:pt x="2967551" y="1633609"/>
                </a:cubicBezTo>
                <a:cubicBezTo>
                  <a:pt x="2996061" y="1619545"/>
                  <a:pt x="2993387" y="1562408"/>
                  <a:pt x="2959533" y="1564495"/>
                </a:cubicBezTo>
                <a:close/>
                <a:moveTo>
                  <a:pt x="3072465" y="1563123"/>
                </a:moveTo>
                <a:cubicBezTo>
                  <a:pt x="3064319" y="1561103"/>
                  <a:pt x="3056174" y="1565144"/>
                  <a:pt x="3056174" y="1577264"/>
                </a:cubicBezTo>
                <a:cubicBezTo>
                  <a:pt x="3056174" y="1585344"/>
                  <a:pt x="3072465" y="1593425"/>
                  <a:pt x="3088756" y="1585344"/>
                </a:cubicBezTo>
                <a:cubicBezTo>
                  <a:pt x="3088756" y="1573224"/>
                  <a:pt x="3080610" y="1565144"/>
                  <a:pt x="3072465" y="1563123"/>
                </a:cubicBezTo>
                <a:close/>
                <a:moveTo>
                  <a:pt x="2838074" y="1562696"/>
                </a:moveTo>
                <a:cubicBezTo>
                  <a:pt x="2828528" y="1561169"/>
                  <a:pt x="2817838" y="1573387"/>
                  <a:pt x="2830056" y="1585605"/>
                </a:cubicBezTo>
                <a:cubicBezTo>
                  <a:pt x="2838202" y="1585605"/>
                  <a:pt x="2846347" y="1577460"/>
                  <a:pt x="2846347" y="1569314"/>
                </a:cubicBezTo>
                <a:cubicBezTo>
                  <a:pt x="2844310" y="1565242"/>
                  <a:pt x="2841256" y="1563205"/>
                  <a:pt x="2838074" y="1562696"/>
                </a:cubicBezTo>
                <a:close/>
                <a:moveTo>
                  <a:pt x="1295154" y="1560456"/>
                </a:moveTo>
                <a:cubicBezTo>
                  <a:pt x="1279767" y="1559696"/>
                  <a:pt x="1267758" y="1615883"/>
                  <a:pt x="1309789" y="1585512"/>
                </a:cubicBezTo>
                <a:cubicBezTo>
                  <a:pt x="1305786" y="1567289"/>
                  <a:pt x="1300282" y="1560709"/>
                  <a:pt x="1295154" y="1560456"/>
                </a:cubicBezTo>
                <a:close/>
                <a:moveTo>
                  <a:pt x="1463575" y="1553023"/>
                </a:moveTo>
                <a:cubicBezTo>
                  <a:pt x="1463575" y="1569314"/>
                  <a:pt x="1479736" y="1585605"/>
                  <a:pt x="1495897" y="1577460"/>
                </a:cubicBezTo>
                <a:cubicBezTo>
                  <a:pt x="1503977" y="1553023"/>
                  <a:pt x="1471656" y="1553023"/>
                  <a:pt x="1463575" y="1553023"/>
                </a:cubicBezTo>
                <a:close/>
                <a:moveTo>
                  <a:pt x="1746385" y="1545203"/>
                </a:moveTo>
                <a:cubicBezTo>
                  <a:pt x="1738565" y="1553023"/>
                  <a:pt x="1746385" y="1560842"/>
                  <a:pt x="1754204" y="1560842"/>
                </a:cubicBezTo>
                <a:cubicBezTo>
                  <a:pt x="1762024" y="1553023"/>
                  <a:pt x="1754204" y="1545203"/>
                  <a:pt x="1746385" y="1545203"/>
                </a:cubicBezTo>
                <a:close/>
                <a:moveTo>
                  <a:pt x="242409" y="1537384"/>
                </a:moveTo>
                <a:cubicBezTo>
                  <a:pt x="242409" y="1537384"/>
                  <a:pt x="234589" y="1537384"/>
                  <a:pt x="234589" y="1537384"/>
                </a:cubicBezTo>
                <a:cubicBezTo>
                  <a:pt x="234589" y="1545203"/>
                  <a:pt x="234589" y="1545203"/>
                  <a:pt x="242409" y="1545203"/>
                </a:cubicBezTo>
                <a:cubicBezTo>
                  <a:pt x="242409" y="1545203"/>
                  <a:pt x="242409" y="1537384"/>
                  <a:pt x="242409" y="1537384"/>
                </a:cubicBezTo>
                <a:close/>
                <a:moveTo>
                  <a:pt x="2061776" y="1529564"/>
                </a:moveTo>
                <a:cubicBezTo>
                  <a:pt x="2005736" y="1545677"/>
                  <a:pt x="2037759" y="1618187"/>
                  <a:pt x="2077788" y="1602074"/>
                </a:cubicBezTo>
                <a:cubicBezTo>
                  <a:pt x="2101806" y="1602074"/>
                  <a:pt x="2117818" y="1553734"/>
                  <a:pt x="2093800" y="1537621"/>
                </a:cubicBezTo>
                <a:cubicBezTo>
                  <a:pt x="2085794" y="1529564"/>
                  <a:pt x="2069782" y="1529564"/>
                  <a:pt x="2061776" y="1529564"/>
                </a:cubicBezTo>
                <a:close/>
                <a:moveTo>
                  <a:pt x="2942789" y="1520442"/>
                </a:moveTo>
                <a:cubicBezTo>
                  <a:pt x="2934969" y="1520442"/>
                  <a:pt x="2934969" y="1537385"/>
                  <a:pt x="2942789" y="1537385"/>
                </a:cubicBezTo>
                <a:cubicBezTo>
                  <a:pt x="2942789" y="1528913"/>
                  <a:pt x="2942789" y="1528913"/>
                  <a:pt x="2942789" y="1520442"/>
                </a:cubicBezTo>
                <a:close/>
                <a:moveTo>
                  <a:pt x="1323026" y="1510667"/>
                </a:moveTo>
                <a:cubicBezTo>
                  <a:pt x="1315899" y="1510667"/>
                  <a:pt x="1309789" y="1512622"/>
                  <a:pt x="1309789" y="1520442"/>
                </a:cubicBezTo>
                <a:cubicBezTo>
                  <a:pt x="1326080" y="1520442"/>
                  <a:pt x="1334226" y="1520442"/>
                  <a:pt x="1342371" y="1512622"/>
                </a:cubicBezTo>
                <a:cubicBezTo>
                  <a:pt x="1338298" y="1512622"/>
                  <a:pt x="1330153" y="1510667"/>
                  <a:pt x="1323026" y="1510667"/>
                </a:cubicBezTo>
                <a:close/>
                <a:moveTo>
                  <a:pt x="557801" y="1504802"/>
                </a:moveTo>
                <a:cubicBezTo>
                  <a:pt x="549981" y="1504802"/>
                  <a:pt x="549981" y="1520442"/>
                  <a:pt x="565620" y="1520442"/>
                </a:cubicBezTo>
                <a:cubicBezTo>
                  <a:pt x="573440" y="1504802"/>
                  <a:pt x="565620" y="1504802"/>
                  <a:pt x="557801" y="1504802"/>
                </a:cubicBezTo>
                <a:close/>
                <a:moveTo>
                  <a:pt x="3331424" y="1496983"/>
                </a:moveTo>
                <a:cubicBezTo>
                  <a:pt x="3323344" y="1513274"/>
                  <a:pt x="3347585" y="1529565"/>
                  <a:pt x="3363746" y="1521420"/>
                </a:cubicBezTo>
                <a:cubicBezTo>
                  <a:pt x="3363746" y="1505128"/>
                  <a:pt x="3355665" y="1496983"/>
                  <a:pt x="3331424" y="1496983"/>
                </a:cubicBezTo>
                <a:close/>
                <a:moveTo>
                  <a:pt x="598202" y="1489163"/>
                </a:moveTo>
                <a:cubicBezTo>
                  <a:pt x="590383" y="1489163"/>
                  <a:pt x="582563" y="1489163"/>
                  <a:pt x="582563" y="1496983"/>
                </a:cubicBezTo>
                <a:cubicBezTo>
                  <a:pt x="582563" y="1496983"/>
                  <a:pt x="590383" y="1504802"/>
                  <a:pt x="590383" y="1504802"/>
                </a:cubicBezTo>
                <a:cubicBezTo>
                  <a:pt x="590383" y="1504802"/>
                  <a:pt x="598202" y="1504802"/>
                  <a:pt x="598202" y="1504802"/>
                </a:cubicBezTo>
                <a:cubicBezTo>
                  <a:pt x="598202" y="1496983"/>
                  <a:pt x="598202" y="1489163"/>
                  <a:pt x="598202" y="1489163"/>
                </a:cubicBezTo>
                <a:close/>
                <a:moveTo>
                  <a:pt x="2724620" y="1472220"/>
                </a:moveTo>
                <a:cubicBezTo>
                  <a:pt x="2708460" y="1472220"/>
                  <a:pt x="2700380" y="1472220"/>
                  <a:pt x="2708460" y="1488381"/>
                </a:cubicBezTo>
                <a:cubicBezTo>
                  <a:pt x="2708460" y="1496461"/>
                  <a:pt x="2724620" y="1496461"/>
                  <a:pt x="2724620" y="1496461"/>
                </a:cubicBezTo>
                <a:cubicBezTo>
                  <a:pt x="2724620" y="1504541"/>
                  <a:pt x="2700380" y="1504541"/>
                  <a:pt x="2700380" y="1520702"/>
                </a:cubicBezTo>
                <a:cubicBezTo>
                  <a:pt x="2708460" y="1528783"/>
                  <a:pt x="2716540" y="1544943"/>
                  <a:pt x="2724620" y="1553023"/>
                </a:cubicBezTo>
                <a:cubicBezTo>
                  <a:pt x="2781183" y="1593425"/>
                  <a:pt x="2821585" y="1512622"/>
                  <a:pt x="2773103" y="1488381"/>
                </a:cubicBezTo>
                <a:cubicBezTo>
                  <a:pt x="2756941" y="1480300"/>
                  <a:pt x="2740781" y="1488381"/>
                  <a:pt x="2732701" y="1488381"/>
                </a:cubicBezTo>
                <a:cubicBezTo>
                  <a:pt x="2732701" y="1480300"/>
                  <a:pt x="2732701" y="1472220"/>
                  <a:pt x="2724620" y="1472220"/>
                </a:cubicBezTo>
                <a:close/>
                <a:moveTo>
                  <a:pt x="2744691" y="1445829"/>
                </a:moveTo>
                <a:cubicBezTo>
                  <a:pt x="2742736" y="1444851"/>
                  <a:pt x="2740782" y="1444851"/>
                  <a:pt x="2740782" y="1448761"/>
                </a:cubicBezTo>
                <a:cubicBezTo>
                  <a:pt x="2732962" y="1456581"/>
                  <a:pt x="2748601" y="1456581"/>
                  <a:pt x="2748601" y="1448761"/>
                </a:cubicBezTo>
                <a:cubicBezTo>
                  <a:pt x="2748601" y="1448761"/>
                  <a:pt x="2746647" y="1446807"/>
                  <a:pt x="2744691" y="1445829"/>
                </a:cubicBezTo>
                <a:close/>
                <a:moveTo>
                  <a:pt x="315393" y="1440941"/>
                </a:moveTo>
                <a:lnTo>
                  <a:pt x="312216" y="1440941"/>
                </a:lnTo>
                <a:lnTo>
                  <a:pt x="307980" y="1440941"/>
                </a:lnTo>
                <a:cubicBezTo>
                  <a:pt x="306921" y="1440941"/>
                  <a:pt x="306921" y="1440941"/>
                  <a:pt x="306921" y="1440941"/>
                </a:cubicBezTo>
                <a:cubicBezTo>
                  <a:pt x="306921" y="1440941"/>
                  <a:pt x="306921" y="1448761"/>
                  <a:pt x="298450" y="1440941"/>
                </a:cubicBezTo>
                <a:cubicBezTo>
                  <a:pt x="298450" y="1448761"/>
                  <a:pt x="298450" y="1448761"/>
                  <a:pt x="298450" y="1448761"/>
                </a:cubicBezTo>
                <a:cubicBezTo>
                  <a:pt x="306921" y="1448761"/>
                  <a:pt x="306921" y="1448761"/>
                  <a:pt x="306921" y="1448761"/>
                </a:cubicBezTo>
                <a:cubicBezTo>
                  <a:pt x="306921" y="1448761"/>
                  <a:pt x="306921" y="1448761"/>
                  <a:pt x="315393" y="1448761"/>
                </a:cubicBezTo>
                <a:cubicBezTo>
                  <a:pt x="315393" y="1448761"/>
                  <a:pt x="315393" y="1448761"/>
                  <a:pt x="315393" y="1440941"/>
                </a:cubicBezTo>
                <a:close/>
                <a:moveTo>
                  <a:pt x="744169" y="1440941"/>
                </a:moveTo>
                <a:cubicBezTo>
                  <a:pt x="752249" y="1456581"/>
                  <a:pt x="760329" y="1472220"/>
                  <a:pt x="776490" y="1472220"/>
                </a:cubicBezTo>
                <a:cubicBezTo>
                  <a:pt x="784571" y="1456581"/>
                  <a:pt x="760329" y="1448761"/>
                  <a:pt x="744169" y="1440941"/>
                </a:cubicBezTo>
                <a:close/>
                <a:moveTo>
                  <a:pt x="209827" y="1416180"/>
                </a:moveTo>
                <a:cubicBezTo>
                  <a:pt x="209827" y="1431819"/>
                  <a:pt x="209827" y="1431819"/>
                  <a:pt x="218299" y="1431819"/>
                </a:cubicBezTo>
                <a:cubicBezTo>
                  <a:pt x="218299" y="1431819"/>
                  <a:pt x="226770" y="1431819"/>
                  <a:pt x="226770" y="1431819"/>
                </a:cubicBezTo>
                <a:cubicBezTo>
                  <a:pt x="226770" y="1416180"/>
                  <a:pt x="218299" y="1416180"/>
                  <a:pt x="209827" y="1416180"/>
                </a:cubicBezTo>
                <a:close/>
                <a:moveTo>
                  <a:pt x="3371565" y="1400955"/>
                </a:moveTo>
                <a:cubicBezTo>
                  <a:pt x="3353482" y="1395920"/>
                  <a:pt x="3335399" y="1399948"/>
                  <a:pt x="3323344" y="1424118"/>
                </a:cubicBezTo>
                <a:cubicBezTo>
                  <a:pt x="3347455" y="1448288"/>
                  <a:pt x="3379602" y="1464401"/>
                  <a:pt x="3403713" y="1464401"/>
                </a:cubicBezTo>
                <a:cubicBezTo>
                  <a:pt x="3411750" y="1456344"/>
                  <a:pt x="3419786" y="1448288"/>
                  <a:pt x="3419786" y="1432174"/>
                </a:cubicBezTo>
                <a:cubicBezTo>
                  <a:pt x="3407731" y="1420090"/>
                  <a:pt x="3389648" y="1405990"/>
                  <a:pt x="3371565" y="1400955"/>
                </a:cubicBezTo>
                <a:close/>
                <a:moveTo>
                  <a:pt x="817049" y="1383864"/>
                </a:moveTo>
                <a:cubicBezTo>
                  <a:pt x="808960" y="1408120"/>
                  <a:pt x="833226" y="1391949"/>
                  <a:pt x="833226" y="1416205"/>
                </a:cubicBezTo>
                <a:cubicBezTo>
                  <a:pt x="792783" y="1375779"/>
                  <a:pt x="768517" y="1456630"/>
                  <a:pt x="825137" y="1448545"/>
                </a:cubicBezTo>
                <a:cubicBezTo>
                  <a:pt x="833226" y="1440460"/>
                  <a:pt x="841315" y="1432375"/>
                  <a:pt x="849403" y="1424290"/>
                </a:cubicBezTo>
                <a:cubicBezTo>
                  <a:pt x="849403" y="1432375"/>
                  <a:pt x="857492" y="1432375"/>
                  <a:pt x="857492" y="1440460"/>
                </a:cubicBezTo>
                <a:cubicBezTo>
                  <a:pt x="833226" y="1456630"/>
                  <a:pt x="841315" y="1497056"/>
                  <a:pt x="800872" y="1497056"/>
                </a:cubicBezTo>
                <a:cubicBezTo>
                  <a:pt x="792783" y="1497056"/>
                  <a:pt x="792783" y="1513227"/>
                  <a:pt x="784695" y="1521311"/>
                </a:cubicBezTo>
                <a:cubicBezTo>
                  <a:pt x="736163" y="1513227"/>
                  <a:pt x="728075" y="1553652"/>
                  <a:pt x="695720" y="1561737"/>
                </a:cubicBezTo>
                <a:cubicBezTo>
                  <a:pt x="671455" y="1569822"/>
                  <a:pt x="671455" y="1569822"/>
                  <a:pt x="663366" y="1585992"/>
                </a:cubicBezTo>
                <a:cubicBezTo>
                  <a:pt x="663366" y="1610248"/>
                  <a:pt x="671455" y="1626418"/>
                  <a:pt x="703809" y="1626418"/>
                </a:cubicBezTo>
                <a:cubicBezTo>
                  <a:pt x="719986" y="1674929"/>
                  <a:pt x="792783" y="1658759"/>
                  <a:pt x="808960" y="1699184"/>
                </a:cubicBezTo>
                <a:cubicBezTo>
                  <a:pt x="817049" y="1715355"/>
                  <a:pt x="808960" y="1731525"/>
                  <a:pt x="817049" y="1739610"/>
                </a:cubicBezTo>
                <a:cubicBezTo>
                  <a:pt x="833226" y="1747695"/>
                  <a:pt x="849403" y="1755780"/>
                  <a:pt x="865580" y="1771950"/>
                </a:cubicBezTo>
                <a:cubicBezTo>
                  <a:pt x="857492" y="1788121"/>
                  <a:pt x="873669" y="1796206"/>
                  <a:pt x="881757" y="1812376"/>
                </a:cubicBezTo>
                <a:cubicBezTo>
                  <a:pt x="914112" y="1812376"/>
                  <a:pt x="930289" y="1796206"/>
                  <a:pt x="946466" y="1788121"/>
                </a:cubicBezTo>
                <a:cubicBezTo>
                  <a:pt x="994997" y="1796206"/>
                  <a:pt x="1027352" y="1788121"/>
                  <a:pt x="1067795" y="1771950"/>
                </a:cubicBezTo>
                <a:cubicBezTo>
                  <a:pt x="1083972" y="1755780"/>
                  <a:pt x="1092060" y="1739610"/>
                  <a:pt x="1108237" y="1723440"/>
                </a:cubicBezTo>
                <a:cubicBezTo>
                  <a:pt x="1124415" y="1715355"/>
                  <a:pt x="1148680" y="1707269"/>
                  <a:pt x="1156769" y="1691099"/>
                </a:cubicBezTo>
                <a:cubicBezTo>
                  <a:pt x="1172946" y="1666844"/>
                  <a:pt x="1172946" y="1602163"/>
                  <a:pt x="1164857" y="1561737"/>
                </a:cubicBezTo>
                <a:cubicBezTo>
                  <a:pt x="1164857" y="1521311"/>
                  <a:pt x="1148680" y="1480886"/>
                  <a:pt x="1116326" y="1456630"/>
                </a:cubicBezTo>
                <a:cubicBezTo>
                  <a:pt x="1116326" y="1448545"/>
                  <a:pt x="1116326" y="1440460"/>
                  <a:pt x="1116326" y="1432375"/>
                </a:cubicBezTo>
                <a:cubicBezTo>
                  <a:pt x="1083972" y="1448545"/>
                  <a:pt x="1067795" y="1440460"/>
                  <a:pt x="1043529" y="1432375"/>
                </a:cubicBezTo>
                <a:cubicBezTo>
                  <a:pt x="1043529" y="1424290"/>
                  <a:pt x="1043529" y="1408120"/>
                  <a:pt x="1035440" y="1408120"/>
                </a:cubicBezTo>
                <a:cubicBezTo>
                  <a:pt x="1035440" y="1416205"/>
                  <a:pt x="1043529" y="1424290"/>
                  <a:pt x="1035440" y="1432375"/>
                </a:cubicBezTo>
                <a:cubicBezTo>
                  <a:pt x="986909" y="1424290"/>
                  <a:pt x="930289" y="1391949"/>
                  <a:pt x="873669" y="1424290"/>
                </a:cubicBezTo>
                <a:cubicBezTo>
                  <a:pt x="857492" y="1408120"/>
                  <a:pt x="833226" y="1400034"/>
                  <a:pt x="817049" y="1383864"/>
                </a:cubicBezTo>
                <a:close/>
                <a:moveTo>
                  <a:pt x="1818934" y="1383598"/>
                </a:moveTo>
                <a:cubicBezTo>
                  <a:pt x="1802426" y="1391743"/>
                  <a:pt x="1827188" y="1416180"/>
                  <a:pt x="1818934" y="1383598"/>
                </a:cubicBezTo>
                <a:close/>
                <a:moveTo>
                  <a:pt x="2368698" y="1376034"/>
                </a:moveTo>
                <a:cubicBezTo>
                  <a:pt x="2344419" y="1367959"/>
                  <a:pt x="2360605" y="1408335"/>
                  <a:pt x="2344419" y="1408335"/>
                </a:cubicBezTo>
                <a:cubicBezTo>
                  <a:pt x="2320141" y="1408335"/>
                  <a:pt x="2320141" y="1400260"/>
                  <a:pt x="2295862" y="1400260"/>
                </a:cubicBezTo>
                <a:cubicBezTo>
                  <a:pt x="2287769" y="1416410"/>
                  <a:pt x="2279676" y="1432560"/>
                  <a:pt x="2255397" y="1432560"/>
                </a:cubicBezTo>
                <a:cubicBezTo>
                  <a:pt x="2247304" y="1432560"/>
                  <a:pt x="2247304" y="1424485"/>
                  <a:pt x="2239212" y="1416410"/>
                </a:cubicBezTo>
                <a:cubicBezTo>
                  <a:pt x="2223026" y="1416410"/>
                  <a:pt x="2214933" y="1408335"/>
                  <a:pt x="2206840" y="1416410"/>
                </a:cubicBezTo>
                <a:cubicBezTo>
                  <a:pt x="2239212" y="1448711"/>
                  <a:pt x="2206840" y="1497162"/>
                  <a:pt x="2166375" y="1497162"/>
                </a:cubicBezTo>
                <a:cubicBezTo>
                  <a:pt x="2158283" y="1529463"/>
                  <a:pt x="2150190" y="1561763"/>
                  <a:pt x="2125911" y="1577914"/>
                </a:cubicBezTo>
                <a:cubicBezTo>
                  <a:pt x="2125911" y="1610214"/>
                  <a:pt x="2134004" y="1642515"/>
                  <a:pt x="2117818" y="1666741"/>
                </a:cubicBezTo>
                <a:cubicBezTo>
                  <a:pt x="2125911" y="1674816"/>
                  <a:pt x="2134004" y="1690966"/>
                  <a:pt x="2142097" y="1707116"/>
                </a:cubicBezTo>
                <a:cubicBezTo>
                  <a:pt x="2134004" y="1707116"/>
                  <a:pt x="2134004" y="1715192"/>
                  <a:pt x="2125911" y="1723267"/>
                </a:cubicBezTo>
                <a:cubicBezTo>
                  <a:pt x="2142097" y="1731342"/>
                  <a:pt x="2142097" y="1755568"/>
                  <a:pt x="2158283" y="1763643"/>
                </a:cubicBezTo>
                <a:cubicBezTo>
                  <a:pt x="2182561" y="1763643"/>
                  <a:pt x="2198747" y="1763643"/>
                  <a:pt x="2198747" y="1779793"/>
                </a:cubicBezTo>
                <a:cubicBezTo>
                  <a:pt x="2190654" y="1804019"/>
                  <a:pt x="2158283" y="1828244"/>
                  <a:pt x="2190654" y="1844394"/>
                </a:cubicBezTo>
                <a:cubicBezTo>
                  <a:pt x="2214933" y="1844394"/>
                  <a:pt x="2214933" y="1828244"/>
                  <a:pt x="2239212" y="1828244"/>
                </a:cubicBezTo>
                <a:cubicBezTo>
                  <a:pt x="2247304" y="1836319"/>
                  <a:pt x="2263490" y="1828244"/>
                  <a:pt x="2279676" y="1836319"/>
                </a:cubicBezTo>
                <a:cubicBezTo>
                  <a:pt x="2239212" y="1868620"/>
                  <a:pt x="2247304" y="1957447"/>
                  <a:pt x="2279676" y="2005898"/>
                </a:cubicBezTo>
                <a:cubicBezTo>
                  <a:pt x="2287769" y="2013973"/>
                  <a:pt x="2303955" y="2013973"/>
                  <a:pt x="2303955" y="2030124"/>
                </a:cubicBezTo>
                <a:cubicBezTo>
                  <a:pt x="2320141" y="2030124"/>
                  <a:pt x="2320141" y="2038199"/>
                  <a:pt x="2328233" y="2046274"/>
                </a:cubicBezTo>
                <a:cubicBezTo>
                  <a:pt x="2360605" y="2046274"/>
                  <a:pt x="2376791" y="2062424"/>
                  <a:pt x="2401070" y="2054349"/>
                </a:cubicBezTo>
                <a:cubicBezTo>
                  <a:pt x="2401070" y="2070499"/>
                  <a:pt x="2409163" y="2078575"/>
                  <a:pt x="2409163" y="2094725"/>
                </a:cubicBezTo>
                <a:cubicBezTo>
                  <a:pt x="2433441" y="2118951"/>
                  <a:pt x="2433441" y="2159326"/>
                  <a:pt x="2465813" y="2167402"/>
                </a:cubicBezTo>
                <a:cubicBezTo>
                  <a:pt x="2473906" y="2167402"/>
                  <a:pt x="2465813" y="2159326"/>
                  <a:pt x="2481999" y="2159326"/>
                </a:cubicBezTo>
                <a:cubicBezTo>
                  <a:pt x="2490092" y="2167402"/>
                  <a:pt x="2481999" y="2175477"/>
                  <a:pt x="2490092" y="2183552"/>
                </a:cubicBezTo>
                <a:cubicBezTo>
                  <a:pt x="2514370" y="2191627"/>
                  <a:pt x="2522463" y="2159326"/>
                  <a:pt x="2546742" y="2175477"/>
                </a:cubicBezTo>
                <a:cubicBezTo>
                  <a:pt x="2562928" y="2151251"/>
                  <a:pt x="2595299" y="2135101"/>
                  <a:pt x="2603392" y="2102800"/>
                </a:cubicBezTo>
                <a:cubicBezTo>
                  <a:pt x="2603392" y="2102800"/>
                  <a:pt x="2611485" y="2110875"/>
                  <a:pt x="2619578" y="2102800"/>
                </a:cubicBezTo>
                <a:cubicBezTo>
                  <a:pt x="2619578" y="2094725"/>
                  <a:pt x="2603392" y="2094725"/>
                  <a:pt x="2603392" y="2086650"/>
                </a:cubicBezTo>
                <a:cubicBezTo>
                  <a:pt x="2619578" y="2005898"/>
                  <a:pt x="2571021" y="1957447"/>
                  <a:pt x="2514370" y="1933221"/>
                </a:cubicBezTo>
                <a:cubicBezTo>
                  <a:pt x="2522463" y="1892846"/>
                  <a:pt x="2498184" y="1868620"/>
                  <a:pt x="2490092" y="1836319"/>
                </a:cubicBezTo>
                <a:cubicBezTo>
                  <a:pt x="2481999" y="1836319"/>
                  <a:pt x="2457720" y="1820169"/>
                  <a:pt x="2449627" y="1804019"/>
                </a:cubicBezTo>
                <a:cubicBezTo>
                  <a:pt x="2465813" y="1804019"/>
                  <a:pt x="2473906" y="1795943"/>
                  <a:pt x="2473906" y="1795943"/>
                </a:cubicBezTo>
                <a:cubicBezTo>
                  <a:pt x="2498184" y="1723267"/>
                  <a:pt x="2514370" y="1658665"/>
                  <a:pt x="2498184" y="1585989"/>
                </a:cubicBezTo>
                <a:cubicBezTo>
                  <a:pt x="2481999" y="1545613"/>
                  <a:pt x="2441534" y="1505237"/>
                  <a:pt x="2425348" y="1472936"/>
                </a:cubicBezTo>
                <a:cubicBezTo>
                  <a:pt x="2417255" y="1472936"/>
                  <a:pt x="2409163" y="1464861"/>
                  <a:pt x="2409163" y="1464861"/>
                </a:cubicBezTo>
                <a:cubicBezTo>
                  <a:pt x="2384884" y="1440636"/>
                  <a:pt x="2392977" y="1400260"/>
                  <a:pt x="2368698" y="1376034"/>
                </a:cubicBezTo>
                <a:close/>
                <a:moveTo>
                  <a:pt x="557801" y="1375778"/>
                </a:moveTo>
                <a:cubicBezTo>
                  <a:pt x="573961" y="1375778"/>
                  <a:pt x="573961" y="1400540"/>
                  <a:pt x="598202" y="1400540"/>
                </a:cubicBezTo>
                <a:cubicBezTo>
                  <a:pt x="598202" y="1384032"/>
                  <a:pt x="565880" y="1375778"/>
                  <a:pt x="557801" y="1375778"/>
                </a:cubicBezTo>
                <a:close/>
                <a:moveTo>
                  <a:pt x="1560452" y="1375778"/>
                </a:moveTo>
                <a:cubicBezTo>
                  <a:pt x="1552197" y="1392287"/>
                  <a:pt x="1576960" y="1400540"/>
                  <a:pt x="1576960" y="1384032"/>
                </a:cubicBezTo>
                <a:cubicBezTo>
                  <a:pt x="1568706" y="1384032"/>
                  <a:pt x="1568706" y="1384032"/>
                  <a:pt x="1560452" y="1375778"/>
                </a:cubicBezTo>
                <a:close/>
                <a:moveTo>
                  <a:pt x="1423174" y="1367958"/>
                </a:moveTo>
                <a:cubicBezTo>
                  <a:pt x="1414920" y="1375778"/>
                  <a:pt x="1406666" y="1375778"/>
                  <a:pt x="1398411" y="1383598"/>
                </a:cubicBezTo>
                <a:cubicBezTo>
                  <a:pt x="1406666" y="1383598"/>
                  <a:pt x="1414920" y="1375778"/>
                  <a:pt x="1423174" y="1367958"/>
                </a:cubicBezTo>
                <a:close/>
                <a:moveTo>
                  <a:pt x="1118625" y="1367493"/>
                </a:moveTo>
                <a:cubicBezTo>
                  <a:pt x="1114056" y="1368203"/>
                  <a:pt x="1107945" y="1370728"/>
                  <a:pt x="1099962" y="1375779"/>
                </a:cubicBezTo>
                <a:cubicBezTo>
                  <a:pt x="1106946" y="1446481"/>
                  <a:pt x="1150602" y="1362522"/>
                  <a:pt x="1118625" y="1367493"/>
                </a:cubicBezTo>
                <a:close/>
                <a:moveTo>
                  <a:pt x="1037731" y="1333422"/>
                </a:moveTo>
                <a:cubicBezTo>
                  <a:pt x="1034798" y="1331467"/>
                  <a:pt x="1030889" y="1331467"/>
                  <a:pt x="1026978" y="1335377"/>
                </a:cubicBezTo>
                <a:cubicBezTo>
                  <a:pt x="1034798" y="1343196"/>
                  <a:pt x="1034798" y="1343196"/>
                  <a:pt x="1042618" y="1343196"/>
                </a:cubicBezTo>
                <a:cubicBezTo>
                  <a:pt x="1042618" y="1339286"/>
                  <a:pt x="1040663" y="1335377"/>
                  <a:pt x="1037731" y="1333422"/>
                </a:cubicBezTo>
                <a:close/>
                <a:moveTo>
                  <a:pt x="2085887" y="1327558"/>
                </a:moveTo>
                <a:cubicBezTo>
                  <a:pt x="2085887" y="1327558"/>
                  <a:pt x="2077416" y="1335377"/>
                  <a:pt x="2094359" y="1335377"/>
                </a:cubicBezTo>
                <a:cubicBezTo>
                  <a:pt x="2094359" y="1327558"/>
                  <a:pt x="2094359" y="1327558"/>
                  <a:pt x="2085887" y="1327558"/>
                </a:cubicBezTo>
                <a:close/>
                <a:moveTo>
                  <a:pt x="129024" y="1327557"/>
                </a:moveTo>
                <a:cubicBezTo>
                  <a:pt x="129024" y="1327557"/>
                  <a:pt x="129024" y="1335377"/>
                  <a:pt x="129024" y="1343196"/>
                </a:cubicBezTo>
                <a:cubicBezTo>
                  <a:pt x="137496" y="1343196"/>
                  <a:pt x="137496" y="1343196"/>
                  <a:pt x="137496" y="1343196"/>
                </a:cubicBezTo>
                <a:cubicBezTo>
                  <a:pt x="145967" y="1335377"/>
                  <a:pt x="145967" y="1327557"/>
                  <a:pt x="129024" y="1327557"/>
                </a:cubicBezTo>
                <a:close/>
                <a:moveTo>
                  <a:pt x="1231860" y="1320336"/>
                </a:moveTo>
                <a:cubicBezTo>
                  <a:pt x="1225856" y="1320715"/>
                  <a:pt x="1219351" y="1322735"/>
                  <a:pt x="1213347" y="1326775"/>
                </a:cubicBezTo>
                <a:cubicBezTo>
                  <a:pt x="1213347" y="1334856"/>
                  <a:pt x="1213347" y="1334856"/>
                  <a:pt x="1213347" y="1342935"/>
                </a:cubicBezTo>
                <a:cubicBezTo>
                  <a:pt x="1229359" y="1342935"/>
                  <a:pt x="1237365" y="1342935"/>
                  <a:pt x="1245371" y="1351016"/>
                </a:cubicBezTo>
                <a:cubicBezTo>
                  <a:pt x="1263383" y="1332835"/>
                  <a:pt x="1249874" y="1319200"/>
                  <a:pt x="1231860" y="1320336"/>
                </a:cubicBezTo>
                <a:close/>
                <a:moveTo>
                  <a:pt x="2134946" y="1319738"/>
                </a:moveTo>
                <a:cubicBezTo>
                  <a:pt x="2134946" y="1319738"/>
                  <a:pt x="2134946" y="1327787"/>
                  <a:pt x="2126847" y="1327787"/>
                </a:cubicBezTo>
                <a:cubicBezTo>
                  <a:pt x="2086353" y="1327787"/>
                  <a:pt x="2053957" y="1376085"/>
                  <a:pt x="2070154" y="1416334"/>
                </a:cubicBezTo>
                <a:cubicBezTo>
                  <a:pt x="2078253" y="1432433"/>
                  <a:pt x="2110649" y="1456582"/>
                  <a:pt x="2126847" y="1456582"/>
                </a:cubicBezTo>
                <a:cubicBezTo>
                  <a:pt x="2143045" y="1456582"/>
                  <a:pt x="2167342" y="1416334"/>
                  <a:pt x="2167342" y="1392184"/>
                </a:cubicBezTo>
                <a:cubicBezTo>
                  <a:pt x="2167342" y="1359986"/>
                  <a:pt x="2159243" y="1327787"/>
                  <a:pt x="2134946" y="1319738"/>
                </a:cubicBezTo>
                <a:close/>
                <a:moveTo>
                  <a:pt x="396195" y="1319738"/>
                </a:moveTo>
                <a:cubicBezTo>
                  <a:pt x="404449" y="1327557"/>
                  <a:pt x="412703" y="1343196"/>
                  <a:pt x="420957" y="1335377"/>
                </a:cubicBezTo>
                <a:cubicBezTo>
                  <a:pt x="412703" y="1327557"/>
                  <a:pt x="404449" y="1319738"/>
                  <a:pt x="396195" y="1319738"/>
                </a:cubicBezTo>
                <a:close/>
                <a:moveTo>
                  <a:pt x="1698164" y="1319738"/>
                </a:moveTo>
                <a:cubicBezTo>
                  <a:pt x="1698164" y="1327557"/>
                  <a:pt x="1690344" y="1327557"/>
                  <a:pt x="1690344" y="1343196"/>
                </a:cubicBezTo>
                <a:cubicBezTo>
                  <a:pt x="1698164" y="1343196"/>
                  <a:pt x="1698164" y="1351016"/>
                  <a:pt x="1705984" y="1343196"/>
                </a:cubicBezTo>
                <a:cubicBezTo>
                  <a:pt x="1713803" y="1335377"/>
                  <a:pt x="1713803" y="1319738"/>
                  <a:pt x="1698164" y="1319738"/>
                </a:cubicBezTo>
                <a:close/>
                <a:moveTo>
                  <a:pt x="2571356" y="1310615"/>
                </a:moveTo>
                <a:cubicBezTo>
                  <a:pt x="2554848" y="1310615"/>
                  <a:pt x="2554848" y="1310615"/>
                  <a:pt x="2546594" y="1319086"/>
                </a:cubicBezTo>
                <a:cubicBezTo>
                  <a:pt x="2554848" y="1327558"/>
                  <a:pt x="2571356" y="1327558"/>
                  <a:pt x="2571356" y="1310615"/>
                </a:cubicBezTo>
                <a:close/>
                <a:moveTo>
                  <a:pt x="3121337" y="1294975"/>
                </a:moveTo>
                <a:cubicBezTo>
                  <a:pt x="3112866" y="1294975"/>
                  <a:pt x="3112866" y="1294975"/>
                  <a:pt x="3112866" y="1294975"/>
                </a:cubicBezTo>
                <a:cubicBezTo>
                  <a:pt x="3104394" y="1294975"/>
                  <a:pt x="3104394" y="1294975"/>
                  <a:pt x="3104394" y="1302795"/>
                </a:cubicBezTo>
                <a:cubicBezTo>
                  <a:pt x="3112866" y="1302795"/>
                  <a:pt x="3121337" y="1302795"/>
                  <a:pt x="3121337" y="1294975"/>
                </a:cubicBezTo>
                <a:close/>
                <a:moveTo>
                  <a:pt x="3048099" y="1275478"/>
                </a:moveTo>
                <a:cubicBezTo>
                  <a:pt x="3035881" y="1274530"/>
                  <a:pt x="3025953" y="1282106"/>
                  <a:pt x="3032063" y="1303316"/>
                </a:cubicBezTo>
                <a:cubicBezTo>
                  <a:pt x="3032063" y="1319477"/>
                  <a:pt x="3048353" y="1327558"/>
                  <a:pt x="3064644" y="1327558"/>
                </a:cubicBezTo>
                <a:cubicBezTo>
                  <a:pt x="3095190" y="1302307"/>
                  <a:pt x="3068463" y="1277055"/>
                  <a:pt x="3048099" y="1275478"/>
                </a:cubicBezTo>
                <a:close/>
                <a:moveTo>
                  <a:pt x="2155348" y="1275115"/>
                </a:moveTo>
                <a:cubicBezTo>
                  <a:pt x="2143606" y="1274341"/>
                  <a:pt x="2133000" y="1280532"/>
                  <a:pt x="2126940" y="1286721"/>
                </a:cubicBezTo>
                <a:cubicBezTo>
                  <a:pt x="2126940" y="1303230"/>
                  <a:pt x="2135020" y="1311484"/>
                  <a:pt x="2143101" y="1319738"/>
                </a:cubicBezTo>
                <a:cubicBezTo>
                  <a:pt x="2159261" y="1311484"/>
                  <a:pt x="2167342" y="1294975"/>
                  <a:pt x="2167342" y="1278468"/>
                </a:cubicBezTo>
                <a:cubicBezTo>
                  <a:pt x="2163302" y="1276404"/>
                  <a:pt x="2159261" y="1275373"/>
                  <a:pt x="2155348" y="1275115"/>
                </a:cubicBezTo>
                <a:close/>
                <a:moveTo>
                  <a:pt x="1334897" y="1273378"/>
                </a:moveTo>
                <a:cubicBezTo>
                  <a:pt x="1329468" y="1272999"/>
                  <a:pt x="1323408" y="1274514"/>
                  <a:pt x="1317347" y="1278554"/>
                </a:cubicBezTo>
                <a:cubicBezTo>
                  <a:pt x="1285026" y="1294715"/>
                  <a:pt x="1333508" y="1343196"/>
                  <a:pt x="1349669" y="1310875"/>
                </a:cubicBezTo>
                <a:cubicBezTo>
                  <a:pt x="1361789" y="1292694"/>
                  <a:pt x="1351184" y="1274514"/>
                  <a:pt x="1334897" y="1273378"/>
                </a:cubicBezTo>
                <a:close/>
                <a:moveTo>
                  <a:pt x="1592699" y="1270473"/>
                </a:moveTo>
                <a:cubicBezTo>
                  <a:pt x="1536558" y="1270473"/>
                  <a:pt x="1568639" y="1343196"/>
                  <a:pt x="1600719" y="1343196"/>
                </a:cubicBezTo>
                <a:cubicBezTo>
                  <a:pt x="1640820" y="1335116"/>
                  <a:pt x="1632800" y="1262394"/>
                  <a:pt x="1592699" y="1270473"/>
                </a:cubicBezTo>
                <a:close/>
                <a:moveTo>
                  <a:pt x="2506193" y="1254574"/>
                </a:moveTo>
                <a:cubicBezTo>
                  <a:pt x="2498373" y="1254574"/>
                  <a:pt x="2490553" y="1254574"/>
                  <a:pt x="2490553" y="1254574"/>
                </a:cubicBezTo>
                <a:cubicBezTo>
                  <a:pt x="2490553" y="1262394"/>
                  <a:pt x="2490553" y="1262394"/>
                  <a:pt x="2498373" y="1262394"/>
                </a:cubicBezTo>
                <a:cubicBezTo>
                  <a:pt x="2506193" y="1262394"/>
                  <a:pt x="2506193" y="1262394"/>
                  <a:pt x="2506193" y="1254574"/>
                </a:cubicBezTo>
                <a:close/>
                <a:moveTo>
                  <a:pt x="2648005" y="1239357"/>
                </a:moveTo>
                <a:cubicBezTo>
                  <a:pt x="2645806" y="1239993"/>
                  <a:pt x="2644340" y="1242030"/>
                  <a:pt x="2644340" y="1246103"/>
                </a:cubicBezTo>
                <a:cubicBezTo>
                  <a:pt x="2644340" y="1262394"/>
                  <a:pt x="2667799" y="1262394"/>
                  <a:pt x="2667799" y="1254248"/>
                </a:cubicBezTo>
                <a:cubicBezTo>
                  <a:pt x="2667799" y="1248139"/>
                  <a:pt x="2654602" y="1237448"/>
                  <a:pt x="2648005" y="1239357"/>
                </a:cubicBezTo>
                <a:close/>
                <a:moveTo>
                  <a:pt x="185437" y="1238935"/>
                </a:moveTo>
                <a:cubicBezTo>
                  <a:pt x="177245" y="1255095"/>
                  <a:pt x="193629" y="1271256"/>
                  <a:pt x="193629" y="1287416"/>
                </a:cubicBezTo>
                <a:cubicBezTo>
                  <a:pt x="210013" y="1311658"/>
                  <a:pt x="210013" y="1352059"/>
                  <a:pt x="234589" y="1360140"/>
                </a:cubicBezTo>
                <a:cubicBezTo>
                  <a:pt x="234589" y="1303577"/>
                  <a:pt x="201821" y="1287416"/>
                  <a:pt x="193629" y="1247015"/>
                </a:cubicBezTo>
                <a:cubicBezTo>
                  <a:pt x="185437" y="1247015"/>
                  <a:pt x="185437" y="1247015"/>
                  <a:pt x="185437" y="1238935"/>
                </a:cubicBezTo>
                <a:close/>
                <a:moveTo>
                  <a:pt x="1541308" y="1237575"/>
                </a:moveTo>
                <a:cubicBezTo>
                  <a:pt x="1522599" y="1242539"/>
                  <a:pt x="1506135" y="1262393"/>
                  <a:pt x="1512122" y="1286830"/>
                </a:cubicBezTo>
                <a:cubicBezTo>
                  <a:pt x="1504139" y="1286830"/>
                  <a:pt x="1496156" y="1286830"/>
                  <a:pt x="1496156" y="1294975"/>
                </a:cubicBezTo>
                <a:cubicBezTo>
                  <a:pt x="1520105" y="1286830"/>
                  <a:pt x="1560017" y="1278684"/>
                  <a:pt x="1560017" y="1237957"/>
                </a:cubicBezTo>
                <a:cubicBezTo>
                  <a:pt x="1554031" y="1235920"/>
                  <a:pt x="1547544" y="1235920"/>
                  <a:pt x="1541308" y="1237575"/>
                </a:cubicBezTo>
                <a:close/>
                <a:moveTo>
                  <a:pt x="2361529" y="1221992"/>
                </a:moveTo>
                <a:cubicBezTo>
                  <a:pt x="2361529" y="1221992"/>
                  <a:pt x="2361529" y="1221992"/>
                  <a:pt x="2361529" y="1229812"/>
                </a:cubicBezTo>
                <a:cubicBezTo>
                  <a:pt x="2361529" y="1229812"/>
                  <a:pt x="2369349" y="1229812"/>
                  <a:pt x="2369349" y="1229812"/>
                </a:cubicBezTo>
                <a:cubicBezTo>
                  <a:pt x="2369349" y="1221992"/>
                  <a:pt x="2369349" y="1221992"/>
                  <a:pt x="2361529" y="1221992"/>
                </a:cubicBezTo>
                <a:close/>
                <a:moveTo>
                  <a:pt x="1487686" y="1212673"/>
                </a:moveTo>
                <a:cubicBezTo>
                  <a:pt x="1481577" y="1214693"/>
                  <a:pt x="1475467" y="1222774"/>
                  <a:pt x="1479540" y="1230854"/>
                </a:cubicBezTo>
                <a:cubicBezTo>
                  <a:pt x="1487686" y="1238935"/>
                  <a:pt x="1495831" y="1230854"/>
                  <a:pt x="1495831" y="1230854"/>
                </a:cubicBezTo>
                <a:cubicBezTo>
                  <a:pt x="1499904" y="1214693"/>
                  <a:pt x="1493795" y="1210653"/>
                  <a:pt x="1487686" y="1212673"/>
                </a:cubicBezTo>
                <a:close/>
                <a:moveTo>
                  <a:pt x="1254115" y="1203420"/>
                </a:moveTo>
                <a:cubicBezTo>
                  <a:pt x="1246988" y="1204398"/>
                  <a:pt x="1240879" y="1210262"/>
                  <a:pt x="1244951" y="1221992"/>
                </a:cubicBezTo>
                <a:cubicBezTo>
                  <a:pt x="1253097" y="1229811"/>
                  <a:pt x="1269388" y="1229811"/>
                  <a:pt x="1269388" y="1214172"/>
                </a:cubicBezTo>
                <a:cubicBezTo>
                  <a:pt x="1269388" y="1206352"/>
                  <a:pt x="1261242" y="1202442"/>
                  <a:pt x="1254115" y="1203420"/>
                </a:cubicBezTo>
                <a:close/>
                <a:moveTo>
                  <a:pt x="2203229" y="1197837"/>
                </a:moveTo>
                <a:cubicBezTo>
                  <a:pt x="2194855" y="1195947"/>
                  <a:pt x="2185212" y="1197963"/>
                  <a:pt x="2175061" y="1206028"/>
                </a:cubicBezTo>
                <a:cubicBezTo>
                  <a:pt x="2175061" y="1197963"/>
                  <a:pt x="2158820" y="1197963"/>
                  <a:pt x="2158820" y="1197963"/>
                </a:cubicBezTo>
                <a:cubicBezTo>
                  <a:pt x="2150699" y="1214091"/>
                  <a:pt x="2158820" y="1214091"/>
                  <a:pt x="2166941" y="1222156"/>
                </a:cubicBezTo>
                <a:cubicBezTo>
                  <a:pt x="2142579" y="1254412"/>
                  <a:pt x="2199422" y="1302796"/>
                  <a:pt x="2223784" y="1262475"/>
                </a:cubicBezTo>
                <a:cubicBezTo>
                  <a:pt x="2242054" y="1244331"/>
                  <a:pt x="2228351" y="1203507"/>
                  <a:pt x="2203229" y="1197837"/>
                </a:cubicBezTo>
                <a:close/>
                <a:moveTo>
                  <a:pt x="1134472" y="1195519"/>
                </a:moveTo>
                <a:cubicBezTo>
                  <a:pt x="1128759" y="1197047"/>
                  <a:pt x="1124187" y="1207737"/>
                  <a:pt x="1124187" y="1213846"/>
                </a:cubicBezTo>
                <a:cubicBezTo>
                  <a:pt x="1083556" y="1189410"/>
                  <a:pt x="1034798" y="1238283"/>
                  <a:pt x="1059177" y="1270865"/>
                </a:cubicBezTo>
                <a:cubicBezTo>
                  <a:pt x="1091682" y="1319738"/>
                  <a:pt x="1172945" y="1270865"/>
                  <a:pt x="1140440" y="1221992"/>
                </a:cubicBezTo>
                <a:cubicBezTo>
                  <a:pt x="1140440" y="1213846"/>
                  <a:pt x="1148567" y="1213846"/>
                  <a:pt x="1148567" y="1205701"/>
                </a:cubicBezTo>
                <a:cubicBezTo>
                  <a:pt x="1140440" y="1205701"/>
                  <a:pt x="1148567" y="1197556"/>
                  <a:pt x="1140440" y="1197556"/>
                </a:cubicBezTo>
                <a:cubicBezTo>
                  <a:pt x="1138409" y="1195519"/>
                  <a:pt x="1136377" y="1195010"/>
                  <a:pt x="1134472" y="1195519"/>
                </a:cubicBezTo>
                <a:close/>
                <a:moveTo>
                  <a:pt x="1041396" y="1194308"/>
                </a:moveTo>
                <a:cubicBezTo>
                  <a:pt x="1039197" y="1193116"/>
                  <a:pt x="1034798" y="1197882"/>
                  <a:pt x="1034798" y="1197882"/>
                </a:cubicBezTo>
                <a:cubicBezTo>
                  <a:pt x="1034798" y="1197882"/>
                  <a:pt x="1034798" y="1206353"/>
                  <a:pt x="1034798" y="1206353"/>
                </a:cubicBezTo>
                <a:cubicBezTo>
                  <a:pt x="1034798" y="1206353"/>
                  <a:pt x="1042618" y="1206353"/>
                  <a:pt x="1042618" y="1206353"/>
                </a:cubicBezTo>
                <a:cubicBezTo>
                  <a:pt x="1050437" y="1197882"/>
                  <a:pt x="1050437" y="1206353"/>
                  <a:pt x="1042618" y="1197882"/>
                </a:cubicBezTo>
                <a:cubicBezTo>
                  <a:pt x="1042618" y="1195764"/>
                  <a:pt x="1042129" y="1194705"/>
                  <a:pt x="1041396" y="1194308"/>
                </a:cubicBezTo>
                <a:close/>
                <a:moveTo>
                  <a:pt x="2313813" y="1191221"/>
                </a:moveTo>
                <a:cubicBezTo>
                  <a:pt x="2263707" y="1191661"/>
                  <a:pt x="2242375" y="1299782"/>
                  <a:pt x="2320591" y="1278685"/>
                </a:cubicBezTo>
                <a:cubicBezTo>
                  <a:pt x="2353096" y="1262612"/>
                  <a:pt x="2369349" y="1214390"/>
                  <a:pt x="2336844" y="1198317"/>
                </a:cubicBezTo>
                <a:cubicBezTo>
                  <a:pt x="2328717" y="1193293"/>
                  <a:pt x="2320972" y="1191159"/>
                  <a:pt x="2313813" y="1191221"/>
                </a:cubicBezTo>
                <a:close/>
                <a:moveTo>
                  <a:pt x="460779" y="1173771"/>
                </a:moveTo>
                <a:cubicBezTo>
                  <a:pt x="428342" y="1173771"/>
                  <a:pt x="412124" y="1173771"/>
                  <a:pt x="404014" y="1197882"/>
                </a:cubicBezTo>
                <a:cubicBezTo>
                  <a:pt x="412124" y="1213955"/>
                  <a:pt x="436451" y="1221993"/>
                  <a:pt x="460779" y="1221993"/>
                </a:cubicBezTo>
                <a:cubicBezTo>
                  <a:pt x="476998" y="1205919"/>
                  <a:pt x="468888" y="1189845"/>
                  <a:pt x="460779" y="1173771"/>
                </a:cubicBezTo>
                <a:close/>
                <a:moveTo>
                  <a:pt x="986577" y="1173771"/>
                </a:moveTo>
                <a:cubicBezTo>
                  <a:pt x="986577" y="1181591"/>
                  <a:pt x="986577" y="1181591"/>
                  <a:pt x="986577" y="1181591"/>
                </a:cubicBezTo>
                <a:cubicBezTo>
                  <a:pt x="986577" y="1181591"/>
                  <a:pt x="994397" y="1181591"/>
                  <a:pt x="994397" y="1181591"/>
                </a:cubicBezTo>
                <a:cubicBezTo>
                  <a:pt x="994397" y="1173771"/>
                  <a:pt x="986577" y="1173771"/>
                  <a:pt x="986577" y="1173771"/>
                </a:cubicBezTo>
                <a:close/>
                <a:moveTo>
                  <a:pt x="1454648" y="1166476"/>
                </a:moveTo>
                <a:cubicBezTo>
                  <a:pt x="1424986" y="1161078"/>
                  <a:pt x="1457385" y="1222762"/>
                  <a:pt x="1471395" y="1173415"/>
                </a:cubicBezTo>
                <a:cubicBezTo>
                  <a:pt x="1464389" y="1169387"/>
                  <a:pt x="1458886" y="1167247"/>
                  <a:pt x="1454648" y="1166476"/>
                </a:cubicBezTo>
                <a:close/>
                <a:moveTo>
                  <a:pt x="2022716" y="1161347"/>
                </a:moveTo>
                <a:cubicBezTo>
                  <a:pt x="2014288" y="1159476"/>
                  <a:pt x="2006713" y="1165463"/>
                  <a:pt x="2012773" y="1189411"/>
                </a:cubicBezTo>
                <a:cubicBezTo>
                  <a:pt x="2053174" y="1189411"/>
                  <a:pt x="2036762" y="1164465"/>
                  <a:pt x="2022716" y="1161347"/>
                </a:cubicBezTo>
                <a:close/>
                <a:moveTo>
                  <a:pt x="2894568" y="1158132"/>
                </a:moveTo>
                <a:cubicBezTo>
                  <a:pt x="2894568" y="1165952"/>
                  <a:pt x="2894568" y="1165952"/>
                  <a:pt x="2894568" y="1173771"/>
                </a:cubicBezTo>
                <a:cubicBezTo>
                  <a:pt x="2911511" y="1173771"/>
                  <a:pt x="2911511" y="1158132"/>
                  <a:pt x="2894568" y="1158132"/>
                </a:cubicBezTo>
                <a:close/>
                <a:moveTo>
                  <a:pt x="2244475" y="1154887"/>
                </a:moveTo>
                <a:cubicBezTo>
                  <a:pt x="2240920" y="1154680"/>
                  <a:pt x="2236679" y="1155444"/>
                  <a:pt x="2231690" y="1157480"/>
                </a:cubicBezTo>
                <a:cubicBezTo>
                  <a:pt x="2207743" y="1173771"/>
                  <a:pt x="2231690" y="1198207"/>
                  <a:pt x="2239673" y="1198207"/>
                </a:cubicBezTo>
                <a:cubicBezTo>
                  <a:pt x="2260627" y="1205335"/>
                  <a:pt x="2269358" y="1156334"/>
                  <a:pt x="2244475" y="1154887"/>
                </a:cubicBezTo>
                <a:close/>
                <a:moveTo>
                  <a:pt x="2172229" y="1136465"/>
                </a:moveTo>
                <a:cubicBezTo>
                  <a:pt x="2169297" y="1137497"/>
                  <a:pt x="2167342" y="1141624"/>
                  <a:pt x="2167342" y="1149878"/>
                </a:cubicBezTo>
                <a:cubicBezTo>
                  <a:pt x="2167342" y="1149878"/>
                  <a:pt x="2167342" y="1158132"/>
                  <a:pt x="2167342" y="1158132"/>
                </a:cubicBezTo>
                <a:cubicBezTo>
                  <a:pt x="2182981" y="1158132"/>
                  <a:pt x="2182981" y="1149878"/>
                  <a:pt x="2182981" y="1141624"/>
                </a:cubicBezTo>
                <a:cubicBezTo>
                  <a:pt x="2179071" y="1137497"/>
                  <a:pt x="2175162" y="1135433"/>
                  <a:pt x="2172229" y="1136465"/>
                </a:cubicBezTo>
                <a:close/>
                <a:moveTo>
                  <a:pt x="3048402" y="1134985"/>
                </a:moveTo>
                <a:cubicBezTo>
                  <a:pt x="3026149" y="1134190"/>
                  <a:pt x="2998373" y="1156462"/>
                  <a:pt x="3008473" y="1181917"/>
                </a:cubicBezTo>
                <a:cubicBezTo>
                  <a:pt x="3008473" y="1198208"/>
                  <a:pt x="3032714" y="1206354"/>
                  <a:pt x="3048875" y="1206354"/>
                </a:cubicBezTo>
                <a:cubicBezTo>
                  <a:pt x="3056955" y="1190063"/>
                  <a:pt x="3073116" y="1181917"/>
                  <a:pt x="3073116" y="1165626"/>
                </a:cubicBezTo>
                <a:cubicBezTo>
                  <a:pt x="3073116" y="1144244"/>
                  <a:pt x="3061753" y="1135462"/>
                  <a:pt x="3048402" y="1134985"/>
                </a:cubicBezTo>
                <a:close/>
                <a:moveTo>
                  <a:pt x="2474045" y="1133370"/>
                </a:moveTo>
                <a:cubicBezTo>
                  <a:pt x="2474045" y="1141189"/>
                  <a:pt x="2465791" y="1141189"/>
                  <a:pt x="2474045" y="1149009"/>
                </a:cubicBezTo>
                <a:cubicBezTo>
                  <a:pt x="2474045" y="1149009"/>
                  <a:pt x="2474045" y="1149009"/>
                  <a:pt x="2482299" y="1149009"/>
                </a:cubicBezTo>
                <a:cubicBezTo>
                  <a:pt x="2482299" y="1149009"/>
                  <a:pt x="2482299" y="1141189"/>
                  <a:pt x="2490553" y="1141189"/>
                </a:cubicBezTo>
                <a:cubicBezTo>
                  <a:pt x="2490553" y="1141189"/>
                  <a:pt x="2482299" y="1133370"/>
                  <a:pt x="2474045" y="1133370"/>
                </a:cubicBezTo>
                <a:close/>
                <a:moveTo>
                  <a:pt x="1352732" y="1123052"/>
                </a:moveTo>
                <a:cubicBezTo>
                  <a:pt x="1344651" y="1120989"/>
                  <a:pt x="1334551" y="1129243"/>
                  <a:pt x="1334551" y="1149878"/>
                </a:cubicBezTo>
                <a:cubicBezTo>
                  <a:pt x="1342631" y="1149878"/>
                  <a:pt x="1342631" y="1158132"/>
                  <a:pt x="1350711" y="1158132"/>
                </a:cubicBezTo>
                <a:cubicBezTo>
                  <a:pt x="1358792" y="1158132"/>
                  <a:pt x="1358792" y="1149878"/>
                  <a:pt x="1358792" y="1158132"/>
                </a:cubicBezTo>
                <a:cubicBezTo>
                  <a:pt x="1366873" y="1137497"/>
                  <a:pt x="1360812" y="1125115"/>
                  <a:pt x="1352732" y="1123052"/>
                </a:cubicBezTo>
                <a:close/>
                <a:moveTo>
                  <a:pt x="2358894" y="1114347"/>
                </a:moveTo>
                <a:cubicBezTo>
                  <a:pt x="2341329" y="1114723"/>
                  <a:pt x="2326178" y="1125250"/>
                  <a:pt x="2329208" y="1149310"/>
                </a:cubicBezTo>
                <a:cubicBezTo>
                  <a:pt x="2337289" y="1173370"/>
                  <a:pt x="2361529" y="1189411"/>
                  <a:pt x="2393851" y="1181391"/>
                </a:cubicBezTo>
                <a:cubicBezTo>
                  <a:pt x="2424152" y="1141290"/>
                  <a:pt x="2388169" y="1113721"/>
                  <a:pt x="2358894" y="1114347"/>
                </a:cubicBezTo>
                <a:close/>
                <a:moveTo>
                  <a:pt x="1219441" y="1099920"/>
                </a:moveTo>
                <a:cubicBezTo>
                  <a:pt x="1193859" y="1107875"/>
                  <a:pt x="1174005" y="1139691"/>
                  <a:pt x="1204550" y="1157871"/>
                </a:cubicBezTo>
                <a:cubicBezTo>
                  <a:pt x="1245277" y="1165951"/>
                  <a:pt x="1261568" y="1117470"/>
                  <a:pt x="1245277" y="1101309"/>
                </a:cubicBezTo>
                <a:cubicBezTo>
                  <a:pt x="1237132" y="1097269"/>
                  <a:pt x="1227968" y="1097269"/>
                  <a:pt x="1219441" y="1099920"/>
                </a:cubicBezTo>
                <a:close/>
                <a:moveTo>
                  <a:pt x="2066664" y="1098059"/>
                </a:moveTo>
                <a:cubicBezTo>
                  <a:pt x="2061776" y="1099077"/>
                  <a:pt x="2057866" y="1105187"/>
                  <a:pt x="2061776" y="1117405"/>
                </a:cubicBezTo>
                <a:cubicBezTo>
                  <a:pt x="2061776" y="1117405"/>
                  <a:pt x="2069596" y="1125551"/>
                  <a:pt x="2077416" y="1117405"/>
                </a:cubicBezTo>
                <a:cubicBezTo>
                  <a:pt x="2077416" y="1117405"/>
                  <a:pt x="2077416" y="1109260"/>
                  <a:pt x="2077416" y="1109260"/>
                </a:cubicBezTo>
                <a:cubicBezTo>
                  <a:pt x="2077416" y="1101114"/>
                  <a:pt x="2071551" y="1097041"/>
                  <a:pt x="2066664" y="1098059"/>
                </a:cubicBezTo>
                <a:close/>
                <a:moveTo>
                  <a:pt x="2890658" y="1096064"/>
                </a:moveTo>
                <a:cubicBezTo>
                  <a:pt x="2884793" y="1097096"/>
                  <a:pt x="2878929" y="1101223"/>
                  <a:pt x="2878929" y="1109477"/>
                </a:cubicBezTo>
                <a:cubicBezTo>
                  <a:pt x="2886748" y="1117731"/>
                  <a:pt x="2902387" y="1117731"/>
                  <a:pt x="2902387" y="1101223"/>
                </a:cubicBezTo>
                <a:cubicBezTo>
                  <a:pt x="2902387" y="1097096"/>
                  <a:pt x="2896523" y="1095032"/>
                  <a:pt x="2890658" y="1096064"/>
                </a:cubicBezTo>
                <a:close/>
                <a:moveTo>
                  <a:pt x="2268818" y="1087755"/>
                </a:moveTo>
                <a:cubicBezTo>
                  <a:pt x="2249346" y="1089275"/>
                  <a:pt x="2235601" y="1127288"/>
                  <a:pt x="2272255" y="1133370"/>
                </a:cubicBezTo>
                <a:cubicBezTo>
                  <a:pt x="2280400" y="1125260"/>
                  <a:pt x="2288546" y="1117151"/>
                  <a:pt x="2288546" y="1100933"/>
                </a:cubicBezTo>
                <a:cubicBezTo>
                  <a:pt x="2282436" y="1090796"/>
                  <a:pt x="2275310" y="1087248"/>
                  <a:pt x="2268818" y="1087755"/>
                </a:cubicBezTo>
                <a:close/>
                <a:moveTo>
                  <a:pt x="2344587" y="1085149"/>
                </a:moveTo>
                <a:cubicBezTo>
                  <a:pt x="2336767" y="1085149"/>
                  <a:pt x="2336767" y="1085149"/>
                  <a:pt x="2336767" y="1085149"/>
                </a:cubicBezTo>
                <a:cubicBezTo>
                  <a:pt x="2328948" y="1092969"/>
                  <a:pt x="2328948" y="1092969"/>
                  <a:pt x="2336767" y="1100788"/>
                </a:cubicBezTo>
                <a:cubicBezTo>
                  <a:pt x="2336767" y="1092969"/>
                  <a:pt x="2344587" y="1092969"/>
                  <a:pt x="2344587" y="1085149"/>
                </a:cubicBezTo>
                <a:close/>
                <a:moveTo>
                  <a:pt x="1528304" y="1085149"/>
                </a:moveTo>
                <a:cubicBezTo>
                  <a:pt x="1520051" y="1085149"/>
                  <a:pt x="1511796" y="1085149"/>
                  <a:pt x="1511796" y="1100788"/>
                </a:cubicBezTo>
                <a:cubicBezTo>
                  <a:pt x="1511796" y="1100788"/>
                  <a:pt x="1511796" y="1108608"/>
                  <a:pt x="1511796" y="1108608"/>
                </a:cubicBezTo>
                <a:cubicBezTo>
                  <a:pt x="1536558" y="1108608"/>
                  <a:pt x="1536558" y="1100788"/>
                  <a:pt x="1528304" y="1085149"/>
                </a:cubicBezTo>
                <a:close/>
                <a:moveTo>
                  <a:pt x="434821" y="1080995"/>
                </a:moveTo>
                <a:cubicBezTo>
                  <a:pt x="422700" y="1078795"/>
                  <a:pt x="406035" y="1083194"/>
                  <a:pt x="412094" y="1100788"/>
                </a:cubicBezTo>
                <a:cubicBezTo>
                  <a:pt x="428256" y="1108608"/>
                  <a:pt x="444416" y="1108608"/>
                  <a:pt x="444416" y="1085149"/>
                </a:cubicBezTo>
                <a:cubicBezTo>
                  <a:pt x="442396" y="1083194"/>
                  <a:pt x="438861" y="1081728"/>
                  <a:pt x="434821" y="1080995"/>
                </a:cubicBezTo>
                <a:close/>
                <a:moveTo>
                  <a:pt x="3509713" y="1077329"/>
                </a:moveTo>
                <a:cubicBezTo>
                  <a:pt x="3509713" y="1085149"/>
                  <a:pt x="3517532" y="1092969"/>
                  <a:pt x="3517532" y="1085149"/>
                </a:cubicBezTo>
                <a:cubicBezTo>
                  <a:pt x="3525352" y="1077329"/>
                  <a:pt x="3517532" y="1077329"/>
                  <a:pt x="3509713" y="1077329"/>
                </a:cubicBezTo>
                <a:close/>
                <a:moveTo>
                  <a:pt x="921414" y="1077329"/>
                </a:moveTo>
                <a:cubicBezTo>
                  <a:pt x="921414" y="1085149"/>
                  <a:pt x="913594" y="1085149"/>
                  <a:pt x="913594" y="1085149"/>
                </a:cubicBezTo>
                <a:cubicBezTo>
                  <a:pt x="913594" y="1100788"/>
                  <a:pt x="913594" y="1108608"/>
                  <a:pt x="929233" y="1108608"/>
                </a:cubicBezTo>
                <a:cubicBezTo>
                  <a:pt x="929233" y="1100788"/>
                  <a:pt x="929233" y="1077329"/>
                  <a:pt x="921414" y="1077329"/>
                </a:cubicBezTo>
                <a:close/>
                <a:moveTo>
                  <a:pt x="1150346" y="1075150"/>
                </a:moveTo>
                <a:cubicBezTo>
                  <a:pt x="1130874" y="1082786"/>
                  <a:pt x="1121711" y="1113331"/>
                  <a:pt x="1140038" y="1125550"/>
                </a:cubicBezTo>
                <a:cubicBezTo>
                  <a:pt x="1172619" y="1125550"/>
                  <a:pt x="1180765" y="1101113"/>
                  <a:pt x="1172619" y="1076677"/>
                </a:cubicBezTo>
                <a:cubicBezTo>
                  <a:pt x="1164473" y="1072605"/>
                  <a:pt x="1156838" y="1072605"/>
                  <a:pt x="1150346" y="1075150"/>
                </a:cubicBezTo>
                <a:close/>
                <a:moveTo>
                  <a:pt x="694645" y="1068206"/>
                </a:moveTo>
                <a:cubicBezTo>
                  <a:pt x="703116" y="1076351"/>
                  <a:pt x="703116" y="1092642"/>
                  <a:pt x="711587" y="1100788"/>
                </a:cubicBezTo>
                <a:cubicBezTo>
                  <a:pt x="711587" y="1084497"/>
                  <a:pt x="711587" y="1068206"/>
                  <a:pt x="694645" y="1068206"/>
                </a:cubicBezTo>
                <a:close/>
                <a:moveTo>
                  <a:pt x="1298566" y="1066345"/>
                </a:moveTo>
                <a:cubicBezTo>
                  <a:pt x="1275708" y="1068094"/>
                  <a:pt x="1248500" y="1102458"/>
                  <a:pt x="1294057" y="1117731"/>
                </a:cubicBezTo>
                <a:cubicBezTo>
                  <a:pt x="1294057" y="1109586"/>
                  <a:pt x="1310255" y="1109586"/>
                  <a:pt x="1318354" y="1109586"/>
                </a:cubicBezTo>
                <a:cubicBezTo>
                  <a:pt x="1324428" y="1075985"/>
                  <a:pt x="1312280" y="1065295"/>
                  <a:pt x="1298566" y="1066345"/>
                </a:cubicBezTo>
                <a:close/>
                <a:moveTo>
                  <a:pt x="3550114" y="1060386"/>
                </a:moveTo>
                <a:cubicBezTo>
                  <a:pt x="3541860" y="1060386"/>
                  <a:pt x="3525352" y="1060386"/>
                  <a:pt x="3525352" y="1077329"/>
                </a:cubicBezTo>
                <a:cubicBezTo>
                  <a:pt x="3533607" y="1077329"/>
                  <a:pt x="3541860" y="1077329"/>
                  <a:pt x="3550114" y="1077329"/>
                </a:cubicBezTo>
                <a:cubicBezTo>
                  <a:pt x="3550114" y="1068858"/>
                  <a:pt x="3550114" y="1068858"/>
                  <a:pt x="3550114" y="1060386"/>
                </a:cubicBezTo>
                <a:close/>
                <a:moveTo>
                  <a:pt x="1536558" y="1060386"/>
                </a:moveTo>
                <a:cubicBezTo>
                  <a:pt x="1536558" y="1060386"/>
                  <a:pt x="1528739" y="1068858"/>
                  <a:pt x="1528739" y="1077329"/>
                </a:cubicBezTo>
                <a:cubicBezTo>
                  <a:pt x="1536558" y="1077329"/>
                  <a:pt x="1536558" y="1077329"/>
                  <a:pt x="1544378" y="1077329"/>
                </a:cubicBezTo>
                <a:cubicBezTo>
                  <a:pt x="1544378" y="1068858"/>
                  <a:pt x="1544378" y="1060386"/>
                  <a:pt x="1536558" y="1060386"/>
                </a:cubicBezTo>
                <a:close/>
                <a:moveTo>
                  <a:pt x="3146513" y="1058312"/>
                </a:moveTo>
                <a:cubicBezTo>
                  <a:pt x="3101411" y="1064830"/>
                  <a:pt x="3121011" y="1154092"/>
                  <a:pt x="3178029" y="1125811"/>
                </a:cubicBezTo>
                <a:cubicBezTo>
                  <a:pt x="3194321" y="1109650"/>
                  <a:pt x="3186175" y="1069249"/>
                  <a:pt x="3169884" y="1061168"/>
                </a:cubicBezTo>
                <a:cubicBezTo>
                  <a:pt x="3160720" y="1058138"/>
                  <a:pt x="3152956" y="1057381"/>
                  <a:pt x="3146513" y="1058312"/>
                </a:cubicBezTo>
                <a:close/>
                <a:moveTo>
                  <a:pt x="2288547" y="1052567"/>
                </a:moveTo>
                <a:cubicBezTo>
                  <a:pt x="2288547" y="1052567"/>
                  <a:pt x="2280075" y="1052567"/>
                  <a:pt x="2271604" y="1052567"/>
                </a:cubicBezTo>
                <a:cubicBezTo>
                  <a:pt x="2271604" y="1060386"/>
                  <a:pt x="2271604" y="1060386"/>
                  <a:pt x="2271604" y="1068206"/>
                </a:cubicBezTo>
                <a:cubicBezTo>
                  <a:pt x="2288547" y="1068206"/>
                  <a:pt x="2288547" y="1060386"/>
                  <a:pt x="2288547" y="1052567"/>
                </a:cubicBezTo>
                <a:close/>
                <a:moveTo>
                  <a:pt x="1254985" y="1044771"/>
                </a:moveTo>
                <a:cubicBezTo>
                  <a:pt x="1246409" y="1047469"/>
                  <a:pt x="1239592" y="1059116"/>
                  <a:pt x="1253227" y="1068207"/>
                </a:cubicBezTo>
                <a:cubicBezTo>
                  <a:pt x="1261308" y="1068207"/>
                  <a:pt x="1261308" y="1060126"/>
                  <a:pt x="1269388" y="1060126"/>
                </a:cubicBezTo>
                <a:cubicBezTo>
                  <a:pt x="1269388" y="1052046"/>
                  <a:pt x="1266863" y="1047500"/>
                  <a:pt x="1263454" y="1045481"/>
                </a:cubicBezTo>
                <a:cubicBezTo>
                  <a:pt x="1260897" y="1043965"/>
                  <a:pt x="1257844" y="1043871"/>
                  <a:pt x="1254985" y="1044771"/>
                </a:cubicBezTo>
                <a:close/>
                <a:moveTo>
                  <a:pt x="2175162" y="1044747"/>
                </a:moveTo>
                <a:cubicBezTo>
                  <a:pt x="2166690" y="1044747"/>
                  <a:pt x="2166690" y="1044747"/>
                  <a:pt x="2166690" y="1044747"/>
                </a:cubicBezTo>
                <a:cubicBezTo>
                  <a:pt x="2158219" y="1044747"/>
                  <a:pt x="2158219" y="1052567"/>
                  <a:pt x="2158219" y="1060386"/>
                </a:cubicBezTo>
                <a:cubicBezTo>
                  <a:pt x="2166690" y="1060386"/>
                  <a:pt x="2166690" y="1060386"/>
                  <a:pt x="2175162" y="1060386"/>
                </a:cubicBezTo>
                <a:cubicBezTo>
                  <a:pt x="2175162" y="1052567"/>
                  <a:pt x="2175162" y="1044747"/>
                  <a:pt x="2175162" y="1044747"/>
                </a:cubicBezTo>
                <a:close/>
                <a:moveTo>
                  <a:pt x="295191" y="1002391"/>
                </a:moveTo>
                <a:cubicBezTo>
                  <a:pt x="287111" y="1002391"/>
                  <a:pt x="279031" y="1008255"/>
                  <a:pt x="283071" y="1019985"/>
                </a:cubicBezTo>
                <a:cubicBezTo>
                  <a:pt x="291151" y="1019985"/>
                  <a:pt x="291151" y="1027805"/>
                  <a:pt x="299232" y="1027805"/>
                </a:cubicBezTo>
                <a:cubicBezTo>
                  <a:pt x="307312" y="1019985"/>
                  <a:pt x="307312" y="1019985"/>
                  <a:pt x="307312" y="1019985"/>
                </a:cubicBezTo>
                <a:cubicBezTo>
                  <a:pt x="311353" y="1008255"/>
                  <a:pt x="303272" y="1002391"/>
                  <a:pt x="295191" y="1002391"/>
                </a:cubicBezTo>
                <a:close/>
                <a:moveTo>
                  <a:pt x="1043270" y="996526"/>
                </a:moveTo>
                <a:cubicBezTo>
                  <a:pt x="994397" y="996526"/>
                  <a:pt x="1026979" y="1068207"/>
                  <a:pt x="1051415" y="1036349"/>
                </a:cubicBezTo>
                <a:cubicBezTo>
                  <a:pt x="1059561" y="1020419"/>
                  <a:pt x="1051415" y="1012455"/>
                  <a:pt x="1043270" y="996526"/>
                </a:cubicBezTo>
                <a:close/>
                <a:moveTo>
                  <a:pt x="1422740" y="995657"/>
                </a:moveTo>
                <a:cubicBezTo>
                  <a:pt x="1406231" y="1003911"/>
                  <a:pt x="1406231" y="1036927"/>
                  <a:pt x="1430994" y="1036927"/>
                </a:cubicBezTo>
                <a:cubicBezTo>
                  <a:pt x="1447501" y="1036927"/>
                  <a:pt x="1455755" y="987403"/>
                  <a:pt x="1422740" y="995657"/>
                </a:cubicBezTo>
                <a:close/>
                <a:moveTo>
                  <a:pt x="711587" y="979583"/>
                </a:moveTo>
                <a:cubicBezTo>
                  <a:pt x="711587" y="995744"/>
                  <a:pt x="703767" y="1019985"/>
                  <a:pt x="719406" y="1019985"/>
                </a:cubicBezTo>
                <a:cubicBezTo>
                  <a:pt x="719406" y="1003825"/>
                  <a:pt x="719406" y="995744"/>
                  <a:pt x="711587" y="979583"/>
                </a:cubicBezTo>
                <a:close/>
                <a:moveTo>
                  <a:pt x="897303" y="971764"/>
                </a:moveTo>
                <a:cubicBezTo>
                  <a:pt x="897303" y="971764"/>
                  <a:pt x="888832" y="971764"/>
                  <a:pt x="888832" y="971764"/>
                </a:cubicBezTo>
                <a:cubicBezTo>
                  <a:pt x="888832" y="971764"/>
                  <a:pt x="888832" y="979583"/>
                  <a:pt x="888832" y="987403"/>
                </a:cubicBezTo>
                <a:cubicBezTo>
                  <a:pt x="897303" y="987403"/>
                  <a:pt x="897303" y="979583"/>
                  <a:pt x="897303" y="979583"/>
                </a:cubicBezTo>
                <a:cubicBezTo>
                  <a:pt x="905775" y="979583"/>
                  <a:pt x="897303" y="971764"/>
                  <a:pt x="897303" y="971764"/>
                </a:cubicBezTo>
                <a:close/>
                <a:moveTo>
                  <a:pt x="2118668" y="966510"/>
                </a:moveTo>
                <a:cubicBezTo>
                  <a:pt x="2109122" y="966877"/>
                  <a:pt x="2098431" y="981538"/>
                  <a:pt x="2110650" y="987403"/>
                </a:cubicBezTo>
                <a:cubicBezTo>
                  <a:pt x="2126941" y="987403"/>
                  <a:pt x="2126941" y="987403"/>
                  <a:pt x="2126941" y="971764"/>
                </a:cubicBezTo>
                <a:cubicBezTo>
                  <a:pt x="2124904" y="967854"/>
                  <a:pt x="2121850" y="966387"/>
                  <a:pt x="2118668" y="966510"/>
                </a:cubicBezTo>
                <a:close/>
                <a:moveTo>
                  <a:pt x="1834873" y="956124"/>
                </a:moveTo>
                <a:cubicBezTo>
                  <a:pt x="1834873" y="972285"/>
                  <a:pt x="1810612" y="972285"/>
                  <a:pt x="1794439" y="964204"/>
                </a:cubicBezTo>
                <a:cubicBezTo>
                  <a:pt x="1786352" y="980365"/>
                  <a:pt x="1770178" y="988446"/>
                  <a:pt x="1754004" y="980365"/>
                </a:cubicBezTo>
                <a:cubicBezTo>
                  <a:pt x="1745917" y="996525"/>
                  <a:pt x="1737830" y="1012686"/>
                  <a:pt x="1713569" y="1012686"/>
                </a:cubicBezTo>
                <a:cubicBezTo>
                  <a:pt x="1721656" y="1045008"/>
                  <a:pt x="1713569" y="1061169"/>
                  <a:pt x="1681221" y="1069248"/>
                </a:cubicBezTo>
                <a:cubicBezTo>
                  <a:pt x="1697396" y="1093490"/>
                  <a:pt x="1697396" y="1109650"/>
                  <a:pt x="1681221" y="1125811"/>
                </a:cubicBezTo>
                <a:cubicBezTo>
                  <a:pt x="1689308" y="1141971"/>
                  <a:pt x="1713569" y="1150051"/>
                  <a:pt x="1705482" y="1182372"/>
                </a:cubicBezTo>
                <a:cubicBezTo>
                  <a:pt x="1713569" y="1190453"/>
                  <a:pt x="1721656" y="1182372"/>
                  <a:pt x="1737830" y="1182372"/>
                </a:cubicBezTo>
                <a:cubicBezTo>
                  <a:pt x="1745917" y="1190453"/>
                  <a:pt x="1745917" y="1206614"/>
                  <a:pt x="1754004" y="1214693"/>
                </a:cubicBezTo>
                <a:cubicBezTo>
                  <a:pt x="1762091" y="1214693"/>
                  <a:pt x="1762091" y="1206614"/>
                  <a:pt x="1778265" y="1206614"/>
                </a:cubicBezTo>
                <a:cubicBezTo>
                  <a:pt x="1786352" y="1214693"/>
                  <a:pt x="1786352" y="1238935"/>
                  <a:pt x="1802526" y="1238935"/>
                </a:cubicBezTo>
                <a:cubicBezTo>
                  <a:pt x="1810612" y="1230854"/>
                  <a:pt x="1842961" y="1214693"/>
                  <a:pt x="1867222" y="1238935"/>
                </a:cubicBezTo>
                <a:cubicBezTo>
                  <a:pt x="1883395" y="1206614"/>
                  <a:pt x="1923830" y="1214693"/>
                  <a:pt x="1964265" y="1214693"/>
                </a:cubicBezTo>
                <a:cubicBezTo>
                  <a:pt x="1996613" y="1190453"/>
                  <a:pt x="1980439" y="1158132"/>
                  <a:pt x="1964265" y="1133891"/>
                </a:cubicBezTo>
                <a:cubicBezTo>
                  <a:pt x="1964265" y="1117730"/>
                  <a:pt x="1980439" y="1117730"/>
                  <a:pt x="1980439" y="1109650"/>
                </a:cubicBezTo>
                <a:cubicBezTo>
                  <a:pt x="1980439" y="1101570"/>
                  <a:pt x="1964265" y="1101570"/>
                  <a:pt x="1964265" y="1101570"/>
                </a:cubicBezTo>
                <a:cubicBezTo>
                  <a:pt x="1964265" y="1069248"/>
                  <a:pt x="1940005" y="1053088"/>
                  <a:pt x="1948091" y="1020767"/>
                </a:cubicBezTo>
                <a:cubicBezTo>
                  <a:pt x="1931917" y="1012686"/>
                  <a:pt x="1923830" y="1012686"/>
                  <a:pt x="1923830" y="996525"/>
                </a:cubicBezTo>
                <a:cubicBezTo>
                  <a:pt x="1915744" y="988446"/>
                  <a:pt x="1923830" y="988446"/>
                  <a:pt x="1923830" y="972285"/>
                </a:cubicBezTo>
                <a:cubicBezTo>
                  <a:pt x="1907656" y="972285"/>
                  <a:pt x="1915744" y="988446"/>
                  <a:pt x="1907656" y="988446"/>
                </a:cubicBezTo>
                <a:cubicBezTo>
                  <a:pt x="1883395" y="980365"/>
                  <a:pt x="1859134" y="972285"/>
                  <a:pt x="1834873" y="956124"/>
                </a:cubicBezTo>
                <a:close/>
                <a:moveTo>
                  <a:pt x="1651200" y="944599"/>
                </a:moveTo>
                <a:cubicBezTo>
                  <a:pt x="1639191" y="947654"/>
                  <a:pt x="1629184" y="959872"/>
                  <a:pt x="1633187" y="980235"/>
                </a:cubicBezTo>
                <a:cubicBezTo>
                  <a:pt x="1657205" y="996526"/>
                  <a:pt x="1681222" y="980235"/>
                  <a:pt x="1681222" y="963944"/>
                </a:cubicBezTo>
                <a:cubicBezTo>
                  <a:pt x="1677219" y="947654"/>
                  <a:pt x="1663208" y="941544"/>
                  <a:pt x="1651200" y="944599"/>
                </a:cubicBezTo>
                <a:close/>
                <a:moveTo>
                  <a:pt x="2142579" y="931363"/>
                </a:moveTo>
                <a:cubicBezTo>
                  <a:pt x="2142579" y="931363"/>
                  <a:pt x="2134760" y="931363"/>
                  <a:pt x="2134760" y="931363"/>
                </a:cubicBezTo>
                <a:cubicBezTo>
                  <a:pt x="2126940" y="939183"/>
                  <a:pt x="2134760" y="947002"/>
                  <a:pt x="2134760" y="947002"/>
                </a:cubicBezTo>
                <a:cubicBezTo>
                  <a:pt x="2142579" y="947002"/>
                  <a:pt x="2150399" y="947002"/>
                  <a:pt x="2150399" y="939183"/>
                </a:cubicBezTo>
                <a:cubicBezTo>
                  <a:pt x="2150399" y="939183"/>
                  <a:pt x="2142579" y="931363"/>
                  <a:pt x="2142579" y="931363"/>
                </a:cubicBezTo>
                <a:close/>
                <a:moveTo>
                  <a:pt x="3646991" y="931363"/>
                </a:moveTo>
                <a:cubicBezTo>
                  <a:pt x="3646991" y="939183"/>
                  <a:pt x="3638736" y="939183"/>
                  <a:pt x="3638736" y="947002"/>
                </a:cubicBezTo>
                <a:cubicBezTo>
                  <a:pt x="3646991" y="947002"/>
                  <a:pt x="3646991" y="947002"/>
                  <a:pt x="3655245" y="947002"/>
                </a:cubicBezTo>
                <a:cubicBezTo>
                  <a:pt x="3663499" y="939183"/>
                  <a:pt x="3663499" y="931363"/>
                  <a:pt x="3646991" y="931363"/>
                </a:cubicBezTo>
                <a:close/>
                <a:moveTo>
                  <a:pt x="1447936" y="923543"/>
                </a:moveTo>
                <a:cubicBezTo>
                  <a:pt x="1447936" y="923543"/>
                  <a:pt x="1447936" y="931363"/>
                  <a:pt x="1447936" y="939182"/>
                </a:cubicBezTo>
                <a:cubicBezTo>
                  <a:pt x="1455755" y="939182"/>
                  <a:pt x="1455755" y="939182"/>
                  <a:pt x="1463575" y="931363"/>
                </a:cubicBezTo>
                <a:cubicBezTo>
                  <a:pt x="1463575" y="931363"/>
                  <a:pt x="1455755" y="923543"/>
                  <a:pt x="1447936" y="923543"/>
                </a:cubicBezTo>
                <a:close/>
                <a:moveTo>
                  <a:pt x="64513" y="922794"/>
                </a:moveTo>
                <a:cubicBezTo>
                  <a:pt x="54467" y="921784"/>
                  <a:pt x="44420" y="927844"/>
                  <a:pt x="48439" y="939965"/>
                </a:cubicBezTo>
                <a:cubicBezTo>
                  <a:pt x="56475" y="948045"/>
                  <a:pt x="64513" y="956125"/>
                  <a:pt x="80586" y="948045"/>
                </a:cubicBezTo>
                <a:cubicBezTo>
                  <a:pt x="84605" y="931884"/>
                  <a:pt x="74559" y="923804"/>
                  <a:pt x="64513" y="922794"/>
                </a:cubicBezTo>
                <a:close/>
                <a:moveTo>
                  <a:pt x="1949044" y="921589"/>
                </a:moveTo>
                <a:cubicBezTo>
                  <a:pt x="1940899" y="921589"/>
                  <a:pt x="1932753" y="927453"/>
                  <a:pt x="1932753" y="939183"/>
                </a:cubicBezTo>
                <a:cubicBezTo>
                  <a:pt x="1940899" y="947002"/>
                  <a:pt x="1957190" y="939183"/>
                  <a:pt x="1965335" y="939183"/>
                </a:cubicBezTo>
                <a:cubicBezTo>
                  <a:pt x="1965335" y="927453"/>
                  <a:pt x="1957190" y="921589"/>
                  <a:pt x="1949044" y="921589"/>
                </a:cubicBezTo>
                <a:close/>
                <a:moveTo>
                  <a:pt x="2300642" y="913982"/>
                </a:moveTo>
                <a:cubicBezTo>
                  <a:pt x="2290012" y="917801"/>
                  <a:pt x="2282681" y="933073"/>
                  <a:pt x="2288546" y="939183"/>
                </a:cubicBezTo>
                <a:cubicBezTo>
                  <a:pt x="2304185" y="939183"/>
                  <a:pt x="2312005" y="931037"/>
                  <a:pt x="2312005" y="914746"/>
                </a:cubicBezTo>
                <a:cubicBezTo>
                  <a:pt x="2308095" y="912709"/>
                  <a:pt x="2304185" y="912709"/>
                  <a:pt x="2300642" y="913982"/>
                </a:cubicBezTo>
                <a:close/>
                <a:moveTo>
                  <a:pt x="3177812" y="906600"/>
                </a:moveTo>
                <a:cubicBezTo>
                  <a:pt x="3169558" y="906600"/>
                  <a:pt x="3177812" y="923543"/>
                  <a:pt x="3186066" y="923543"/>
                </a:cubicBezTo>
                <a:cubicBezTo>
                  <a:pt x="3194321" y="915072"/>
                  <a:pt x="3186066" y="906600"/>
                  <a:pt x="3177812" y="906600"/>
                </a:cubicBezTo>
                <a:close/>
                <a:moveTo>
                  <a:pt x="3867848" y="898153"/>
                </a:moveTo>
                <a:cubicBezTo>
                  <a:pt x="3852881" y="895150"/>
                  <a:pt x="3836916" y="899153"/>
                  <a:pt x="3832924" y="915165"/>
                </a:cubicBezTo>
                <a:cubicBezTo>
                  <a:pt x="3840907" y="939183"/>
                  <a:pt x="3880820" y="939183"/>
                  <a:pt x="3896785" y="923171"/>
                </a:cubicBezTo>
                <a:cubicBezTo>
                  <a:pt x="3896785" y="911162"/>
                  <a:pt x="3882815" y="901155"/>
                  <a:pt x="3867848" y="898153"/>
                </a:cubicBezTo>
                <a:close/>
                <a:moveTo>
                  <a:pt x="965106" y="898031"/>
                </a:moveTo>
                <a:cubicBezTo>
                  <a:pt x="960056" y="901061"/>
                  <a:pt x="958036" y="907121"/>
                  <a:pt x="962076" y="915202"/>
                </a:cubicBezTo>
                <a:cubicBezTo>
                  <a:pt x="962076" y="923282"/>
                  <a:pt x="970156" y="931363"/>
                  <a:pt x="986317" y="923282"/>
                </a:cubicBezTo>
                <a:cubicBezTo>
                  <a:pt x="994397" y="923282"/>
                  <a:pt x="986317" y="907121"/>
                  <a:pt x="986317" y="899041"/>
                </a:cubicBezTo>
                <a:cubicBezTo>
                  <a:pt x="978237" y="895001"/>
                  <a:pt x="970156" y="895001"/>
                  <a:pt x="965106" y="898031"/>
                </a:cubicBezTo>
                <a:close/>
                <a:moveTo>
                  <a:pt x="1723395" y="895991"/>
                </a:moveTo>
                <a:cubicBezTo>
                  <a:pt x="1715269" y="895603"/>
                  <a:pt x="1705984" y="903342"/>
                  <a:pt x="1705984" y="915723"/>
                </a:cubicBezTo>
                <a:cubicBezTo>
                  <a:pt x="1714238" y="915723"/>
                  <a:pt x="1722492" y="915723"/>
                  <a:pt x="1730746" y="915723"/>
                </a:cubicBezTo>
                <a:cubicBezTo>
                  <a:pt x="1730746" y="907469"/>
                  <a:pt x="1730746" y="907469"/>
                  <a:pt x="1730746" y="899215"/>
                </a:cubicBezTo>
                <a:cubicBezTo>
                  <a:pt x="1728683" y="897152"/>
                  <a:pt x="1726104" y="896120"/>
                  <a:pt x="1723395" y="895991"/>
                </a:cubicBezTo>
                <a:close/>
                <a:moveTo>
                  <a:pt x="2555065" y="883141"/>
                </a:moveTo>
                <a:cubicBezTo>
                  <a:pt x="2555065" y="883141"/>
                  <a:pt x="2546594" y="890961"/>
                  <a:pt x="2555065" y="890961"/>
                </a:cubicBezTo>
                <a:cubicBezTo>
                  <a:pt x="2563537" y="898781"/>
                  <a:pt x="2563537" y="883141"/>
                  <a:pt x="2555065" y="883141"/>
                </a:cubicBezTo>
                <a:close/>
                <a:moveTo>
                  <a:pt x="2619577" y="883141"/>
                </a:moveTo>
                <a:cubicBezTo>
                  <a:pt x="2619577" y="890961"/>
                  <a:pt x="2619577" y="890961"/>
                  <a:pt x="2619577" y="890961"/>
                </a:cubicBezTo>
                <a:cubicBezTo>
                  <a:pt x="2619577" y="890961"/>
                  <a:pt x="2619577" y="890961"/>
                  <a:pt x="2619577" y="898781"/>
                </a:cubicBezTo>
                <a:cubicBezTo>
                  <a:pt x="2619577" y="898781"/>
                  <a:pt x="2619577" y="898781"/>
                  <a:pt x="2627397" y="898781"/>
                </a:cubicBezTo>
                <a:cubicBezTo>
                  <a:pt x="2627397" y="898781"/>
                  <a:pt x="2627397" y="883141"/>
                  <a:pt x="2619577" y="883141"/>
                </a:cubicBezTo>
                <a:close/>
                <a:moveTo>
                  <a:pt x="2994390" y="882164"/>
                </a:moveTo>
                <a:cubicBezTo>
                  <a:pt x="2989299" y="885096"/>
                  <a:pt x="2987263" y="890961"/>
                  <a:pt x="2991336" y="898781"/>
                </a:cubicBezTo>
                <a:cubicBezTo>
                  <a:pt x="2991336" y="898781"/>
                  <a:pt x="2991336" y="906600"/>
                  <a:pt x="2999481" y="906600"/>
                </a:cubicBezTo>
                <a:cubicBezTo>
                  <a:pt x="3007627" y="906600"/>
                  <a:pt x="3015773" y="898781"/>
                  <a:pt x="3015773" y="883141"/>
                </a:cubicBezTo>
                <a:cubicBezTo>
                  <a:pt x="3007627" y="879231"/>
                  <a:pt x="2999481" y="879231"/>
                  <a:pt x="2994390" y="882164"/>
                </a:cubicBezTo>
                <a:close/>
                <a:moveTo>
                  <a:pt x="2514664" y="875322"/>
                </a:moveTo>
                <a:cubicBezTo>
                  <a:pt x="2506193" y="883141"/>
                  <a:pt x="2506193" y="898781"/>
                  <a:pt x="2523136" y="890961"/>
                </a:cubicBezTo>
                <a:cubicBezTo>
                  <a:pt x="2523136" y="883141"/>
                  <a:pt x="2523136" y="875322"/>
                  <a:pt x="2514664" y="875322"/>
                </a:cubicBezTo>
                <a:close/>
                <a:moveTo>
                  <a:pt x="2693318" y="872700"/>
                </a:moveTo>
                <a:cubicBezTo>
                  <a:pt x="2683470" y="873456"/>
                  <a:pt x="2674380" y="878995"/>
                  <a:pt x="2668320" y="891080"/>
                </a:cubicBezTo>
                <a:cubicBezTo>
                  <a:pt x="2652159" y="915250"/>
                  <a:pt x="2684480" y="939420"/>
                  <a:pt x="2700641" y="947476"/>
                </a:cubicBezTo>
                <a:cubicBezTo>
                  <a:pt x="2700641" y="955533"/>
                  <a:pt x="2708721" y="963589"/>
                  <a:pt x="2716801" y="971646"/>
                </a:cubicBezTo>
                <a:cubicBezTo>
                  <a:pt x="2716801" y="971646"/>
                  <a:pt x="2732962" y="963589"/>
                  <a:pt x="2732962" y="971646"/>
                </a:cubicBezTo>
                <a:cubicBezTo>
                  <a:pt x="2724881" y="987759"/>
                  <a:pt x="2741042" y="1011929"/>
                  <a:pt x="2765283" y="1019985"/>
                </a:cubicBezTo>
                <a:cubicBezTo>
                  <a:pt x="2781444" y="1011929"/>
                  <a:pt x="2797604" y="1003872"/>
                  <a:pt x="2805684" y="987759"/>
                </a:cubicBezTo>
                <a:cubicBezTo>
                  <a:pt x="2813765" y="947476"/>
                  <a:pt x="2773363" y="923306"/>
                  <a:pt x="2741042" y="947476"/>
                </a:cubicBezTo>
                <a:cubicBezTo>
                  <a:pt x="2759223" y="911222"/>
                  <a:pt x="2722862" y="870435"/>
                  <a:pt x="2693318" y="872700"/>
                </a:cubicBezTo>
                <a:close/>
                <a:moveTo>
                  <a:pt x="1925659" y="864571"/>
                </a:moveTo>
                <a:cubicBezTo>
                  <a:pt x="1918308" y="866118"/>
                  <a:pt x="1912117" y="876951"/>
                  <a:pt x="1924498" y="883142"/>
                </a:cubicBezTo>
                <a:cubicBezTo>
                  <a:pt x="1924498" y="874888"/>
                  <a:pt x="1932753" y="874888"/>
                  <a:pt x="1932753" y="866634"/>
                </a:cubicBezTo>
                <a:cubicBezTo>
                  <a:pt x="1930689" y="864571"/>
                  <a:pt x="1928110" y="864054"/>
                  <a:pt x="1925659" y="864571"/>
                </a:cubicBezTo>
                <a:close/>
                <a:moveTo>
                  <a:pt x="2756855" y="850560"/>
                </a:moveTo>
                <a:cubicBezTo>
                  <a:pt x="2756855" y="858814"/>
                  <a:pt x="2748601" y="858814"/>
                  <a:pt x="2748601" y="867069"/>
                </a:cubicBezTo>
                <a:cubicBezTo>
                  <a:pt x="2756855" y="867069"/>
                  <a:pt x="2765109" y="867069"/>
                  <a:pt x="2765109" y="875323"/>
                </a:cubicBezTo>
                <a:cubicBezTo>
                  <a:pt x="2765109" y="867069"/>
                  <a:pt x="2773364" y="867069"/>
                  <a:pt x="2773364" y="858814"/>
                </a:cubicBezTo>
                <a:cubicBezTo>
                  <a:pt x="2765109" y="858814"/>
                  <a:pt x="2765109" y="850560"/>
                  <a:pt x="2756855" y="850560"/>
                </a:cubicBezTo>
                <a:close/>
                <a:moveTo>
                  <a:pt x="2060799" y="848605"/>
                </a:moveTo>
                <a:cubicBezTo>
                  <a:pt x="2059822" y="846650"/>
                  <a:pt x="2057866" y="846650"/>
                  <a:pt x="2053957" y="850560"/>
                </a:cubicBezTo>
                <a:cubicBezTo>
                  <a:pt x="2046137" y="858380"/>
                  <a:pt x="2053957" y="858380"/>
                  <a:pt x="2061776" y="858380"/>
                </a:cubicBezTo>
                <a:cubicBezTo>
                  <a:pt x="2061776" y="854469"/>
                  <a:pt x="2061776" y="850560"/>
                  <a:pt x="2060799" y="848605"/>
                </a:cubicBezTo>
                <a:close/>
                <a:moveTo>
                  <a:pt x="2442333" y="842740"/>
                </a:moveTo>
                <a:cubicBezTo>
                  <a:pt x="2417570" y="834921"/>
                  <a:pt x="2417570" y="866199"/>
                  <a:pt x="2434078" y="866199"/>
                </a:cubicBezTo>
                <a:cubicBezTo>
                  <a:pt x="2442333" y="858380"/>
                  <a:pt x="2442333" y="850560"/>
                  <a:pt x="2442333" y="842740"/>
                </a:cubicBezTo>
                <a:close/>
                <a:moveTo>
                  <a:pt x="2161737" y="839978"/>
                </a:moveTo>
                <a:cubicBezTo>
                  <a:pt x="2120605" y="830367"/>
                  <a:pt x="2133023" y="920513"/>
                  <a:pt x="2182691" y="899302"/>
                </a:cubicBezTo>
                <a:cubicBezTo>
                  <a:pt x="2190801" y="883141"/>
                  <a:pt x="2190801" y="866981"/>
                  <a:pt x="2182691" y="850820"/>
                </a:cubicBezTo>
                <a:cubicBezTo>
                  <a:pt x="2174582" y="844760"/>
                  <a:pt x="2167613" y="841351"/>
                  <a:pt x="2161737" y="839978"/>
                </a:cubicBezTo>
                <a:close/>
                <a:moveTo>
                  <a:pt x="2773363" y="834921"/>
                </a:moveTo>
                <a:cubicBezTo>
                  <a:pt x="2765543" y="834921"/>
                  <a:pt x="2765543" y="834921"/>
                  <a:pt x="2765543" y="834921"/>
                </a:cubicBezTo>
                <a:cubicBezTo>
                  <a:pt x="2765543" y="834921"/>
                  <a:pt x="2765543" y="834921"/>
                  <a:pt x="2757724" y="834921"/>
                </a:cubicBezTo>
                <a:cubicBezTo>
                  <a:pt x="2757724" y="834921"/>
                  <a:pt x="2757724" y="842740"/>
                  <a:pt x="2757724" y="842740"/>
                </a:cubicBezTo>
                <a:cubicBezTo>
                  <a:pt x="2761633" y="842740"/>
                  <a:pt x="2761633" y="842740"/>
                  <a:pt x="2760656" y="842740"/>
                </a:cubicBezTo>
                <a:lnTo>
                  <a:pt x="2764566" y="842740"/>
                </a:lnTo>
                <a:cubicBezTo>
                  <a:pt x="2765543" y="842740"/>
                  <a:pt x="2765543" y="842740"/>
                  <a:pt x="2765543" y="842740"/>
                </a:cubicBezTo>
                <a:cubicBezTo>
                  <a:pt x="2765543" y="842740"/>
                  <a:pt x="2765543" y="842740"/>
                  <a:pt x="2773363" y="842740"/>
                </a:cubicBezTo>
                <a:cubicBezTo>
                  <a:pt x="2773363" y="842740"/>
                  <a:pt x="2773363" y="834921"/>
                  <a:pt x="2773363" y="834921"/>
                </a:cubicBezTo>
                <a:close/>
                <a:moveTo>
                  <a:pt x="1711921" y="833128"/>
                </a:moveTo>
                <a:cubicBezTo>
                  <a:pt x="1695702" y="832118"/>
                  <a:pt x="1677456" y="842218"/>
                  <a:pt x="1673401" y="866459"/>
                </a:cubicBezTo>
                <a:cubicBezTo>
                  <a:pt x="1681511" y="898781"/>
                  <a:pt x="1738275" y="890700"/>
                  <a:pt x="1738275" y="866459"/>
                </a:cubicBezTo>
                <a:cubicBezTo>
                  <a:pt x="1742330" y="846259"/>
                  <a:pt x="1728139" y="834138"/>
                  <a:pt x="1711921" y="833128"/>
                </a:cubicBezTo>
                <a:close/>
                <a:moveTo>
                  <a:pt x="2988485" y="827915"/>
                </a:moveTo>
                <a:cubicBezTo>
                  <a:pt x="2985308" y="827915"/>
                  <a:pt x="2983190" y="830033"/>
                  <a:pt x="2983190" y="834269"/>
                </a:cubicBezTo>
                <a:cubicBezTo>
                  <a:pt x="2991662" y="834269"/>
                  <a:pt x="2983190" y="842740"/>
                  <a:pt x="2991662" y="842740"/>
                </a:cubicBezTo>
                <a:cubicBezTo>
                  <a:pt x="2991662" y="842740"/>
                  <a:pt x="3000133" y="842740"/>
                  <a:pt x="3000133" y="834269"/>
                </a:cubicBezTo>
                <a:cubicBezTo>
                  <a:pt x="2995897" y="830033"/>
                  <a:pt x="2991662" y="827915"/>
                  <a:pt x="2988485" y="827915"/>
                </a:cubicBezTo>
                <a:close/>
                <a:moveTo>
                  <a:pt x="4015762" y="827860"/>
                </a:moveTo>
                <a:cubicBezTo>
                  <a:pt x="4012667" y="827860"/>
                  <a:pt x="4010603" y="829924"/>
                  <a:pt x="4010603" y="834051"/>
                </a:cubicBezTo>
                <a:cubicBezTo>
                  <a:pt x="4002349" y="842306"/>
                  <a:pt x="4010603" y="850560"/>
                  <a:pt x="4018858" y="850560"/>
                </a:cubicBezTo>
                <a:cubicBezTo>
                  <a:pt x="4027112" y="850560"/>
                  <a:pt x="4027112" y="842306"/>
                  <a:pt x="4027112" y="834051"/>
                </a:cubicBezTo>
                <a:cubicBezTo>
                  <a:pt x="4022985" y="829924"/>
                  <a:pt x="4018858" y="827860"/>
                  <a:pt x="4015762" y="827860"/>
                </a:cubicBezTo>
                <a:close/>
                <a:moveTo>
                  <a:pt x="1487438" y="827521"/>
                </a:moveTo>
                <a:cubicBezTo>
                  <a:pt x="1477211" y="826015"/>
                  <a:pt x="1463575" y="838070"/>
                  <a:pt x="1463575" y="850125"/>
                </a:cubicBezTo>
                <a:cubicBezTo>
                  <a:pt x="1463575" y="866199"/>
                  <a:pt x="1503977" y="858162"/>
                  <a:pt x="1495897" y="834051"/>
                </a:cubicBezTo>
                <a:cubicBezTo>
                  <a:pt x="1493877" y="830032"/>
                  <a:pt x="1490847" y="828024"/>
                  <a:pt x="1487438" y="827521"/>
                </a:cubicBezTo>
                <a:close/>
                <a:moveTo>
                  <a:pt x="994397" y="825797"/>
                </a:moveTo>
                <a:cubicBezTo>
                  <a:pt x="994397" y="834269"/>
                  <a:pt x="1002652" y="834269"/>
                  <a:pt x="994397" y="842740"/>
                </a:cubicBezTo>
                <a:cubicBezTo>
                  <a:pt x="1010906" y="842740"/>
                  <a:pt x="1019160" y="842740"/>
                  <a:pt x="1019160" y="834269"/>
                </a:cubicBezTo>
                <a:cubicBezTo>
                  <a:pt x="1019160" y="825797"/>
                  <a:pt x="1002652" y="834269"/>
                  <a:pt x="994397" y="825797"/>
                </a:cubicBezTo>
                <a:close/>
                <a:moveTo>
                  <a:pt x="1317609" y="817978"/>
                </a:moveTo>
                <a:cubicBezTo>
                  <a:pt x="1317609" y="826449"/>
                  <a:pt x="1317609" y="826449"/>
                  <a:pt x="1317609" y="834920"/>
                </a:cubicBezTo>
                <a:cubicBezTo>
                  <a:pt x="1325428" y="834920"/>
                  <a:pt x="1325428" y="834920"/>
                  <a:pt x="1325428" y="834920"/>
                </a:cubicBezTo>
                <a:cubicBezTo>
                  <a:pt x="1325428" y="826449"/>
                  <a:pt x="1325428" y="817978"/>
                  <a:pt x="1317609" y="817978"/>
                </a:cubicBezTo>
                <a:close/>
                <a:moveTo>
                  <a:pt x="225195" y="814502"/>
                </a:moveTo>
                <a:cubicBezTo>
                  <a:pt x="210262" y="816529"/>
                  <a:pt x="198315" y="830720"/>
                  <a:pt x="210262" y="859103"/>
                </a:cubicBezTo>
                <a:cubicBezTo>
                  <a:pt x="234156" y="875322"/>
                  <a:pt x="258049" y="867212"/>
                  <a:pt x="258049" y="842885"/>
                </a:cubicBezTo>
                <a:cubicBezTo>
                  <a:pt x="258049" y="822611"/>
                  <a:pt x="240129" y="812475"/>
                  <a:pt x="225195" y="814502"/>
                </a:cubicBezTo>
                <a:close/>
                <a:moveTo>
                  <a:pt x="2175162" y="810158"/>
                </a:moveTo>
                <a:cubicBezTo>
                  <a:pt x="2158870" y="810158"/>
                  <a:pt x="2142579" y="818412"/>
                  <a:pt x="2150725" y="834921"/>
                </a:cubicBezTo>
                <a:cubicBezTo>
                  <a:pt x="2167016" y="834921"/>
                  <a:pt x="2167016" y="818412"/>
                  <a:pt x="2175162" y="818412"/>
                </a:cubicBezTo>
                <a:cubicBezTo>
                  <a:pt x="2175162" y="818412"/>
                  <a:pt x="2175162" y="810158"/>
                  <a:pt x="2175162" y="810158"/>
                </a:cubicBezTo>
                <a:close/>
                <a:moveTo>
                  <a:pt x="2080450" y="808204"/>
                </a:moveTo>
                <a:cubicBezTo>
                  <a:pt x="2074890" y="809670"/>
                  <a:pt x="2071714" y="819933"/>
                  <a:pt x="2078068" y="825797"/>
                </a:cubicBezTo>
                <a:cubicBezTo>
                  <a:pt x="2086539" y="825797"/>
                  <a:pt x="2086539" y="817978"/>
                  <a:pt x="2086539" y="810158"/>
                </a:cubicBezTo>
                <a:cubicBezTo>
                  <a:pt x="2084421" y="808204"/>
                  <a:pt x="2082303" y="807714"/>
                  <a:pt x="2080450" y="808204"/>
                </a:cubicBezTo>
                <a:close/>
                <a:moveTo>
                  <a:pt x="2870457" y="805760"/>
                </a:moveTo>
                <a:cubicBezTo>
                  <a:pt x="2856488" y="801688"/>
                  <a:pt x="2842518" y="805760"/>
                  <a:pt x="2846509" y="826123"/>
                </a:cubicBezTo>
                <a:cubicBezTo>
                  <a:pt x="2854492" y="850560"/>
                  <a:pt x="2878439" y="850560"/>
                  <a:pt x="2894405" y="834269"/>
                </a:cubicBezTo>
                <a:cubicBezTo>
                  <a:pt x="2898396" y="822051"/>
                  <a:pt x="2884427" y="809832"/>
                  <a:pt x="2870457" y="805760"/>
                </a:cubicBezTo>
                <a:close/>
                <a:moveTo>
                  <a:pt x="2255964" y="794519"/>
                </a:moveTo>
                <a:cubicBezTo>
                  <a:pt x="2248145" y="802339"/>
                  <a:pt x="2255964" y="810158"/>
                  <a:pt x="2263784" y="810158"/>
                </a:cubicBezTo>
                <a:cubicBezTo>
                  <a:pt x="2263784" y="810158"/>
                  <a:pt x="2271604" y="794519"/>
                  <a:pt x="2255964" y="794519"/>
                </a:cubicBezTo>
                <a:close/>
                <a:moveTo>
                  <a:pt x="2757073" y="794519"/>
                </a:moveTo>
                <a:cubicBezTo>
                  <a:pt x="2748601" y="794519"/>
                  <a:pt x="2748601" y="802339"/>
                  <a:pt x="2748601" y="802339"/>
                </a:cubicBezTo>
                <a:cubicBezTo>
                  <a:pt x="2757073" y="810158"/>
                  <a:pt x="2765544" y="810158"/>
                  <a:pt x="2765544" y="802339"/>
                </a:cubicBezTo>
                <a:cubicBezTo>
                  <a:pt x="2765544" y="794519"/>
                  <a:pt x="2765544" y="794519"/>
                  <a:pt x="2757073" y="794519"/>
                </a:cubicBezTo>
                <a:close/>
                <a:moveTo>
                  <a:pt x="1012559" y="786280"/>
                </a:moveTo>
                <a:cubicBezTo>
                  <a:pt x="997218" y="783208"/>
                  <a:pt x="980754" y="793960"/>
                  <a:pt x="986741" y="818537"/>
                </a:cubicBezTo>
                <a:cubicBezTo>
                  <a:pt x="1002706" y="834920"/>
                  <a:pt x="1042619" y="826728"/>
                  <a:pt x="1026653" y="793960"/>
                </a:cubicBezTo>
                <a:cubicBezTo>
                  <a:pt x="1022663" y="789865"/>
                  <a:pt x="1017673" y="787305"/>
                  <a:pt x="1012559" y="786280"/>
                </a:cubicBezTo>
                <a:close/>
                <a:moveTo>
                  <a:pt x="1762676" y="785396"/>
                </a:moveTo>
                <a:cubicBezTo>
                  <a:pt x="1762676" y="793868"/>
                  <a:pt x="1754204" y="793868"/>
                  <a:pt x="1762676" y="802339"/>
                </a:cubicBezTo>
                <a:cubicBezTo>
                  <a:pt x="1762676" y="802339"/>
                  <a:pt x="1771147" y="802339"/>
                  <a:pt x="1771147" y="802339"/>
                </a:cubicBezTo>
                <a:cubicBezTo>
                  <a:pt x="1771147" y="793868"/>
                  <a:pt x="1771147" y="785396"/>
                  <a:pt x="1762676" y="785396"/>
                </a:cubicBezTo>
                <a:close/>
                <a:moveTo>
                  <a:pt x="2830312" y="782888"/>
                </a:moveTo>
                <a:cubicBezTo>
                  <a:pt x="2817055" y="787433"/>
                  <a:pt x="2814025" y="810159"/>
                  <a:pt x="2838267" y="810159"/>
                </a:cubicBezTo>
                <a:cubicBezTo>
                  <a:pt x="2846347" y="802078"/>
                  <a:pt x="2846347" y="793998"/>
                  <a:pt x="2846347" y="785918"/>
                </a:cubicBezTo>
                <a:cubicBezTo>
                  <a:pt x="2840287" y="781878"/>
                  <a:pt x="2834731" y="781373"/>
                  <a:pt x="2830312" y="782888"/>
                </a:cubicBezTo>
                <a:close/>
                <a:moveTo>
                  <a:pt x="1827622" y="777577"/>
                </a:moveTo>
                <a:cubicBezTo>
                  <a:pt x="1819368" y="786048"/>
                  <a:pt x="1819368" y="794520"/>
                  <a:pt x="1835876" y="794520"/>
                </a:cubicBezTo>
                <a:cubicBezTo>
                  <a:pt x="1844130" y="786048"/>
                  <a:pt x="1835876" y="777577"/>
                  <a:pt x="1827622" y="777577"/>
                </a:cubicBezTo>
                <a:close/>
                <a:moveTo>
                  <a:pt x="2385514" y="777207"/>
                </a:moveTo>
                <a:cubicBezTo>
                  <a:pt x="2371575" y="781373"/>
                  <a:pt x="2365548" y="798038"/>
                  <a:pt x="2377603" y="810159"/>
                </a:cubicBezTo>
                <a:cubicBezTo>
                  <a:pt x="2385640" y="810159"/>
                  <a:pt x="2393676" y="810159"/>
                  <a:pt x="2401713" y="810159"/>
                </a:cubicBezTo>
                <a:cubicBezTo>
                  <a:pt x="2401713" y="802078"/>
                  <a:pt x="2409751" y="785918"/>
                  <a:pt x="2401713" y="777837"/>
                </a:cubicBezTo>
                <a:cubicBezTo>
                  <a:pt x="2395686" y="775818"/>
                  <a:pt x="2390161" y="775818"/>
                  <a:pt x="2385514" y="777207"/>
                </a:cubicBezTo>
                <a:close/>
                <a:moveTo>
                  <a:pt x="2953510" y="774529"/>
                </a:moveTo>
                <a:cubicBezTo>
                  <a:pt x="2947553" y="773369"/>
                  <a:pt x="2942789" y="778011"/>
                  <a:pt x="2942789" y="778011"/>
                </a:cubicBezTo>
                <a:cubicBezTo>
                  <a:pt x="2942789" y="786266"/>
                  <a:pt x="2942789" y="794520"/>
                  <a:pt x="2959731" y="794520"/>
                </a:cubicBezTo>
                <a:cubicBezTo>
                  <a:pt x="2951260" y="786266"/>
                  <a:pt x="2959731" y="786266"/>
                  <a:pt x="2959731" y="778011"/>
                </a:cubicBezTo>
                <a:cubicBezTo>
                  <a:pt x="2957613" y="775948"/>
                  <a:pt x="2955495" y="774916"/>
                  <a:pt x="2953510" y="774529"/>
                </a:cubicBezTo>
                <a:close/>
                <a:moveTo>
                  <a:pt x="2117963" y="763846"/>
                </a:moveTo>
                <a:cubicBezTo>
                  <a:pt x="2105925" y="761722"/>
                  <a:pt x="2094595" y="767387"/>
                  <a:pt x="2094595" y="785515"/>
                </a:cubicBezTo>
                <a:cubicBezTo>
                  <a:pt x="2086539" y="801628"/>
                  <a:pt x="2102652" y="825797"/>
                  <a:pt x="2134879" y="817741"/>
                </a:cubicBezTo>
                <a:cubicBezTo>
                  <a:pt x="2160055" y="792564"/>
                  <a:pt x="2138025" y="767387"/>
                  <a:pt x="2117963" y="763846"/>
                </a:cubicBezTo>
                <a:close/>
                <a:moveTo>
                  <a:pt x="748811" y="749892"/>
                </a:moveTo>
                <a:cubicBezTo>
                  <a:pt x="747590" y="750289"/>
                  <a:pt x="746123" y="751348"/>
                  <a:pt x="744169" y="753466"/>
                </a:cubicBezTo>
                <a:cubicBezTo>
                  <a:pt x="744169" y="753466"/>
                  <a:pt x="744169" y="753466"/>
                  <a:pt x="744169" y="761937"/>
                </a:cubicBezTo>
                <a:cubicBezTo>
                  <a:pt x="751988" y="761937"/>
                  <a:pt x="759808" y="761937"/>
                  <a:pt x="759808" y="753466"/>
                </a:cubicBezTo>
                <a:cubicBezTo>
                  <a:pt x="755898" y="753466"/>
                  <a:pt x="753943" y="751348"/>
                  <a:pt x="751988" y="750289"/>
                </a:cubicBezTo>
                <a:cubicBezTo>
                  <a:pt x="751011" y="749759"/>
                  <a:pt x="750034" y="749495"/>
                  <a:pt x="748811" y="749892"/>
                </a:cubicBezTo>
                <a:close/>
                <a:moveTo>
                  <a:pt x="2676487" y="744995"/>
                </a:moveTo>
                <a:cubicBezTo>
                  <a:pt x="2668233" y="744995"/>
                  <a:pt x="2668233" y="744995"/>
                  <a:pt x="2668233" y="744995"/>
                </a:cubicBezTo>
                <a:cubicBezTo>
                  <a:pt x="2668233" y="753466"/>
                  <a:pt x="2659979" y="761938"/>
                  <a:pt x="2668233" y="761938"/>
                </a:cubicBezTo>
                <a:cubicBezTo>
                  <a:pt x="2668233" y="761938"/>
                  <a:pt x="2676487" y="761938"/>
                  <a:pt x="2676487" y="761938"/>
                </a:cubicBezTo>
                <a:cubicBezTo>
                  <a:pt x="2684741" y="753466"/>
                  <a:pt x="2676487" y="744995"/>
                  <a:pt x="2676487" y="744995"/>
                </a:cubicBezTo>
                <a:close/>
                <a:moveTo>
                  <a:pt x="702244" y="743545"/>
                </a:moveTo>
                <a:cubicBezTo>
                  <a:pt x="690881" y="740908"/>
                  <a:pt x="677246" y="757484"/>
                  <a:pt x="695427" y="769539"/>
                </a:cubicBezTo>
                <a:cubicBezTo>
                  <a:pt x="711587" y="777576"/>
                  <a:pt x="711587" y="769539"/>
                  <a:pt x="711587" y="753466"/>
                </a:cubicBezTo>
                <a:cubicBezTo>
                  <a:pt x="709567" y="747438"/>
                  <a:pt x="706032" y="744425"/>
                  <a:pt x="702244" y="743545"/>
                </a:cubicBezTo>
                <a:close/>
                <a:moveTo>
                  <a:pt x="1548940" y="740406"/>
                </a:moveTo>
                <a:cubicBezTo>
                  <a:pt x="1538839" y="743420"/>
                  <a:pt x="1528739" y="753466"/>
                  <a:pt x="1528739" y="769539"/>
                </a:cubicBezTo>
                <a:cubicBezTo>
                  <a:pt x="1544899" y="777576"/>
                  <a:pt x="1569141" y="769539"/>
                  <a:pt x="1569141" y="753466"/>
                </a:cubicBezTo>
                <a:cubicBezTo>
                  <a:pt x="1569141" y="741410"/>
                  <a:pt x="1559040" y="737392"/>
                  <a:pt x="1548940" y="740406"/>
                </a:cubicBezTo>
                <a:close/>
                <a:moveTo>
                  <a:pt x="1924933" y="737175"/>
                </a:moveTo>
                <a:cubicBezTo>
                  <a:pt x="1915810" y="737175"/>
                  <a:pt x="1915810" y="745646"/>
                  <a:pt x="1915810" y="754118"/>
                </a:cubicBezTo>
                <a:cubicBezTo>
                  <a:pt x="1924933" y="754118"/>
                  <a:pt x="1924933" y="745646"/>
                  <a:pt x="1924933" y="737175"/>
                </a:cubicBezTo>
                <a:close/>
                <a:moveTo>
                  <a:pt x="2861986" y="737175"/>
                </a:moveTo>
                <a:cubicBezTo>
                  <a:pt x="2861986" y="745646"/>
                  <a:pt x="2861986" y="754118"/>
                  <a:pt x="2878929" y="754118"/>
                </a:cubicBezTo>
                <a:cubicBezTo>
                  <a:pt x="2878929" y="754118"/>
                  <a:pt x="2878929" y="745646"/>
                  <a:pt x="2878929" y="745646"/>
                </a:cubicBezTo>
                <a:cubicBezTo>
                  <a:pt x="2878929" y="737175"/>
                  <a:pt x="2870457" y="737175"/>
                  <a:pt x="2861986" y="737175"/>
                </a:cubicBezTo>
                <a:close/>
                <a:moveTo>
                  <a:pt x="2321128" y="729356"/>
                </a:moveTo>
                <a:cubicBezTo>
                  <a:pt x="2312657" y="729356"/>
                  <a:pt x="2312657" y="729356"/>
                  <a:pt x="2312657" y="729356"/>
                </a:cubicBezTo>
                <a:cubicBezTo>
                  <a:pt x="2304185" y="729356"/>
                  <a:pt x="2312657" y="737176"/>
                  <a:pt x="2321128" y="737176"/>
                </a:cubicBezTo>
                <a:cubicBezTo>
                  <a:pt x="2321128" y="729356"/>
                  <a:pt x="2321128" y="729356"/>
                  <a:pt x="2321128" y="729356"/>
                </a:cubicBezTo>
                <a:close/>
                <a:moveTo>
                  <a:pt x="2180917" y="720559"/>
                </a:moveTo>
                <a:cubicBezTo>
                  <a:pt x="2178854" y="717626"/>
                  <a:pt x="2174727" y="717626"/>
                  <a:pt x="2166473" y="721537"/>
                </a:cubicBezTo>
                <a:cubicBezTo>
                  <a:pt x="2158219" y="721537"/>
                  <a:pt x="2158219" y="737176"/>
                  <a:pt x="2166473" y="737176"/>
                </a:cubicBezTo>
                <a:cubicBezTo>
                  <a:pt x="2174726" y="737176"/>
                  <a:pt x="2182981" y="737176"/>
                  <a:pt x="2182981" y="737176"/>
                </a:cubicBezTo>
                <a:cubicBezTo>
                  <a:pt x="2182981" y="729356"/>
                  <a:pt x="2182981" y="723491"/>
                  <a:pt x="2180917" y="720559"/>
                </a:cubicBezTo>
                <a:close/>
                <a:moveTo>
                  <a:pt x="3478036" y="715666"/>
                </a:moveTo>
                <a:cubicBezTo>
                  <a:pt x="3460550" y="716812"/>
                  <a:pt x="3440784" y="735139"/>
                  <a:pt x="3452948" y="753466"/>
                </a:cubicBezTo>
                <a:cubicBezTo>
                  <a:pt x="3477276" y="769757"/>
                  <a:pt x="3509713" y="753466"/>
                  <a:pt x="3493494" y="720885"/>
                </a:cubicBezTo>
                <a:cubicBezTo>
                  <a:pt x="3489440" y="716812"/>
                  <a:pt x="3483865" y="715284"/>
                  <a:pt x="3478036" y="715666"/>
                </a:cubicBezTo>
                <a:close/>
                <a:moveTo>
                  <a:pt x="3881145" y="713717"/>
                </a:moveTo>
                <a:cubicBezTo>
                  <a:pt x="3881145" y="713717"/>
                  <a:pt x="3881145" y="713717"/>
                  <a:pt x="3873325" y="713717"/>
                </a:cubicBezTo>
                <a:cubicBezTo>
                  <a:pt x="3865505" y="713717"/>
                  <a:pt x="3865505" y="729356"/>
                  <a:pt x="3881145" y="729356"/>
                </a:cubicBezTo>
                <a:cubicBezTo>
                  <a:pt x="3881145" y="729356"/>
                  <a:pt x="3881145" y="721537"/>
                  <a:pt x="3881145" y="713717"/>
                </a:cubicBezTo>
                <a:close/>
                <a:moveTo>
                  <a:pt x="3066640" y="709624"/>
                </a:moveTo>
                <a:cubicBezTo>
                  <a:pt x="3065052" y="709888"/>
                  <a:pt x="3063993" y="710947"/>
                  <a:pt x="3063993" y="713065"/>
                </a:cubicBezTo>
                <a:cubicBezTo>
                  <a:pt x="3063993" y="721537"/>
                  <a:pt x="3072465" y="721537"/>
                  <a:pt x="3080936" y="721537"/>
                </a:cubicBezTo>
                <a:cubicBezTo>
                  <a:pt x="3080936" y="715183"/>
                  <a:pt x="3071406" y="708829"/>
                  <a:pt x="3066640" y="709624"/>
                </a:cubicBezTo>
                <a:close/>
                <a:moveTo>
                  <a:pt x="3121337" y="704594"/>
                </a:moveTo>
                <a:cubicBezTo>
                  <a:pt x="3121337" y="704594"/>
                  <a:pt x="3112866" y="704594"/>
                  <a:pt x="3112866" y="704594"/>
                </a:cubicBezTo>
                <a:cubicBezTo>
                  <a:pt x="3104394" y="713065"/>
                  <a:pt x="3112866" y="713065"/>
                  <a:pt x="3112866" y="721537"/>
                </a:cubicBezTo>
                <a:cubicBezTo>
                  <a:pt x="3121337" y="721537"/>
                  <a:pt x="3121337" y="713065"/>
                  <a:pt x="3121337" y="704594"/>
                </a:cubicBezTo>
                <a:close/>
                <a:moveTo>
                  <a:pt x="2719053" y="702965"/>
                </a:moveTo>
                <a:cubicBezTo>
                  <a:pt x="2713494" y="704512"/>
                  <a:pt x="2710318" y="715346"/>
                  <a:pt x="2716671" y="721537"/>
                </a:cubicBezTo>
                <a:cubicBezTo>
                  <a:pt x="2725142" y="721537"/>
                  <a:pt x="2725142" y="713283"/>
                  <a:pt x="2725142" y="705028"/>
                </a:cubicBezTo>
                <a:cubicBezTo>
                  <a:pt x="2723024" y="702965"/>
                  <a:pt x="2720906" y="702448"/>
                  <a:pt x="2719053" y="702965"/>
                </a:cubicBezTo>
                <a:close/>
                <a:moveTo>
                  <a:pt x="2078198" y="696992"/>
                </a:moveTo>
                <a:cubicBezTo>
                  <a:pt x="2053957" y="688954"/>
                  <a:pt x="2062037" y="737176"/>
                  <a:pt x="2086278" y="729139"/>
                </a:cubicBezTo>
                <a:cubicBezTo>
                  <a:pt x="2094359" y="713065"/>
                  <a:pt x="2086278" y="705028"/>
                  <a:pt x="2078198" y="696992"/>
                </a:cubicBezTo>
                <a:close/>
                <a:moveTo>
                  <a:pt x="2768802" y="687243"/>
                </a:moveTo>
                <a:cubicBezTo>
                  <a:pt x="2762742" y="687243"/>
                  <a:pt x="2756681" y="689280"/>
                  <a:pt x="2748601" y="697426"/>
                </a:cubicBezTo>
                <a:cubicBezTo>
                  <a:pt x="2756681" y="705571"/>
                  <a:pt x="2756681" y="713717"/>
                  <a:pt x="2772843" y="713717"/>
                </a:cubicBezTo>
                <a:cubicBezTo>
                  <a:pt x="2772843" y="697426"/>
                  <a:pt x="2789003" y="705571"/>
                  <a:pt x="2789003" y="689280"/>
                </a:cubicBezTo>
                <a:cubicBezTo>
                  <a:pt x="2780923" y="689280"/>
                  <a:pt x="2774862" y="687243"/>
                  <a:pt x="2768802" y="687243"/>
                </a:cubicBezTo>
                <a:close/>
                <a:moveTo>
                  <a:pt x="1722058" y="678202"/>
                </a:moveTo>
                <a:cubicBezTo>
                  <a:pt x="1719994" y="679180"/>
                  <a:pt x="1717930" y="681134"/>
                  <a:pt x="1713803" y="681134"/>
                </a:cubicBezTo>
                <a:cubicBezTo>
                  <a:pt x="1713803" y="688954"/>
                  <a:pt x="1722058" y="688954"/>
                  <a:pt x="1730312" y="696774"/>
                </a:cubicBezTo>
                <a:cubicBezTo>
                  <a:pt x="1730312" y="688954"/>
                  <a:pt x="1738566" y="688954"/>
                  <a:pt x="1730312" y="681134"/>
                </a:cubicBezTo>
                <a:cubicBezTo>
                  <a:pt x="1726185" y="677224"/>
                  <a:pt x="1724121" y="677224"/>
                  <a:pt x="1722058" y="678202"/>
                </a:cubicBezTo>
                <a:close/>
                <a:moveTo>
                  <a:pt x="2196539" y="673339"/>
                </a:moveTo>
                <a:cubicBezTo>
                  <a:pt x="2187214" y="676037"/>
                  <a:pt x="2177890" y="687684"/>
                  <a:pt x="2191453" y="696775"/>
                </a:cubicBezTo>
                <a:cubicBezTo>
                  <a:pt x="2199489" y="696775"/>
                  <a:pt x="2207526" y="696775"/>
                  <a:pt x="2207526" y="688694"/>
                </a:cubicBezTo>
                <a:cubicBezTo>
                  <a:pt x="2209536" y="680614"/>
                  <a:pt x="2208029" y="676069"/>
                  <a:pt x="2205015" y="674049"/>
                </a:cubicBezTo>
                <a:cubicBezTo>
                  <a:pt x="2202754" y="672533"/>
                  <a:pt x="2199647" y="672439"/>
                  <a:pt x="2196539" y="673339"/>
                </a:cubicBezTo>
                <a:close/>
                <a:moveTo>
                  <a:pt x="4075333" y="664193"/>
                </a:moveTo>
                <a:cubicBezTo>
                  <a:pt x="4067513" y="664193"/>
                  <a:pt x="4067513" y="681136"/>
                  <a:pt x="4075333" y="672664"/>
                </a:cubicBezTo>
                <a:cubicBezTo>
                  <a:pt x="4083152" y="672664"/>
                  <a:pt x="4075333" y="672664"/>
                  <a:pt x="4075333" y="664193"/>
                </a:cubicBezTo>
                <a:close/>
                <a:moveTo>
                  <a:pt x="404014" y="664192"/>
                </a:moveTo>
                <a:cubicBezTo>
                  <a:pt x="404014" y="664192"/>
                  <a:pt x="396195" y="672664"/>
                  <a:pt x="396195" y="672664"/>
                </a:cubicBezTo>
                <a:cubicBezTo>
                  <a:pt x="396195" y="672664"/>
                  <a:pt x="404014" y="681135"/>
                  <a:pt x="404014" y="672664"/>
                </a:cubicBezTo>
                <a:cubicBezTo>
                  <a:pt x="404014" y="672664"/>
                  <a:pt x="404014" y="672664"/>
                  <a:pt x="404014" y="664192"/>
                </a:cubicBezTo>
                <a:close/>
                <a:moveTo>
                  <a:pt x="1552197" y="664192"/>
                </a:moveTo>
                <a:cubicBezTo>
                  <a:pt x="1552197" y="664192"/>
                  <a:pt x="1552197" y="664192"/>
                  <a:pt x="1552197" y="673316"/>
                </a:cubicBezTo>
                <a:cubicBezTo>
                  <a:pt x="1552197" y="673316"/>
                  <a:pt x="1560017" y="673316"/>
                  <a:pt x="1560017" y="673316"/>
                </a:cubicBezTo>
                <a:cubicBezTo>
                  <a:pt x="1560017" y="664192"/>
                  <a:pt x="1560017" y="664192"/>
                  <a:pt x="1552197" y="664192"/>
                </a:cubicBezTo>
                <a:close/>
                <a:moveTo>
                  <a:pt x="1611832" y="662938"/>
                </a:moveTo>
                <a:cubicBezTo>
                  <a:pt x="1606249" y="662256"/>
                  <a:pt x="1599905" y="662764"/>
                  <a:pt x="1592800" y="664794"/>
                </a:cubicBezTo>
                <a:cubicBezTo>
                  <a:pt x="1552197" y="697275"/>
                  <a:pt x="1584680" y="754119"/>
                  <a:pt x="1617161" y="737877"/>
                </a:cubicBezTo>
                <a:cubicBezTo>
                  <a:pt x="1652688" y="730772"/>
                  <a:pt x="1650911" y="667712"/>
                  <a:pt x="1611832" y="662938"/>
                </a:cubicBezTo>
                <a:close/>
                <a:moveTo>
                  <a:pt x="3147681" y="662609"/>
                </a:moveTo>
                <a:cubicBezTo>
                  <a:pt x="3144715" y="661973"/>
                  <a:pt x="3141103" y="662482"/>
                  <a:pt x="3136977" y="664518"/>
                </a:cubicBezTo>
                <a:cubicBezTo>
                  <a:pt x="3136977" y="680810"/>
                  <a:pt x="3145230" y="680810"/>
                  <a:pt x="3153484" y="688955"/>
                </a:cubicBezTo>
                <a:cubicBezTo>
                  <a:pt x="3159675" y="676737"/>
                  <a:pt x="3156580" y="664518"/>
                  <a:pt x="3147681" y="662609"/>
                </a:cubicBezTo>
                <a:close/>
                <a:moveTo>
                  <a:pt x="2322859" y="662435"/>
                </a:moveTo>
                <a:cubicBezTo>
                  <a:pt x="2317299" y="663595"/>
                  <a:pt x="2314123" y="672882"/>
                  <a:pt x="2320476" y="672882"/>
                </a:cubicBezTo>
                <a:cubicBezTo>
                  <a:pt x="2328948" y="681136"/>
                  <a:pt x="2328948" y="672882"/>
                  <a:pt x="2328948" y="664627"/>
                </a:cubicBezTo>
                <a:cubicBezTo>
                  <a:pt x="2326830" y="662564"/>
                  <a:pt x="2324712" y="662047"/>
                  <a:pt x="2322859" y="662435"/>
                </a:cubicBezTo>
                <a:close/>
                <a:moveTo>
                  <a:pt x="2757725" y="656373"/>
                </a:moveTo>
                <a:cubicBezTo>
                  <a:pt x="2757725" y="656373"/>
                  <a:pt x="2748601" y="656373"/>
                  <a:pt x="2748601" y="656373"/>
                </a:cubicBezTo>
                <a:cubicBezTo>
                  <a:pt x="2748601" y="664844"/>
                  <a:pt x="2748601" y="673316"/>
                  <a:pt x="2757725" y="673316"/>
                </a:cubicBezTo>
                <a:cubicBezTo>
                  <a:pt x="2757725" y="664844"/>
                  <a:pt x="2757725" y="664844"/>
                  <a:pt x="2757725" y="656373"/>
                </a:cubicBezTo>
                <a:close/>
                <a:moveTo>
                  <a:pt x="2031129" y="654924"/>
                </a:moveTo>
                <a:cubicBezTo>
                  <a:pt x="2027252" y="655802"/>
                  <a:pt x="2023749" y="658816"/>
                  <a:pt x="2021747" y="664844"/>
                </a:cubicBezTo>
                <a:cubicBezTo>
                  <a:pt x="2029753" y="664844"/>
                  <a:pt x="2021747" y="672881"/>
                  <a:pt x="2021747" y="680918"/>
                </a:cubicBezTo>
                <a:cubicBezTo>
                  <a:pt x="2029753" y="680918"/>
                  <a:pt x="2037759" y="680918"/>
                  <a:pt x="2037759" y="688954"/>
                </a:cubicBezTo>
                <a:cubicBezTo>
                  <a:pt x="2005736" y="696992"/>
                  <a:pt x="2021747" y="737176"/>
                  <a:pt x="2053771" y="721102"/>
                </a:cubicBezTo>
                <a:cubicBezTo>
                  <a:pt x="2061777" y="705029"/>
                  <a:pt x="2053771" y="688954"/>
                  <a:pt x="2045765" y="680918"/>
                </a:cubicBezTo>
                <a:cubicBezTo>
                  <a:pt x="2057774" y="668862"/>
                  <a:pt x="2042763" y="652286"/>
                  <a:pt x="2031129" y="654924"/>
                </a:cubicBezTo>
                <a:close/>
                <a:moveTo>
                  <a:pt x="1309283" y="653120"/>
                </a:moveTo>
                <a:cubicBezTo>
                  <a:pt x="1297455" y="651365"/>
                  <a:pt x="1283937" y="652124"/>
                  <a:pt x="1268776" y="656172"/>
                </a:cubicBezTo>
                <a:cubicBezTo>
                  <a:pt x="1260691" y="664267"/>
                  <a:pt x="1260691" y="672362"/>
                  <a:pt x="1252605" y="672362"/>
                </a:cubicBezTo>
                <a:cubicBezTo>
                  <a:pt x="1212177" y="664267"/>
                  <a:pt x="1179834" y="656172"/>
                  <a:pt x="1155577" y="680458"/>
                </a:cubicBezTo>
                <a:cubicBezTo>
                  <a:pt x="1147492" y="672362"/>
                  <a:pt x="1147492" y="672362"/>
                  <a:pt x="1139406" y="664267"/>
                </a:cubicBezTo>
                <a:cubicBezTo>
                  <a:pt x="1131321" y="696648"/>
                  <a:pt x="1139406" y="745220"/>
                  <a:pt x="1115149" y="769507"/>
                </a:cubicBezTo>
                <a:cubicBezTo>
                  <a:pt x="1115149" y="777602"/>
                  <a:pt x="1123235" y="785697"/>
                  <a:pt x="1123235" y="793792"/>
                </a:cubicBezTo>
                <a:cubicBezTo>
                  <a:pt x="1107064" y="801888"/>
                  <a:pt x="1098978" y="809983"/>
                  <a:pt x="1098978" y="826174"/>
                </a:cubicBezTo>
                <a:cubicBezTo>
                  <a:pt x="1090893" y="826174"/>
                  <a:pt x="1082807" y="834269"/>
                  <a:pt x="1074721" y="834269"/>
                </a:cubicBezTo>
                <a:cubicBezTo>
                  <a:pt x="1074721" y="850460"/>
                  <a:pt x="1066636" y="866651"/>
                  <a:pt x="1058550" y="866651"/>
                </a:cubicBezTo>
                <a:cubicBezTo>
                  <a:pt x="1058550" y="866651"/>
                  <a:pt x="1050465" y="858555"/>
                  <a:pt x="1042379" y="858555"/>
                </a:cubicBezTo>
                <a:cubicBezTo>
                  <a:pt x="1018122" y="850460"/>
                  <a:pt x="1010036" y="874745"/>
                  <a:pt x="1010036" y="899032"/>
                </a:cubicBezTo>
                <a:cubicBezTo>
                  <a:pt x="1034293" y="923317"/>
                  <a:pt x="1066636" y="915223"/>
                  <a:pt x="1066636" y="874745"/>
                </a:cubicBezTo>
                <a:cubicBezTo>
                  <a:pt x="1082807" y="866651"/>
                  <a:pt x="1123235" y="842364"/>
                  <a:pt x="1139406" y="874745"/>
                </a:cubicBezTo>
                <a:cubicBezTo>
                  <a:pt x="1139406" y="882841"/>
                  <a:pt x="1123235" y="874745"/>
                  <a:pt x="1123235" y="882841"/>
                </a:cubicBezTo>
                <a:cubicBezTo>
                  <a:pt x="1131321" y="899032"/>
                  <a:pt x="1131321" y="923317"/>
                  <a:pt x="1139406" y="939508"/>
                </a:cubicBezTo>
                <a:cubicBezTo>
                  <a:pt x="1107064" y="939508"/>
                  <a:pt x="1115149" y="979985"/>
                  <a:pt x="1115149" y="1004271"/>
                </a:cubicBezTo>
                <a:cubicBezTo>
                  <a:pt x="1131321" y="1012367"/>
                  <a:pt x="1147492" y="1036652"/>
                  <a:pt x="1179834" y="1028557"/>
                </a:cubicBezTo>
                <a:cubicBezTo>
                  <a:pt x="1204091" y="1004271"/>
                  <a:pt x="1196006" y="963795"/>
                  <a:pt x="1179834" y="947604"/>
                </a:cubicBezTo>
                <a:cubicBezTo>
                  <a:pt x="1187920" y="947604"/>
                  <a:pt x="1196006" y="947604"/>
                  <a:pt x="1204091" y="947604"/>
                </a:cubicBezTo>
                <a:cubicBezTo>
                  <a:pt x="1204091" y="955699"/>
                  <a:pt x="1196006" y="955699"/>
                  <a:pt x="1204091" y="963795"/>
                </a:cubicBezTo>
                <a:cubicBezTo>
                  <a:pt x="1220263" y="955699"/>
                  <a:pt x="1220263" y="971889"/>
                  <a:pt x="1220263" y="979985"/>
                </a:cubicBezTo>
                <a:cubicBezTo>
                  <a:pt x="1260691" y="979985"/>
                  <a:pt x="1260691" y="1020461"/>
                  <a:pt x="1301118" y="1004271"/>
                </a:cubicBezTo>
                <a:cubicBezTo>
                  <a:pt x="1301118" y="1020461"/>
                  <a:pt x="1317289" y="1036652"/>
                  <a:pt x="1333461" y="1044748"/>
                </a:cubicBezTo>
                <a:cubicBezTo>
                  <a:pt x="1349632" y="1044748"/>
                  <a:pt x="1341546" y="1028557"/>
                  <a:pt x="1349632" y="1028557"/>
                </a:cubicBezTo>
                <a:cubicBezTo>
                  <a:pt x="1357717" y="1028557"/>
                  <a:pt x="1357717" y="1036652"/>
                  <a:pt x="1365803" y="1044748"/>
                </a:cubicBezTo>
                <a:cubicBezTo>
                  <a:pt x="1390060" y="1036652"/>
                  <a:pt x="1390060" y="996176"/>
                  <a:pt x="1365803" y="988080"/>
                </a:cubicBezTo>
                <a:cubicBezTo>
                  <a:pt x="1357717" y="988080"/>
                  <a:pt x="1357717" y="996176"/>
                  <a:pt x="1349632" y="996176"/>
                </a:cubicBezTo>
                <a:cubicBezTo>
                  <a:pt x="1349632" y="979985"/>
                  <a:pt x="1325375" y="988080"/>
                  <a:pt x="1325375" y="971889"/>
                </a:cubicBezTo>
                <a:cubicBezTo>
                  <a:pt x="1333461" y="947604"/>
                  <a:pt x="1301118" y="947604"/>
                  <a:pt x="1284947" y="931413"/>
                </a:cubicBezTo>
                <a:cubicBezTo>
                  <a:pt x="1301118" y="907127"/>
                  <a:pt x="1276862" y="874745"/>
                  <a:pt x="1301118" y="850460"/>
                </a:cubicBezTo>
                <a:cubicBezTo>
                  <a:pt x="1301118" y="842364"/>
                  <a:pt x="1317289" y="850460"/>
                  <a:pt x="1317289" y="834269"/>
                </a:cubicBezTo>
                <a:cubicBezTo>
                  <a:pt x="1317289" y="826174"/>
                  <a:pt x="1301118" y="834269"/>
                  <a:pt x="1301118" y="826174"/>
                </a:cubicBezTo>
                <a:cubicBezTo>
                  <a:pt x="1301118" y="809983"/>
                  <a:pt x="1293033" y="801888"/>
                  <a:pt x="1293033" y="793792"/>
                </a:cubicBezTo>
                <a:cubicBezTo>
                  <a:pt x="1392082" y="800876"/>
                  <a:pt x="1392082" y="665406"/>
                  <a:pt x="1309283" y="653120"/>
                </a:cubicBezTo>
                <a:close/>
                <a:moveTo>
                  <a:pt x="1107456" y="648553"/>
                </a:moveTo>
                <a:cubicBezTo>
                  <a:pt x="1083020" y="648553"/>
                  <a:pt x="1083020" y="673316"/>
                  <a:pt x="1099311" y="673316"/>
                </a:cubicBezTo>
                <a:cubicBezTo>
                  <a:pt x="1107456" y="673316"/>
                  <a:pt x="1115602" y="673316"/>
                  <a:pt x="1115602" y="665062"/>
                </a:cubicBezTo>
                <a:cubicBezTo>
                  <a:pt x="1107456" y="656807"/>
                  <a:pt x="1107456" y="656807"/>
                  <a:pt x="1107456" y="648553"/>
                </a:cubicBezTo>
                <a:close/>
                <a:moveTo>
                  <a:pt x="1997047" y="640734"/>
                </a:moveTo>
                <a:cubicBezTo>
                  <a:pt x="1997047" y="648553"/>
                  <a:pt x="1997047" y="648553"/>
                  <a:pt x="1997047" y="648553"/>
                </a:cubicBezTo>
                <a:cubicBezTo>
                  <a:pt x="1988793" y="656373"/>
                  <a:pt x="1997047" y="656373"/>
                  <a:pt x="1997047" y="656373"/>
                </a:cubicBezTo>
                <a:cubicBezTo>
                  <a:pt x="2005301" y="664193"/>
                  <a:pt x="2005301" y="656373"/>
                  <a:pt x="2013556" y="656373"/>
                </a:cubicBezTo>
                <a:cubicBezTo>
                  <a:pt x="2013556" y="648553"/>
                  <a:pt x="2005301" y="640734"/>
                  <a:pt x="1997047" y="640734"/>
                </a:cubicBezTo>
                <a:close/>
                <a:moveTo>
                  <a:pt x="1375305" y="638941"/>
                </a:moveTo>
                <a:cubicBezTo>
                  <a:pt x="1366264" y="641971"/>
                  <a:pt x="1358227" y="652072"/>
                  <a:pt x="1366264" y="664192"/>
                </a:cubicBezTo>
                <a:cubicBezTo>
                  <a:pt x="1382338" y="664192"/>
                  <a:pt x="1382338" y="656111"/>
                  <a:pt x="1390375" y="656111"/>
                </a:cubicBezTo>
                <a:cubicBezTo>
                  <a:pt x="1394394" y="639951"/>
                  <a:pt x="1384347" y="635911"/>
                  <a:pt x="1375305" y="638941"/>
                </a:cubicBezTo>
                <a:close/>
                <a:moveTo>
                  <a:pt x="1269387" y="635846"/>
                </a:moveTo>
                <a:cubicBezTo>
                  <a:pt x="1265478" y="634868"/>
                  <a:pt x="1261567" y="636823"/>
                  <a:pt x="1261567" y="640733"/>
                </a:cubicBezTo>
                <a:cubicBezTo>
                  <a:pt x="1261567" y="640733"/>
                  <a:pt x="1261567" y="648553"/>
                  <a:pt x="1261567" y="648553"/>
                </a:cubicBezTo>
                <a:cubicBezTo>
                  <a:pt x="1269387" y="648553"/>
                  <a:pt x="1269387" y="648553"/>
                  <a:pt x="1277207" y="648553"/>
                </a:cubicBezTo>
                <a:cubicBezTo>
                  <a:pt x="1277207" y="640733"/>
                  <a:pt x="1273297" y="636823"/>
                  <a:pt x="1269387" y="635846"/>
                </a:cubicBezTo>
                <a:close/>
                <a:moveTo>
                  <a:pt x="2150399" y="634869"/>
                </a:moveTo>
                <a:cubicBezTo>
                  <a:pt x="2148444" y="634869"/>
                  <a:pt x="2146489" y="636823"/>
                  <a:pt x="2142579" y="640734"/>
                </a:cubicBezTo>
                <a:cubicBezTo>
                  <a:pt x="2142579" y="648553"/>
                  <a:pt x="2142579" y="656373"/>
                  <a:pt x="2158219" y="656373"/>
                </a:cubicBezTo>
                <a:cubicBezTo>
                  <a:pt x="2150399" y="648553"/>
                  <a:pt x="2158219" y="640734"/>
                  <a:pt x="2158219" y="640734"/>
                </a:cubicBezTo>
                <a:cubicBezTo>
                  <a:pt x="2154308" y="636823"/>
                  <a:pt x="2152354" y="634869"/>
                  <a:pt x="2150399" y="634869"/>
                </a:cubicBezTo>
                <a:close/>
                <a:moveTo>
                  <a:pt x="2271604" y="632914"/>
                </a:moveTo>
                <a:cubicBezTo>
                  <a:pt x="2271604" y="632914"/>
                  <a:pt x="2263784" y="632914"/>
                  <a:pt x="2263784" y="632914"/>
                </a:cubicBezTo>
                <a:cubicBezTo>
                  <a:pt x="2255964" y="640734"/>
                  <a:pt x="2263784" y="648553"/>
                  <a:pt x="2271604" y="648553"/>
                </a:cubicBezTo>
                <a:cubicBezTo>
                  <a:pt x="2271604" y="640734"/>
                  <a:pt x="2271604" y="640734"/>
                  <a:pt x="2271604" y="632914"/>
                </a:cubicBezTo>
                <a:close/>
                <a:moveTo>
                  <a:pt x="4115300" y="615971"/>
                </a:moveTo>
                <a:cubicBezTo>
                  <a:pt x="4099226" y="615971"/>
                  <a:pt x="4091189" y="615971"/>
                  <a:pt x="4083152" y="624051"/>
                </a:cubicBezTo>
                <a:cubicBezTo>
                  <a:pt x="4083152" y="640212"/>
                  <a:pt x="4083152" y="648292"/>
                  <a:pt x="4091189" y="656373"/>
                </a:cubicBezTo>
                <a:cubicBezTo>
                  <a:pt x="4115300" y="656373"/>
                  <a:pt x="4131374" y="640212"/>
                  <a:pt x="4115300" y="615971"/>
                </a:cubicBezTo>
                <a:close/>
                <a:moveTo>
                  <a:pt x="2109998" y="600332"/>
                </a:moveTo>
                <a:cubicBezTo>
                  <a:pt x="2102178" y="608151"/>
                  <a:pt x="2102178" y="608151"/>
                  <a:pt x="2109998" y="615971"/>
                </a:cubicBezTo>
                <a:cubicBezTo>
                  <a:pt x="2117818" y="615971"/>
                  <a:pt x="2117818" y="615971"/>
                  <a:pt x="2117818" y="608151"/>
                </a:cubicBezTo>
                <a:cubicBezTo>
                  <a:pt x="2117818" y="608151"/>
                  <a:pt x="2117818" y="600332"/>
                  <a:pt x="2109998" y="600332"/>
                </a:cubicBezTo>
                <a:close/>
                <a:moveTo>
                  <a:pt x="3266652" y="583716"/>
                </a:moveTo>
                <a:cubicBezTo>
                  <a:pt x="3225599" y="591861"/>
                  <a:pt x="3250231" y="640734"/>
                  <a:pt x="3274863" y="632588"/>
                </a:cubicBezTo>
                <a:cubicBezTo>
                  <a:pt x="3307705" y="624443"/>
                  <a:pt x="3291284" y="575570"/>
                  <a:pt x="3266652" y="583716"/>
                </a:cubicBezTo>
                <a:close/>
                <a:moveTo>
                  <a:pt x="2894568" y="583390"/>
                </a:moveTo>
                <a:cubicBezTo>
                  <a:pt x="2894568" y="583390"/>
                  <a:pt x="2886748" y="583390"/>
                  <a:pt x="2886748" y="592513"/>
                </a:cubicBezTo>
                <a:cubicBezTo>
                  <a:pt x="2894568" y="592513"/>
                  <a:pt x="2894568" y="592513"/>
                  <a:pt x="2894568" y="592513"/>
                </a:cubicBezTo>
                <a:cubicBezTo>
                  <a:pt x="2902387" y="583390"/>
                  <a:pt x="2894568" y="583390"/>
                  <a:pt x="2894568" y="583390"/>
                </a:cubicBezTo>
                <a:close/>
                <a:moveTo>
                  <a:pt x="517399" y="575570"/>
                </a:moveTo>
                <a:cubicBezTo>
                  <a:pt x="525545" y="599810"/>
                  <a:pt x="525545" y="640212"/>
                  <a:pt x="549982" y="656373"/>
                </a:cubicBezTo>
                <a:cubicBezTo>
                  <a:pt x="541836" y="624052"/>
                  <a:pt x="525545" y="599810"/>
                  <a:pt x="517399" y="575570"/>
                </a:cubicBezTo>
                <a:close/>
                <a:moveTo>
                  <a:pt x="1245371" y="575570"/>
                </a:moveTo>
                <a:cubicBezTo>
                  <a:pt x="1213347" y="575570"/>
                  <a:pt x="1221353" y="615754"/>
                  <a:pt x="1237365" y="615754"/>
                </a:cubicBezTo>
                <a:cubicBezTo>
                  <a:pt x="1261382" y="623791"/>
                  <a:pt x="1269388" y="583607"/>
                  <a:pt x="1245371" y="575570"/>
                </a:cubicBezTo>
                <a:close/>
                <a:moveTo>
                  <a:pt x="2041468" y="573778"/>
                </a:moveTo>
                <a:cubicBezTo>
                  <a:pt x="2035440" y="575788"/>
                  <a:pt x="2029413" y="579805"/>
                  <a:pt x="2021375" y="583824"/>
                </a:cubicBezTo>
                <a:cubicBezTo>
                  <a:pt x="2021375" y="591861"/>
                  <a:pt x="2029412" y="591861"/>
                  <a:pt x="2021375" y="591861"/>
                </a:cubicBezTo>
                <a:cubicBezTo>
                  <a:pt x="2029412" y="607935"/>
                  <a:pt x="2037449" y="615972"/>
                  <a:pt x="2061560" y="615972"/>
                </a:cubicBezTo>
                <a:cubicBezTo>
                  <a:pt x="2069597" y="599898"/>
                  <a:pt x="2069597" y="583824"/>
                  <a:pt x="2061560" y="575788"/>
                </a:cubicBezTo>
                <a:cubicBezTo>
                  <a:pt x="2053523" y="571769"/>
                  <a:pt x="2047495" y="571769"/>
                  <a:pt x="2041468" y="573778"/>
                </a:cubicBezTo>
                <a:close/>
                <a:moveTo>
                  <a:pt x="2694760" y="572780"/>
                </a:moveTo>
                <a:cubicBezTo>
                  <a:pt x="2689628" y="572393"/>
                  <a:pt x="2686695" y="580131"/>
                  <a:pt x="2692560" y="592513"/>
                </a:cubicBezTo>
                <a:cubicBezTo>
                  <a:pt x="2700380" y="592513"/>
                  <a:pt x="2700380" y="584259"/>
                  <a:pt x="2700380" y="576004"/>
                </a:cubicBezTo>
                <a:cubicBezTo>
                  <a:pt x="2698425" y="573941"/>
                  <a:pt x="2696470" y="572909"/>
                  <a:pt x="2694760" y="572780"/>
                </a:cubicBezTo>
                <a:close/>
                <a:moveTo>
                  <a:pt x="1732994" y="569977"/>
                </a:moveTo>
                <a:cubicBezTo>
                  <a:pt x="1723903" y="569977"/>
                  <a:pt x="1713803" y="576004"/>
                  <a:pt x="1713803" y="584041"/>
                </a:cubicBezTo>
                <a:cubicBezTo>
                  <a:pt x="1713803" y="600115"/>
                  <a:pt x="1729964" y="608152"/>
                  <a:pt x="1746125" y="592078"/>
                </a:cubicBezTo>
                <a:cubicBezTo>
                  <a:pt x="1750165" y="576004"/>
                  <a:pt x="1742085" y="569977"/>
                  <a:pt x="1732994" y="569977"/>
                </a:cubicBezTo>
                <a:close/>
                <a:moveTo>
                  <a:pt x="3107883" y="565246"/>
                </a:moveTo>
                <a:cubicBezTo>
                  <a:pt x="3104672" y="565246"/>
                  <a:pt x="3101055" y="566122"/>
                  <a:pt x="3097063" y="568123"/>
                </a:cubicBezTo>
                <a:cubicBezTo>
                  <a:pt x="3073116" y="576128"/>
                  <a:pt x="3081098" y="608152"/>
                  <a:pt x="3105046" y="608152"/>
                </a:cubicBezTo>
                <a:cubicBezTo>
                  <a:pt x="3132985" y="608152"/>
                  <a:pt x="3130365" y="565246"/>
                  <a:pt x="3107883" y="565246"/>
                </a:cubicBezTo>
                <a:close/>
                <a:moveTo>
                  <a:pt x="2490366" y="559931"/>
                </a:moveTo>
                <a:cubicBezTo>
                  <a:pt x="2465791" y="567988"/>
                  <a:pt x="2465791" y="600214"/>
                  <a:pt x="2482175" y="608270"/>
                </a:cubicBezTo>
                <a:cubicBezTo>
                  <a:pt x="2482175" y="624383"/>
                  <a:pt x="2473982" y="640496"/>
                  <a:pt x="2490366" y="648553"/>
                </a:cubicBezTo>
                <a:cubicBezTo>
                  <a:pt x="2490366" y="616327"/>
                  <a:pt x="2523135" y="584101"/>
                  <a:pt x="2490366" y="559931"/>
                </a:cubicBezTo>
                <a:close/>
                <a:moveTo>
                  <a:pt x="2506193" y="552111"/>
                </a:moveTo>
                <a:cubicBezTo>
                  <a:pt x="2506193" y="559931"/>
                  <a:pt x="2506193" y="567750"/>
                  <a:pt x="2506193" y="567750"/>
                </a:cubicBezTo>
                <a:cubicBezTo>
                  <a:pt x="2523136" y="567750"/>
                  <a:pt x="2523136" y="552111"/>
                  <a:pt x="2506193" y="552111"/>
                </a:cubicBezTo>
                <a:close/>
                <a:moveTo>
                  <a:pt x="1633261" y="552111"/>
                </a:moveTo>
                <a:cubicBezTo>
                  <a:pt x="1609020" y="552111"/>
                  <a:pt x="1584779" y="576351"/>
                  <a:pt x="1592860" y="592512"/>
                </a:cubicBezTo>
                <a:cubicBezTo>
                  <a:pt x="1592860" y="632914"/>
                  <a:pt x="1665582" y="616753"/>
                  <a:pt x="1657502" y="576351"/>
                </a:cubicBezTo>
                <a:cubicBezTo>
                  <a:pt x="1657502" y="568271"/>
                  <a:pt x="1649421" y="552111"/>
                  <a:pt x="1633261" y="552111"/>
                </a:cubicBezTo>
                <a:close/>
                <a:moveTo>
                  <a:pt x="879628" y="551133"/>
                </a:moveTo>
                <a:cubicBezTo>
                  <a:pt x="873519" y="549096"/>
                  <a:pt x="865374" y="551133"/>
                  <a:pt x="857228" y="559279"/>
                </a:cubicBezTo>
                <a:cubicBezTo>
                  <a:pt x="832791" y="575569"/>
                  <a:pt x="897955" y="608151"/>
                  <a:pt x="889809" y="567423"/>
                </a:cubicBezTo>
                <a:cubicBezTo>
                  <a:pt x="889809" y="559279"/>
                  <a:pt x="885737" y="553169"/>
                  <a:pt x="879628" y="551133"/>
                </a:cubicBezTo>
                <a:close/>
                <a:moveTo>
                  <a:pt x="1083845" y="545291"/>
                </a:moveTo>
                <a:cubicBezTo>
                  <a:pt x="1072710" y="545291"/>
                  <a:pt x="1062586" y="551365"/>
                  <a:pt x="1058536" y="567564"/>
                </a:cubicBezTo>
                <a:cubicBezTo>
                  <a:pt x="1050437" y="575662"/>
                  <a:pt x="1058536" y="591860"/>
                  <a:pt x="1066636" y="599960"/>
                </a:cubicBezTo>
                <a:cubicBezTo>
                  <a:pt x="1074735" y="608058"/>
                  <a:pt x="1090932" y="599960"/>
                  <a:pt x="1099031" y="608058"/>
                </a:cubicBezTo>
                <a:cubicBezTo>
                  <a:pt x="1090932" y="648553"/>
                  <a:pt x="1163823" y="632355"/>
                  <a:pt x="1139526" y="599960"/>
                </a:cubicBezTo>
                <a:cubicBezTo>
                  <a:pt x="1123328" y="591860"/>
                  <a:pt x="1123328" y="591860"/>
                  <a:pt x="1107130" y="591860"/>
                </a:cubicBezTo>
                <a:cubicBezTo>
                  <a:pt x="1115229" y="583761"/>
                  <a:pt x="1107130" y="567564"/>
                  <a:pt x="1115229" y="559465"/>
                </a:cubicBezTo>
                <a:cubicBezTo>
                  <a:pt x="1107130" y="551365"/>
                  <a:pt x="1094982" y="545291"/>
                  <a:pt x="1083845" y="545291"/>
                </a:cubicBezTo>
                <a:close/>
                <a:moveTo>
                  <a:pt x="2063731" y="543314"/>
                </a:moveTo>
                <a:cubicBezTo>
                  <a:pt x="2059822" y="541277"/>
                  <a:pt x="2053957" y="543314"/>
                  <a:pt x="2046137" y="551459"/>
                </a:cubicBezTo>
                <a:cubicBezTo>
                  <a:pt x="2046137" y="551459"/>
                  <a:pt x="2046137" y="559605"/>
                  <a:pt x="2046137" y="567750"/>
                </a:cubicBezTo>
                <a:cubicBezTo>
                  <a:pt x="2053957" y="567750"/>
                  <a:pt x="2053957" y="567750"/>
                  <a:pt x="2053957" y="567750"/>
                </a:cubicBezTo>
                <a:cubicBezTo>
                  <a:pt x="2061776" y="567750"/>
                  <a:pt x="2061776" y="559605"/>
                  <a:pt x="2069596" y="559605"/>
                </a:cubicBezTo>
                <a:cubicBezTo>
                  <a:pt x="2069596" y="551459"/>
                  <a:pt x="2067641" y="545350"/>
                  <a:pt x="2063731" y="543314"/>
                </a:cubicBezTo>
                <a:close/>
                <a:moveTo>
                  <a:pt x="2498373" y="535168"/>
                </a:moveTo>
                <a:cubicBezTo>
                  <a:pt x="2490553" y="543640"/>
                  <a:pt x="2490553" y="552111"/>
                  <a:pt x="2498373" y="552111"/>
                </a:cubicBezTo>
                <a:cubicBezTo>
                  <a:pt x="2506193" y="552111"/>
                  <a:pt x="2498373" y="543640"/>
                  <a:pt x="2498373" y="535168"/>
                </a:cubicBezTo>
                <a:close/>
                <a:moveTo>
                  <a:pt x="1423174" y="527348"/>
                </a:moveTo>
                <a:cubicBezTo>
                  <a:pt x="1414920" y="527348"/>
                  <a:pt x="1414920" y="527348"/>
                  <a:pt x="1406666" y="527348"/>
                </a:cubicBezTo>
                <a:cubicBezTo>
                  <a:pt x="1398411" y="535602"/>
                  <a:pt x="1398411" y="552111"/>
                  <a:pt x="1414920" y="552111"/>
                </a:cubicBezTo>
                <a:cubicBezTo>
                  <a:pt x="1423174" y="543857"/>
                  <a:pt x="1423174" y="535602"/>
                  <a:pt x="1423174" y="527348"/>
                </a:cubicBezTo>
                <a:close/>
                <a:moveTo>
                  <a:pt x="2187180" y="522591"/>
                </a:moveTo>
                <a:cubicBezTo>
                  <a:pt x="2179386" y="522927"/>
                  <a:pt x="2173613" y="530607"/>
                  <a:pt x="2182851" y="552111"/>
                </a:cubicBezTo>
                <a:cubicBezTo>
                  <a:pt x="2218772" y="541871"/>
                  <a:pt x="2200170" y="522031"/>
                  <a:pt x="2187180" y="522591"/>
                </a:cubicBezTo>
                <a:close/>
                <a:moveTo>
                  <a:pt x="3291197" y="519529"/>
                </a:moveTo>
                <a:cubicBezTo>
                  <a:pt x="3291197" y="519529"/>
                  <a:pt x="3282943" y="527349"/>
                  <a:pt x="3291197" y="535168"/>
                </a:cubicBezTo>
                <a:cubicBezTo>
                  <a:pt x="3299451" y="535168"/>
                  <a:pt x="3307705" y="519529"/>
                  <a:pt x="3291197" y="519529"/>
                </a:cubicBezTo>
                <a:close/>
                <a:moveTo>
                  <a:pt x="2813439" y="517987"/>
                </a:moveTo>
                <a:cubicBezTo>
                  <a:pt x="2804275" y="516841"/>
                  <a:pt x="2795111" y="535169"/>
                  <a:pt x="2813439" y="535169"/>
                </a:cubicBezTo>
                <a:cubicBezTo>
                  <a:pt x="2821585" y="535169"/>
                  <a:pt x="2821585" y="535169"/>
                  <a:pt x="2821585" y="527023"/>
                </a:cubicBezTo>
                <a:cubicBezTo>
                  <a:pt x="2819548" y="520914"/>
                  <a:pt x="2816494" y="518369"/>
                  <a:pt x="2813439" y="517987"/>
                </a:cubicBezTo>
                <a:close/>
                <a:moveTo>
                  <a:pt x="3338511" y="499858"/>
                </a:moveTo>
                <a:cubicBezTo>
                  <a:pt x="3326391" y="499858"/>
                  <a:pt x="3309724" y="509021"/>
                  <a:pt x="3315785" y="527349"/>
                </a:cubicBezTo>
                <a:cubicBezTo>
                  <a:pt x="3340026" y="527349"/>
                  <a:pt x="3348107" y="519204"/>
                  <a:pt x="3348107" y="502913"/>
                </a:cubicBezTo>
                <a:cubicBezTo>
                  <a:pt x="3346086" y="500876"/>
                  <a:pt x="3342551" y="499858"/>
                  <a:pt x="3338511" y="499858"/>
                </a:cubicBezTo>
                <a:close/>
                <a:moveTo>
                  <a:pt x="2870280" y="495057"/>
                </a:moveTo>
                <a:cubicBezTo>
                  <a:pt x="2829404" y="511275"/>
                  <a:pt x="2845754" y="559931"/>
                  <a:pt x="2878455" y="559931"/>
                </a:cubicBezTo>
                <a:cubicBezTo>
                  <a:pt x="2919330" y="551821"/>
                  <a:pt x="2919330" y="486947"/>
                  <a:pt x="2870280" y="495057"/>
                </a:cubicBezTo>
                <a:close/>
                <a:moveTo>
                  <a:pt x="1182221" y="490112"/>
                </a:moveTo>
                <a:cubicBezTo>
                  <a:pt x="1177520" y="489354"/>
                  <a:pt x="1172747" y="489733"/>
                  <a:pt x="1168547" y="491248"/>
                </a:cubicBezTo>
                <a:cubicBezTo>
                  <a:pt x="1162947" y="493268"/>
                  <a:pt x="1158365" y="497309"/>
                  <a:pt x="1156329" y="503368"/>
                </a:cubicBezTo>
                <a:cubicBezTo>
                  <a:pt x="1148183" y="543770"/>
                  <a:pt x="1188911" y="559930"/>
                  <a:pt x="1205201" y="527609"/>
                </a:cubicBezTo>
                <a:cubicBezTo>
                  <a:pt x="1209783" y="504884"/>
                  <a:pt x="1196324" y="492384"/>
                  <a:pt x="1182221" y="490112"/>
                </a:cubicBezTo>
                <a:close/>
                <a:moveTo>
                  <a:pt x="2228196" y="489886"/>
                </a:moveTo>
                <a:cubicBezTo>
                  <a:pt x="2216833" y="490636"/>
                  <a:pt x="2207743" y="507148"/>
                  <a:pt x="2207743" y="519157"/>
                </a:cubicBezTo>
                <a:cubicBezTo>
                  <a:pt x="2215823" y="535169"/>
                  <a:pt x="2248145" y="527163"/>
                  <a:pt x="2240064" y="495140"/>
                </a:cubicBezTo>
                <a:cubicBezTo>
                  <a:pt x="2236024" y="491137"/>
                  <a:pt x="2231984" y="489635"/>
                  <a:pt x="2228196" y="489886"/>
                </a:cubicBezTo>
                <a:close/>
                <a:moveTo>
                  <a:pt x="1682091" y="486947"/>
                </a:moveTo>
                <a:cubicBezTo>
                  <a:pt x="1673837" y="486947"/>
                  <a:pt x="1665582" y="495201"/>
                  <a:pt x="1665582" y="503456"/>
                </a:cubicBezTo>
                <a:cubicBezTo>
                  <a:pt x="1682091" y="511710"/>
                  <a:pt x="1690344" y="495201"/>
                  <a:pt x="1682091" y="486947"/>
                </a:cubicBezTo>
                <a:close/>
                <a:moveTo>
                  <a:pt x="2482734" y="479128"/>
                </a:moveTo>
                <a:cubicBezTo>
                  <a:pt x="2482734" y="479128"/>
                  <a:pt x="2482734" y="479128"/>
                  <a:pt x="2482734" y="486947"/>
                </a:cubicBezTo>
                <a:cubicBezTo>
                  <a:pt x="2482734" y="486947"/>
                  <a:pt x="2490553" y="486947"/>
                  <a:pt x="2490553" y="486947"/>
                </a:cubicBezTo>
                <a:cubicBezTo>
                  <a:pt x="2490553" y="479128"/>
                  <a:pt x="2490553" y="479128"/>
                  <a:pt x="2482734" y="479128"/>
                </a:cubicBezTo>
                <a:close/>
                <a:moveTo>
                  <a:pt x="3572130" y="476312"/>
                </a:moveTo>
                <a:cubicBezTo>
                  <a:pt x="3560121" y="477313"/>
                  <a:pt x="3550114" y="483317"/>
                  <a:pt x="3550114" y="495325"/>
                </a:cubicBezTo>
                <a:cubicBezTo>
                  <a:pt x="3550114" y="527349"/>
                  <a:pt x="3606155" y="527349"/>
                  <a:pt x="3606155" y="487320"/>
                </a:cubicBezTo>
                <a:cubicBezTo>
                  <a:pt x="3598149" y="479314"/>
                  <a:pt x="3584139" y="475311"/>
                  <a:pt x="3572130" y="476312"/>
                </a:cubicBezTo>
                <a:close/>
                <a:moveTo>
                  <a:pt x="404014" y="462185"/>
                </a:moveTo>
                <a:cubicBezTo>
                  <a:pt x="404014" y="478693"/>
                  <a:pt x="404014" y="478693"/>
                  <a:pt x="412268" y="486947"/>
                </a:cubicBezTo>
                <a:cubicBezTo>
                  <a:pt x="420523" y="486947"/>
                  <a:pt x="428777" y="478693"/>
                  <a:pt x="420523" y="470439"/>
                </a:cubicBezTo>
                <a:cubicBezTo>
                  <a:pt x="420523" y="462185"/>
                  <a:pt x="412268" y="462185"/>
                  <a:pt x="404014" y="462185"/>
                </a:cubicBezTo>
                <a:close/>
                <a:moveTo>
                  <a:pt x="2236257" y="458886"/>
                </a:moveTo>
                <a:cubicBezTo>
                  <a:pt x="2228990" y="460800"/>
                  <a:pt x="2222690" y="469964"/>
                  <a:pt x="2231854" y="479128"/>
                </a:cubicBezTo>
                <a:cubicBezTo>
                  <a:pt x="2239999" y="479128"/>
                  <a:pt x="2239999" y="479128"/>
                  <a:pt x="2248145" y="479128"/>
                </a:cubicBezTo>
                <a:cubicBezTo>
                  <a:pt x="2248145" y="479128"/>
                  <a:pt x="2248145" y="479128"/>
                  <a:pt x="2248145" y="470982"/>
                </a:cubicBezTo>
                <a:cubicBezTo>
                  <a:pt x="2248145" y="464873"/>
                  <a:pt x="2246108" y="461310"/>
                  <a:pt x="2243309" y="459655"/>
                </a:cubicBezTo>
                <a:cubicBezTo>
                  <a:pt x="2241209" y="458414"/>
                  <a:pt x="2238679" y="458247"/>
                  <a:pt x="2236257" y="458886"/>
                </a:cubicBezTo>
                <a:close/>
                <a:moveTo>
                  <a:pt x="1423174" y="454365"/>
                </a:moveTo>
                <a:cubicBezTo>
                  <a:pt x="1414703" y="454365"/>
                  <a:pt x="1406231" y="454365"/>
                  <a:pt x="1406231" y="454365"/>
                </a:cubicBezTo>
                <a:cubicBezTo>
                  <a:pt x="1406231" y="462836"/>
                  <a:pt x="1406231" y="471308"/>
                  <a:pt x="1414703" y="471308"/>
                </a:cubicBezTo>
                <a:cubicBezTo>
                  <a:pt x="1414703" y="462836"/>
                  <a:pt x="1423174" y="462836"/>
                  <a:pt x="1423174" y="454365"/>
                </a:cubicBezTo>
                <a:close/>
                <a:moveTo>
                  <a:pt x="780270" y="443775"/>
                </a:moveTo>
                <a:cubicBezTo>
                  <a:pt x="776230" y="442766"/>
                  <a:pt x="772189" y="442766"/>
                  <a:pt x="768149" y="446806"/>
                </a:cubicBezTo>
                <a:cubicBezTo>
                  <a:pt x="751988" y="454886"/>
                  <a:pt x="760068" y="479128"/>
                  <a:pt x="784310" y="471047"/>
                </a:cubicBezTo>
                <a:cubicBezTo>
                  <a:pt x="792390" y="471047"/>
                  <a:pt x="792390" y="462967"/>
                  <a:pt x="792390" y="446806"/>
                </a:cubicBezTo>
                <a:cubicBezTo>
                  <a:pt x="788350" y="446806"/>
                  <a:pt x="784310" y="444786"/>
                  <a:pt x="780270" y="443775"/>
                </a:cubicBezTo>
                <a:close/>
                <a:moveTo>
                  <a:pt x="913594" y="432861"/>
                </a:moveTo>
                <a:cubicBezTo>
                  <a:pt x="907730" y="432861"/>
                  <a:pt x="901865" y="434815"/>
                  <a:pt x="897955" y="438726"/>
                </a:cubicBezTo>
                <a:cubicBezTo>
                  <a:pt x="897955" y="454365"/>
                  <a:pt x="929233" y="462185"/>
                  <a:pt x="929233" y="438726"/>
                </a:cubicBezTo>
                <a:cubicBezTo>
                  <a:pt x="925324" y="434815"/>
                  <a:pt x="919459" y="432861"/>
                  <a:pt x="913594" y="432861"/>
                </a:cubicBezTo>
                <a:close/>
                <a:moveTo>
                  <a:pt x="836816" y="420745"/>
                </a:moveTo>
                <a:cubicBezTo>
                  <a:pt x="817121" y="418879"/>
                  <a:pt x="783789" y="456212"/>
                  <a:pt x="832270" y="462185"/>
                </a:cubicBezTo>
                <a:cubicBezTo>
                  <a:pt x="840351" y="454221"/>
                  <a:pt x="848431" y="446256"/>
                  <a:pt x="848431" y="438292"/>
                </a:cubicBezTo>
                <a:cubicBezTo>
                  <a:pt x="848431" y="426345"/>
                  <a:pt x="843381" y="421367"/>
                  <a:pt x="836816" y="420745"/>
                </a:cubicBezTo>
                <a:close/>
                <a:moveTo>
                  <a:pt x="2362001" y="412354"/>
                </a:moveTo>
                <a:cubicBezTo>
                  <a:pt x="2356447" y="411720"/>
                  <a:pt x="2350386" y="412226"/>
                  <a:pt x="2344326" y="414254"/>
                </a:cubicBezTo>
                <a:cubicBezTo>
                  <a:pt x="2312005" y="462909"/>
                  <a:pt x="2384727" y="479128"/>
                  <a:pt x="2384727" y="438582"/>
                </a:cubicBezTo>
                <a:cubicBezTo>
                  <a:pt x="2390787" y="426417"/>
                  <a:pt x="2378667" y="414254"/>
                  <a:pt x="2362001" y="412354"/>
                </a:cubicBezTo>
                <a:close/>
                <a:moveTo>
                  <a:pt x="467277" y="411174"/>
                </a:moveTo>
                <a:cubicBezTo>
                  <a:pt x="454778" y="410787"/>
                  <a:pt x="436597" y="418525"/>
                  <a:pt x="436597" y="430907"/>
                </a:cubicBezTo>
                <a:cubicBezTo>
                  <a:pt x="452757" y="422653"/>
                  <a:pt x="476998" y="430907"/>
                  <a:pt x="476998" y="414398"/>
                </a:cubicBezTo>
                <a:cubicBezTo>
                  <a:pt x="474978" y="412335"/>
                  <a:pt x="471443" y="411303"/>
                  <a:pt x="467277" y="411174"/>
                </a:cubicBezTo>
                <a:close/>
                <a:moveTo>
                  <a:pt x="3156537" y="409891"/>
                </a:moveTo>
                <a:cubicBezTo>
                  <a:pt x="3149846" y="411792"/>
                  <a:pt x="3144796" y="417874"/>
                  <a:pt x="3144796" y="430038"/>
                </a:cubicBezTo>
                <a:cubicBezTo>
                  <a:pt x="3144796" y="446256"/>
                  <a:pt x="3152876" y="446256"/>
                  <a:pt x="3169037" y="454365"/>
                </a:cubicBezTo>
                <a:cubicBezTo>
                  <a:pt x="3211458" y="436120"/>
                  <a:pt x="3176612" y="404189"/>
                  <a:pt x="3156537" y="409891"/>
                </a:cubicBezTo>
                <a:close/>
                <a:moveTo>
                  <a:pt x="2482734" y="398325"/>
                </a:moveTo>
                <a:cubicBezTo>
                  <a:pt x="2466225" y="398325"/>
                  <a:pt x="2466225" y="406145"/>
                  <a:pt x="2457971" y="413964"/>
                </a:cubicBezTo>
                <a:cubicBezTo>
                  <a:pt x="2466225" y="413964"/>
                  <a:pt x="2466225" y="421784"/>
                  <a:pt x="2474479" y="421784"/>
                </a:cubicBezTo>
                <a:cubicBezTo>
                  <a:pt x="2474479" y="421784"/>
                  <a:pt x="2474479" y="421784"/>
                  <a:pt x="2482734" y="421784"/>
                </a:cubicBezTo>
                <a:cubicBezTo>
                  <a:pt x="2482734" y="413964"/>
                  <a:pt x="2482734" y="406145"/>
                  <a:pt x="2482734" y="398325"/>
                </a:cubicBezTo>
                <a:close/>
                <a:moveTo>
                  <a:pt x="2239673" y="395393"/>
                </a:moveTo>
                <a:cubicBezTo>
                  <a:pt x="2237555" y="394415"/>
                  <a:pt x="2235437" y="394415"/>
                  <a:pt x="2231202" y="398325"/>
                </a:cubicBezTo>
                <a:cubicBezTo>
                  <a:pt x="2231202" y="398325"/>
                  <a:pt x="2231202" y="406145"/>
                  <a:pt x="2239673" y="406145"/>
                </a:cubicBezTo>
                <a:cubicBezTo>
                  <a:pt x="2239673" y="406145"/>
                  <a:pt x="2248145" y="406145"/>
                  <a:pt x="2248145" y="398325"/>
                </a:cubicBezTo>
                <a:cubicBezTo>
                  <a:pt x="2243909" y="398325"/>
                  <a:pt x="2241791" y="396370"/>
                  <a:pt x="2239673" y="395393"/>
                </a:cubicBezTo>
                <a:close/>
                <a:moveTo>
                  <a:pt x="2417570" y="390505"/>
                </a:moveTo>
                <a:cubicBezTo>
                  <a:pt x="2417570" y="398325"/>
                  <a:pt x="2417570" y="398325"/>
                  <a:pt x="2417570" y="406145"/>
                </a:cubicBezTo>
                <a:cubicBezTo>
                  <a:pt x="2425390" y="406145"/>
                  <a:pt x="2425390" y="398325"/>
                  <a:pt x="2433209" y="398325"/>
                </a:cubicBezTo>
                <a:cubicBezTo>
                  <a:pt x="2433209" y="390505"/>
                  <a:pt x="2425390" y="390505"/>
                  <a:pt x="2417570" y="390505"/>
                </a:cubicBezTo>
                <a:close/>
                <a:moveTo>
                  <a:pt x="2755036" y="376657"/>
                </a:moveTo>
                <a:cubicBezTo>
                  <a:pt x="2748927" y="377689"/>
                  <a:pt x="2744855" y="381816"/>
                  <a:pt x="2748927" y="390071"/>
                </a:cubicBezTo>
                <a:cubicBezTo>
                  <a:pt x="2748927" y="390071"/>
                  <a:pt x="2748927" y="398325"/>
                  <a:pt x="2748927" y="398325"/>
                </a:cubicBezTo>
                <a:cubicBezTo>
                  <a:pt x="2765218" y="398325"/>
                  <a:pt x="2765218" y="390071"/>
                  <a:pt x="2773364" y="381816"/>
                </a:cubicBezTo>
                <a:cubicBezTo>
                  <a:pt x="2769291" y="377689"/>
                  <a:pt x="2761146" y="375625"/>
                  <a:pt x="2755036" y="376657"/>
                </a:cubicBezTo>
                <a:close/>
                <a:moveTo>
                  <a:pt x="2134434" y="357923"/>
                </a:moveTo>
                <a:cubicBezTo>
                  <a:pt x="2109998" y="373935"/>
                  <a:pt x="2118144" y="397952"/>
                  <a:pt x="2134434" y="413964"/>
                </a:cubicBezTo>
                <a:cubicBezTo>
                  <a:pt x="2158870" y="405958"/>
                  <a:pt x="2175162" y="397952"/>
                  <a:pt x="2167016" y="373935"/>
                </a:cubicBezTo>
                <a:cubicBezTo>
                  <a:pt x="2158870" y="373935"/>
                  <a:pt x="2142579" y="357923"/>
                  <a:pt x="2134434" y="357923"/>
                </a:cubicBezTo>
                <a:close/>
                <a:moveTo>
                  <a:pt x="2674884" y="352818"/>
                </a:moveTo>
                <a:cubicBezTo>
                  <a:pt x="2666821" y="354726"/>
                  <a:pt x="2662213" y="371526"/>
                  <a:pt x="2643781" y="365417"/>
                </a:cubicBezTo>
                <a:cubicBezTo>
                  <a:pt x="2627397" y="381708"/>
                  <a:pt x="2635588" y="406145"/>
                  <a:pt x="2660164" y="406145"/>
                </a:cubicBezTo>
                <a:cubicBezTo>
                  <a:pt x="2684741" y="406145"/>
                  <a:pt x="2676548" y="373562"/>
                  <a:pt x="2684741" y="357272"/>
                </a:cubicBezTo>
                <a:cubicBezTo>
                  <a:pt x="2680645" y="353199"/>
                  <a:pt x="2677573" y="352181"/>
                  <a:pt x="2674884" y="352818"/>
                </a:cubicBezTo>
                <a:close/>
                <a:moveTo>
                  <a:pt x="2773363" y="340981"/>
                </a:moveTo>
                <a:cubicBezTo>
                  <a:pt x="2765543" y="340981"/>
                  <a:pt x="2765543" y="340981"/>
                  <a:pt x="2757724" y="340981"/>
                </a:cubicBezTo>
                <a:cubicBezTo>
                  <a:pt x="2757724" y="349452"/>
                  <a:pt x="2757724" y="357924"/>
                  <a:pt x="2773363" y="357924"/>
                </a:cubicBezTo>
                <a:cubicBezTo>
                  <a:pt x="2773363" y="357924"/>
                  <a:pt x="2773363" y="349452"/>
                  <a:pt x="2773363" y="340981"/>
                </a:cubicBezTo>
                <a:close/>
                <a:moveTo>
                  <a:pt x="2199272" y="333161"/>
                </a:moveTo>
                <a:cubicBezTo>
                  <a:pt x="2190801" y="341633"/>
                  <a:pt x="2190801" y="350104"/>
                  <a:pt x="2199272" y="350104"/>
                </a:cubicBezTo>
                <a:cubicBezTo>
                  <a:pt x="2207744" y="341633"/>
                  <a:pt x="2207744" y="333161"/>
                  <a:pt x="2199272" y="333161"/>
                </a:cubicBezTo>
                <a:close/>
                <a:moveTo>
                  <a:pt x="2272125" y="325342"/>
                </a:moveTo>
                <a:cubicBezTo>
                  <a:pt x="2272125" y="341354"/>
                  <a:pt x="2255964" y="349359"/>
                  <a:pt x="2255964" y="357365"/>
                </a:cubicBezTo>
                <a:cubicBezTo>
                  <a:pt x="2264044" y="373377"/>
                  <a:pt x="2280206" y="381383"/>
                  <a:pt x="2288286" y="373377"/>
                </a:cubicBezTo>
                <a:cubicBezTo>
                  <a:pt x="2296366" y="357365"/>
                  <a:pt x="2288286" y="333348"/>
                  <a:pt x="2272125" y="325342"/>
                </a:cubicBezTo>
                <a:close/>
                <a:moveTo>
                  <a:pt x="3104394" y="317522"/>
                </a:moveTo>
                <a:cubicBezTo>
                  <a:pt x="3104394" y="325342"/>
                  <a:pt x="3104394" y="333161"/>
                  <a:pt x="3113518" y="333161"/>
                </a:cubicBezTo>
                <a:cubicBezTo>
                  <a:pt x="3113518" y="325342"/>
                  <a:pt x="3113518" y="317522"/>
                  <a:pt x="3104394" y="317522"/>
                </a:cubicBezTo>
                <a:close/>
                <a:moveTo>
                  <a:pt x="2304185" y="300579"/>
                </a:moveTo>
                <a:cubicBezTo>
                  <a:pt x="2296365" y="300579"/>
                  <a:pt x="2296365" y="300579"/>
                  <a:pt x="2288546" y="300579"/>
                </a:cubicBezTo>
                <a:cubicBezTo>
                  <a:pt x="2288546" y="309702"/>
                  <a:pt x="2296365" y="309702"/>
                  <a:pt x="2288546" y="309702"/>
                </a:cubicBezTo>
                <a:cubicBezTo>
                  <a:pt x="2304185" y="309702"/>
                  <a:pt x="2304185" y="309702"/>
                  <a:pt x="2304185" y="300579"/>
                </a:cubicBezTo>
                <a:close/>
                <a:moveTo>
                  <a:pt x="2409751" y="277120"/>
                </a:moveTo>
                <a:cubicBezTo>
                  <a:pt x="2409751" y="277120"/>
                  <a:pt x="2409751" y="277120"/>
                  <a:pt x="2409751" y="284940"/>
                </a:cubicBezTo>
                <a:cubicBezTo>
                  <a:pt x="2417570" y="284940"/>
                  <a:pt x="2417570" y="277120"/>
                  <a:pt x="2409751" y="277120"/>
                </a:cubicBezTo>
                <a:close/>
                <a:moveTo>
                  <a:pt x="2739804" y="275166"/>
                </a:moveTo>
                <a:cubicBezTo>
                  <a:pt x="2738827" y="273210"/>
                  <a:pt x="2736871" y="273210"/>
                  <a:pt x="2732962" y="277120"/>
                </a:cubicBezTo>
                <a:cubicBezTo>
                  <a:pt x="2725142" y="284940"/>
                  <a:pt x="2725142" y="284940"/>
                  <a:pt x="2732962" y="292760"/>
                </a:cubicBezTo>
                <a:cubicBezTo>
                  <a:pt x="2740782" y="292760"/>
                  <a:pt x="2740782" y="292760"/>
                  <a:pt x="2740782" y="284940"/>
                </a:cubicBezTo>
                <a:cubicBezTo>
                  <a:pt x="2740782" y="281030"/>
                  <a:pt x="2740782" y="277120"/>
                  <a:pt x="2739804" y="275166"/>
                </a:cubicBezTo>
                <a:close/>
                <a:moveTo>
                  <a:pt x="721579" y="267630"/>
                </a:moveTo>
                <a:cubicBezTo>
                  <a:pt x="710936" y="270685"/>
                  <a:pt x="703333" y="280866"/>
                  <a:pt x="703333" y="301230"/>
                </a:cubicBezTo>
                <a:cubicBezTo>
                  <a:pt x="687115" y="293085"/>
                  <a:pt x="687115" y="293085"/>
                  <a:pt x="679006" y="301230"/>
                </a:cubicBezTo>
                <a:cubicBezTo>
                  <a:pt x="703333" y="333812"/>
                  <a:pt x="735770" y="350103"/>
                  <a:pt x="776317" y="350103"/>
                </a:cubicBezTo>
                <a:cubicBezTo>
                  <a:pt x="812809" y="313448"/>
                  <a:pt x="753509" y="258467"/>
                  <a:pt x="721579" y="267630"/>
                </a:cubicBezTo>
                <a:close/>
                <a:moveTo>
                  <a:pt x="2141602" y="234765"/>
                </a:moveTo>
                <a:cubicBezTo>
                  <a:pt x="2140625" y="232809"/>
                  <a:pt x="2138669" y="232809"/>
                  <a:pt x="2134760" y="236719"/>
                </a:cubicBezTo>
                <a:cubicBezTo>
                  <a:pt x="2126940" y="244539"/>
                  <a:pt x="2142579" y="252359"/>
                  <a:pt x="2142579" y="244539"/>
                </a:cubicBezTo>
                <a:cubicBezTo>
                  <a:pt x="2142579" y="240629"/>
                  <a:pt x="2142579" y="236719"/>
                  <a:pt x="2141602" y="234765"/>
                </a:cubicBezTo>
                <a:close/>
                <a:moveTo>
                  <a:pt x="3289540" y="234765"/>
                </a:moveTo>
                <a:cubicBezTo>
                  <a:pt x="3282943" y="236231"/>
                  <a:pt x="3282943" y="246494"/>
                  <a:pt x="3282943" y="252359"/>
                </a:cubicBezTo>
                <a:cubicBezTo>
                  <a:pt x="3290763" y="252359"/>
                  <a:pt x="3298582" y="236719"/>
                  <a:pt x="3298582" y="236719"/>
                </a:cubicBezTo>
                <a:cubicBezTo>
                  <a:pt x="3294672" y="234765"/>
                  <a:pt x="3291739" y="234275"/>
                  <a:pt x="3289540" y="234765"/>
                </a:cubicBezTo>
                <a:close/>
                <a:moveTo>
                  <a:pt x="2692560" y="228900"/>
                </a:moveTo>
                <a:cubicBezTo>
                  <a:pt x="2684741" y="236719"/>
                  <a:pt x="2676921" y="236719"/>
                  <a:pt x="2684741" y="252359"/>
                </a:cubicBezTo>
                <a:cubicBezTo>
                  <a:pt x="2692560" y="252359"/>
                  <a:pt x="2700380" y="252359"/>
                  <a:pt x="2708199" y="252359"/>
                </a:cubicBezTo>
                <a:cubicBezTo>
                  <a:pt x="2708199" y="244539"/>
                  <a:pt x="2708199" y="236719"/>
                  <a:pt x="2708199" y="236719"/>
                </a:cubicBezTo>
                <a:cubicBezTo>
                  <a:pt x="2700380" y="236719"/>
                  <a:pt x="2700380" y="228900"/>
                  <a:pt x="2692560" y="228900"/>
                </a:cubicBezTo>
                <a:close/>
                <a:moveTo>
                  <a:pt x="1862566" y="210142"/>
                </a:moveTo>
                <a:cubicBezTo>
                  <a:pt x="1859552" y="208140"/>
                  <a:pt x="1855534" y="208140"/>
                  <a:pt x="1851515" y="212143"/>
                </a:cubicBezTo>
                <a:cubicBezTo>
                  <a:pt x="1819368" y="228154"/>
                  <a:pt x="1867589" y="260178"/>
                  <a:pt x="1867589" y="220149"/>
                </a:cubicBezTo>
                <a:cubicBezTo>
                  <a:pt x="1867589" y="216146"/>
                  <a:pt x="1865580" y="212143"/>
                  <a:pt x="1862566" y="210142"/>
                </a:cubicBezTo>
                <a:close/>
                <a:moveTo>
                  <a:pt x="2238614" y="202060"/>
                </a:moveTo>
                <a:cubicBezTo>
                  <a:pt x="2232261" y="203159"/>
                  <a:pt x="2235437" y="211957"/>
                  <a:pt x="2248145" y="211957"/>
                </a:cubicBezTo>
                <a:cubicBezTo>
                  <a:pt x="2248145" y="211957"/>
                  <a:pt x="2248145" y="204137"/>
                  <a:pt x="2248145" y="204137"/>
                </a:cubicBezTo>
                <a:cubicBezTo>
                  <a:pt x="2243909" y="202182"/>
                  <a:pt x="2240732" y="201693"/>
                  <a:pt x="2238614" y="202060"/>
                </a:cubicBezTo>
                <a:close/>
                <a:moveTo>
                  <a:pt x="2377429" y="196317"/>
                </a:moveTo>
                <a:cubicBezTo>
                  <a:pt x="2369349" y="204463"/>
                  <a:pt x="2369349" y="220754"/>
                  <a:pt x="2377429" y="228900"/>
                </a:cubicBezTo>
                <a:cubicBezTo>
                  <a:pt x="2393590" y="220754"/>
                  <a:pt x="2401670" y="228900"/>
                  <a:pt x="2409751" y="220754"/>
                </a:cubicBezTo>
                <a:cubicBezTo>
                  <a:pt x="2409751" y="204463"/>
                  <a:pt x="2393590" y="204463"/>
                  <a:pt x="2377429" y="196317"/>
                </a:cubicBezTo>
                <a:close/>
                <a:moveTo>
                  <a:pt x="2713306" y="195821"/>
                </a:moveTo>
                <a:cubicBezTo>
                  <a:pt x="2702233" y="199608"/>
                  <a:pt x="2694596" y="214759"/>
                  <a:pt x="2700706" y="220819"/>
                </a:cubicBezTo>
                <a:cubicBezTo>
                  <a:pt x="2700706" y="220819"/>
                  <a:pt x="2716997" y="228900"/>
                  <a:pt x="2725142" y="228900"/>
                </a:cubicBezTo>
                <a:cubicBezTo>
                  <a:pt x="2725142" y="220819"/>
                  <a:pt x="2725142" y="212739"/>
                  <a:pt x="2725142" y="196578"/>
                </a:cubicBezTo>
                <a:cubicBezTo>
                  <a:pt x="2721070" y="194558"/>
                  <a:pt x="2716997" y="194558"/>
                  <a:pt x="2713306" y="195821"/>
                </a:cubicBezTo>
                <a:close/>
                <a:moveTo>
                  <a:pt x="2861986" y="188498"/>
                </a:moveTo>
                <a:cubicBezTo>
                  <a:pt x="2854166" y="188498"/>
                  <a:pt x="2854166" y="188498"/>
                  <a:pt x="2846346" y="188498"/>
                </a:cubicBezTo>
                <a:cubicBezTo>
                  <a:pt x="2846346" y="196317"/>
                  <a:pt x="2846346" y="204137"/>
                  <a:pt x="2854166" y="204137"/>
                </a:cubicBezTo>
                <a:cubicBezTo>
                  <a:pt x="2861986" y="204137"/>
                  <a:pt x="2861986" y="196317"/>
                  <a:pt x="2861986" y="188498"/>
                </a:cubicBezTo>
                <a:close/>
                <a:moveTo>
                  <a:pt x="2431628" y="176586"/>
                </a:moveTo>
                <a:cubicBezTo>
                  <a:pt x="2422729" y="176198"/>
                  <a:pt x="2419633" y="183937"/>
                  <a:pt x="2425824" y="196318"/>
                </a:cubicBezTo>
                <a:cubicBezTo>
                  <a:pt x="2425824" y="196318"/>
                  <a:pt x="2434078" y="196318"/>
                  <a:pt x="2434078" y="196318"/>
                </a:cubicBezTo>
                <a:cubicBezTo>
                  <a:pt x="2442333" y="188064"/>
                  <a:pt x="2442333" y="188064"/>
                  <a:pt x="2442333" y="179810"/>
                </a:cubicBezTo>
                <a:cubicBezTo>
                  <a:pt x="2438206" y="177747"/>
                  <a:pt x="2434594" y="176715"/>
                  <a:pt x="2431628" y="176586"/>
                </a:cubicBezTo>
                <a:close/>
                <a:moveTo>
                  <a:pt x="1851950" y="171556"/>
                </a:moveTo>
                <a:cubicBezTo>
                  <a:pt x="1835007" y="171556"/>
                  <a:pt x="1835007" y="171556"/>
                  <a:pt x="1835007" y="180027"/>
                </a:cubicBezTo>
                <a:cubicBezTo>
                  <a:pt x="1835007" y="180027"/>
                  <a:pt x="1835007" y="188499"/>
                  <a:pt x="1835007" y="188499"/>
                </a:cubicBezTo>
                <a:cubicBezTo>
                  <a:pt x="1843479" y="188499"/>
                  <a:pt x="1843479" y="188499"/>
                  <a:pt x="1851950" y="188499"/>
                </a:cubicBezTo>
                <a:cubicBezTo>
                  <a:pt x="1851950" y="180027"/>
                  <a:pt x="1851950" y="171556"/>
                  <a:pt x="1851950" y="171556"/>
                </a:cubicBezTo>
                <a:close/>
                <a:moveTo>
                  <a:pt x="2934969" y="171556"/>
                </a:moveTo>
                <a:cubicBezTo>
                  <a:pt x="2927149" y="171556"/>
                  <a:pt x="2919330" y="171556"/>
                  <a:pt x="2919330" y="180027"/>
                </a:cubicBezTo>
                <a:cubicBezTo>
                  <a:pt x="2919330" y="188499"/>
                  <a:pt x="2919330" y="188499"/>
                  <a:pt x="2927149" y="188499"/>
                </a:cubicBezTo>
                <a:cubicBezTo>
                  <a:pt x="2934969" y="188499"/>
                  <a:pt x="2934969" y="180027"/>
                  <a:pt x="2934969" y="171556"/>
                </a:cubicBezTo>
                <a:close/>
                <a:moveTo>
                  <a:pt x="3113518" y="163736"/>
                </a:moveTo>
                <a:cubicBezTo>
                  <a:pt x="3113518" y="163736"/>
                  <a:pt x="3113518" y="163736"/>
                  <a:pt x="3104394" y="163736"/>
                </a:cubicBezTo>
                <a:cubicBezTo>
                  <a:pt x="3104394" y="163736"/>
                  <a:pt x="3104394" y="171556"/>
                  <a:pt x="3104394" y="179375"/>
                </a:cubicBezTo>
                <a:cubicBezTo>
                  <a:pt x="3113518" y="179375"/>
                  <a:pt x="3113518" y="171556"/>
                  <a:pt x="3113518" y="163736"/>
                </a:cubicBezTo>
                <a:close/>
                <a:moveTo>
                  <a:pt x="3298582" y="155916"/>
                </a:moveTo>
                <a:cubicBezTo>
                  <a:pt x="3282943" y="155916"/>
                  <a:pt x="3275123" y="155916"/>
                  <a:pt x="3275123" y="171556"/>
                </a:cubicBezTo>
                <a:cubicBezTo>
                  <a:pt x="3282943" y="171556"/>
                  <a:pt x="3282943" y="171556"/>
                  <a:pt x="3282943" y="171556"/>
                </a:cubicBezTo>
                <a:cubicBezTo>
                  <a:pt x="3290763" y="171556"/>
                  <a:pt x="3290763" y="171556"/>
                  <a:pt x="3298582" y="171556"/>
                </a:cubicBezTo>
                <a:cubicBezTo>
                  <a:pt x="3298582" y="163736"/>
                  <a:pt x="3298582" y="155916"/>
                  <a:pt x="3298582" y="155916"/>
                </a:cubicBezTo>
                <a:close/>
                <a:moveTo>
                  <a:pt x="1884531" y="148097"/>
                </a:moveTo>
                <a:cubicBezTo>
                  <a:pt x="1884531" y="155916"/>
                  <a:pt x="1884531" y="163736"/>
                  <a:pt x="1892351" y="163736"/>
                </a:cubicBezTo>
                <a:cubicBezTo>
                  <a:pt x="1892351" y="155916"/>
                  <a:pt x="1892351" y="155916"/>
                  <a:pt x="1884531" y="148097"/>
                </a:cubicBezTo>
                <a:close/>
                <a:moveTo>
                  <a:pt x="2078198" y="148097"/>
                </a:moveTo>
                <a:cubicBezTo>
                  <a:pt x="2070117" y="148097"/>
                  <a:pt x="2062037" y="156134"/>
                  <a:pt x="2053957" y="156134"/>
                </a:cubicBezTo>
                <a:cubicBezTo>
                  <a:pt x="2053957" y="188281"/>
                  <a:pt x="2078198" y="196318"/>
                  <a:pt x="2094359" y="180245"/>
                </a:cubicBezTo>
                <a:cubicBezTo>
                  <a:pt x="2094359" y="164170"/>
                  <a:pt x="2094359" y="156134"/>
                  <a:pt x="2078198" y="148097"/>
                </a:cubicBezTo>
                <a:close/>
                <a:moveTo>
                  <a:pt x="2515784" y="143875"/>
                </a:moveTo>
                <a:cubicBezTo>
                  <a:pt x="2507659" y="143100"/>
                  <a:pt x="2498373" y="149291"/>
                  <a:pt x="2498373" y="155482"/>
                </a:cubicBezTo>
                <a:cubicBezTo>
                  <a:pt x="2506627" y="163736"/>
                  <a:pt x="2523136" y="155482"/>
                  <a:pt x="2523136" y="147227"/>
                </a:cubicBezTo>
                <a:cubicBezTo>
                  <a:pt x="2521072" y="145164"/>
                  <a:pt x="2518492" y="144132"/>
                  <a:pt x="2515784" y="143875"/>
                </a:cubicBezTo>
                <a:close/>
                <a:moveTo>
                  <a:pt x="2112686" y="143046"/>
                </a:moveTo>
                <a:cubicBezTo>
                  <a:pt x="2106577" y="141009"/>
                  <a:pt x="2098431" y="143046"/>
                  <a:pt x="2094359" y="147119"/>
                </a:cubicBezTo>
                <a:cubicBezTo>
                  <a:pt x="2094359" y="155265"/>
                  <a:pt x="2102504" y="163410"/>
                  <a:pt x="2102504" y="171556"/>
                </a:cubicBezTo>
                <a:cubicBezTo>
                  <a:pt x="2110650" y="171556"/>
                  <a:pt x="2110650" y="163410"/>
                  <a:pt x="2118795" y="163410"/>
                </a:cubicBezTo>
                <a:cubicBezTo>
                  <a:pt x="2122868" y="151192"/>
                  <a:pt x="2118795" y="145082"/>
                  <a:pt x="2112686" y="143046"/>
                </a:cubicBezTo>
                <a:close/>
                <a:moveTo>
                  <a:pt x="3816850" y="131154"/>
                </a:moveTo>
                <a:cubicBezTo>
                  <a:pt x="3808597" y="131154"/>
                  <a:pt x="3808597" y="131154"/>
                  <a:pt x="3800342" y="139408"/>
                </a:cubicBezTo>
                <a:cubicBezTo>
                  <a:pt x="3800342" y="147662"/>
                  <a:pt x="3808597" y="155916"/>
                  <a:pt x="3825104" y="147662"/>
                </a:cubicBezTo>
                <a:cubicBezTo>
                  <a:pt x="3825104" y="139408"/>
                  <a:pt x="3816850" y="139408"/>
                  <a:pt x="3816850" y="131154"/>
                </a:cubicBezTo>
                <a:close/>
                <a:moveTo>
                  <a:pt x="2213500" y="125615"/>
                </a:moveTo>
                <a:cubicBezTo>
                  <a:pt x="2205245" y="127635"/>
                  <a:pt x="2199055" y="135715"/>
                  <a:pt x="2199055" y="147836"/>
                </a:cubicBezTo>
                <a:cubicBezTo>
                  <a:pt x="2190801" y="163996"/>
                  <a:pt x="2215563" y="172076"/>
                  <a:pt x="2207309" y="188237"/>
                </a:cubicBezTo>
                <a:cubicBezTo>
                  <a:pt x="2215563" y="188237"/>
                  <a:pt x="2215563" y="196317"/>
                  <a:pt x="2223817" y="188237"/>
                </a:cubicBezTo>
                <a:cubicBezTo>
                  <a:pt x="2232071" y="172076"/>
                  <a:pt x="2240325" y="163996"/>
                  <a:pt x="2240325" y="139755"/>
                </a:cubicBezTo>
                <a:cubicBezTo>
                  <a:pt x="2232071" y="127635"/>
                  <a:pt x="2221753" y="123594"/>
                  <a:pt x="2213500" y="125615"/>
                </a:cubicBezTo>
                <a:close/>
                <a:moveTo>
                  <a:pt x="2417570" y="123334"/>
                </a:moveTo>
                <a:cubicBezTo>
                  <a:pt x="2417570" y="131154"/>
                  <a:pt x="2417570" y="131154"/>
                  <a:pt x="2417570" y="138973"/>
                </a:cubicBezTo>
                <a:cubicBezTo>
                  <a:pt x="2417570" y="138973"/>
                  <a:pt x="2425390" y="138973"/>
                  <a:pt x="2425390" y="138973"/>
                </a:cubicBezTo>
                <a:cubicBezTo>
                  <a:pt x="2425390" y="131154"/>
                  <a:pt x="2425390" y="123334"/>
                  <a:pt x="2417570" y="123334"/>
                </a:cubicBezTo>
                <a:close/>
                <a:moveTo>
                  <a:pt x="2951912" y="123334"/>
                </a:moveTo>
                <a:cubicBezTo>
                  <a:pt x="2943657" y="123334"/>
                  <a:pt x="2927149" y="131588"/>
                  <a:pt x="2935403" y="148097"/>
                </a:cubicBezTo>
                <a:cubicBezTo>
                  <a:pt x="2951912" y="148097"/>
                  <a:pt x="2951912" y="131588"/>
                  <a:pt x="2951912" y="123334"/>
                </a:cubicBezTo>
                <a:close/>
                <a:moveTo>
                  <a:pt x="2100224" y="114537"/>
                </a:moveTo>
                <a:cubicBezTo>
                  <a:pt x="2096313" y="117469"/>
                  <a:pt x="2094359" y="123334"/>
                  <a:pt x="2094359" y="131154"/>
                </a:cubicBezTo>
                <a:cubicBezTo>
                  <a:pt x="2109998" y="131154"/>
                  <a:pt x="2117818" y="131154"/>
                  <a:pt x="2117818" y="115515"/>
                </a:cubicBezTo>
                <a:cubicBezTo>
                  <a:pt x="2109998" y="111604"/>
                  <a:pt x="2104133" y="111604"/>
                  <a:pt x="2100224" y="114537"/>
                </a:cubicBezTo>
                <a:close/>
                <a:moveTo>
                  <a:pt x="2032128" y="110627"/>
                </a:moveTo>
                <a:cubicBezTo>
                  <a:pt x="2029195" y="109650"/>
                  <a:pt x="2025285" y="111604"/>
                  <a:pt x="2021375" y="115515"/>
                </a:cubicBezTo>
                <a:cubicBezTo>
                  <a:pt x="2021375" y="123334"/>
                  <a:pt x="2029195" y="131154"/>
                  <a:pt x="2037015" y="123334"/>
                </a:cubicBezTo>
                <a:cubicBezTo>
                  <a:pt x="2037015" y="115515"/>
                  <a:pt x="2035060" y="111604"/>
                  <a:pt x="2032128" y="110627"/>
                </a:cubicBezTo>
                <a:close/>
                <a:moveTo>
                  <a:pt x="1890560" y="82241"/>
                </a:moveTo>
                <a:cubicBezTo>
                  <a:pt x="1883489" y="85295"/>
                  <a:pt x="1879449" y="91405"/>
                  <a:pt x="1883489" y="99550"/>
                </a:cubicBezTo>
                <a:cubicBezTo>
                  <a:pt x="1891570" y="107696"/>
                  <a:pt x="1915811" y="99550"/>
                  <a:pt x="1915811" y="83259"/>
                </a:cubicBezTo>
                <a:cubicBezTo>
                  <a:pt x="1907730" y="79186"/>
                  <a:pt x="1897630" y="79186"/>
                  <a:pt x="1890560" y="82241"/>
                </a:cubicBezTo>
                <a:close/>
                <a:moveTo>
                  <a:pt x="1834029" y="80978"/>
                </a:moveTo>
                <a:cubicBezTo>
                  <a:pt x="1833052" y="79023"/>
                  <a:pt x="1831097" y="79023"/>
                  <a:pt x="1827187" y="82933"/>
                </a:cubicBezTo>
                <a:cubicBezTo>
                  <a:pt x="1827187" y="82933"/>
                  <a:pt x="1819368" y="82933"/>
                  <a:pt x="1819368" y="90753"/>
                </a:cubicBezTo>
                <a:cubicBezTo>
                  <a:pt x="1827187" y="90753"/>
                  <a:pt x="1827187" y="98572"/>
                  <a:pt x="1835007" y="90753"/>
                </a:cubicBezTo>
                <a:cubicBezTo>
                  <a:pt x="1835007" y="86843"/>
                  <a:pt x="1835007" y="82933"/>
                  <a:pt x="1834029" y="80978"/>
                </a:cubicBezTo>
                <a:close/>
                <a:moveTo>
                  <a:pt x="1991678" y="73159"/>
                </a:moveTo>
                <a:cubicBezTo>
                  <a:pt x="1988712" y="72670"/>
                  <a:pt x="1985101" y="73159"/>
                  <a:pt x="1980974" y="75114"/>
                </a:cubicBezTo>
                <a:cubicBezTo>
                  <a:pt x="1980974" y="82933"/>
                  <a:pt x="1989228" y="82933"/>
                  <a:pt x="1997481" y="90753"/>
                </a:cubicBezTo>
                <a:cubicBezTo>
                  <a:pt x="2003672" y="84888"/>
                  <a:pt x="2000577" y="74625"/>
                  <a:pt x="1991678" y="73159"/>
                </a:cubicBezTo>
                <a:close/>
                <a:moveTo>
                  <a:pt x="2555065" y="67294"/>
                </a:moveTo>
                <a:cubicBezTo>
                  <a:pt x="2555065" y="67294"/>
                  <a:pt x="2546594" y="67294"/>
                  <a:pt x="2546594" y="67294"/>
                </a:cubicBezTo>
                <a:cubicBezTo>
                  <a:pt x="2546594" y="67294"/>
                  <a:pt x="2546594" y="75114"/>
                  <a:pt x="2546594" y="82933"/>
                </a:cubicBezTo>
                <a:cubicBezTo>
                  <a:pt x="2546594" y="75114"/>
                  <a:pt x="2546594" y="82933"/>
                  <a:pt x="2555065" y="82933"/>
                </a:cubicBezTo>
                <a:cubicBezTo>
                  <a:pt x="2563537" y="75114"/>
                  <a:pt x="2563537" y="67294"/>
                  <a:pt x="2555065" y="67294"/>
                </a:cubicBezTo>
                <a:close/>
                <a:moveTo>
                  <a:pt x="3048354" y="67294"/>
                </a:moveTo>
                <a:cubicBezTo>
                  <a:pt x="3056499" y="83367"/>
                  <a:pt x="3064645" y="107478"/>
                  <a:pt x="3080936" y="115515"/>
                </a:cubicBezTo>
                <a:cubicBezTo>
                  <a:pt x="3072791" y="99442"/>
                  <a:pt x="3064645" y="83367"/>
                  <a:pt x="3048354" y="67294"/>
                </a:cubicBezTo>
                <a:close/>
                <a:moveTo>
                  <a:pt x="2241649" y="55252"/>
                </a:moveTo>
                <a:cubicBezTo>
                  <a:pt x="2235844" y="54478"/>
                  <a:pt x="2231202" y="60669"/>
                  <a:pt x="2231202" y="66860"/>
                </a:cubicBezTo>
                <a:cubicBezTo>
                  <a:pt x="2239456" y="75114"/>
                  <a:pt x="2255964" y="66860"/>
                  <a:pt x="2247710" y="58605"/>
                </a:cubicBezTo>
                <a:cubicBezTo>
                  <a:pt x="2245647" y="56542"/>
                  <a:pt x="2243583" y="55510"/>
                  <a:pt x="2241649" y="55252"/>
                </a:cubicBezTo>
                <a:close/>
                <a:moveTo>
                  <a:pt x="2334731" y="47721"/>
                </a:moveTo>
                <a:cubicBezTo>
                  <a:pt x="2322512" y="44719"/>
                  <a:pt x="2308258" y="50724"/>
                  <a:pt x="2312331" y="66735"/>
                </a:cubicBezTo>
                <a:cubicBezTo>
                  <a:pt x="2312331" y="82747"/>
                  <a:pt x="2328621" y="90753"/>
                  <a:pt x="2344912" y="82747"/>
                </a:cubicBezTo>
                <a:cubicBezTo>
                  <a:pt x="2357130" y="62732"/>
                  <a:pt x="2346949" y="50724"/>
                  <a:pt x="2334731" y="47721"/>
                </a:cubicBezTo>
                <a:close/>
                <a:moveTo>
                  <a:pt x="1957983" y="47432"/>
                </a:moveTo>
                <a:cubicBezTo>
                  <a:pt x="1949858" y="46658"/>
                  <a:pt x="1940573" y="52849"/>
                  <a:pt x="1940573" y="59040"/>
                </a:cubicBezTo>
                <a:cubicBezTo>
                  <a:pt x="1957080" y="67294"/>
                  <a:pt x="1965335" y="59040"/>
                  <a:pt x="1965335" y="50785"/>
                </a:cubicBezTo>
                <a:cubicBezTo>
                  <a:pt x="1963271" y="48722"/>
                  <a:pt x="1960692" y="47690"/>
                  <a:pt x="1957983" y="47432"/>
                </a:cubicBezTo>
                <a:close/>
                <a:moveTo>
                  <a:pt x="2013121" y="26892"/>
                </a:moveTo>
                <a:cubicBezTo>
                  <a:pt x="2004867" y="26892"/>
                  <a:pt x="1996613" y="34712"/>
                  <a:pt x="1996613" y="42531"/>
                </a:cubicBezTo>
                <a:cubicBezTo>
                  <a:pt x="1996613" y="50351"/>
                  <a:pt x="2013121" y="50351"/>
                  <a:pt x="2021375" y="42531"/>
                </a:cubicBezTo>
                <a:cubicBezTo>
                  <a:pt x="2021375" y="42531"/>
                  <a:pt x="2021375" y="34712"/>
                  <a:pt x="2013121" y="26892"/>
                </a:cubicBezTo>
                <a:close/>
                <a:moveTo>
                  <a:pt x="1853076" y="19677"/>
                </a:moveTo>
                <a:cubicBezTo>
                  <a:pt x="1849395" y="18494"/>
                  <a:pt x="1845550" y="18424"/>
                  <a:pt x="1842358" y="19837"/>
                </a:cubicBezTo>
                <a:cubicBezTo>
                  <a:pt x="1838102" y="21720"/>
                  <a:pt x="1835007" y="26241"/>
                  <a:pt x="1835007" y="34278"/>
                </a:cubicBezTo>
                <a:cubicBezTo>
                  <a:pt x="1843261" y="42315"/>
                  <a:pt x="1843261" y="50352"/>
                  <a:pt x="1859769" y="50352"/>
                </a:cubicBezTo>
                <a:cubicBezTo>
                  <a:pt x="1873698" y="36790"/>
                  <a:pt x="1864122" y="23227"/>
                  <a:pt x="1853076" y="19677"/>
                </a:cubicBezTo>
                <a:close/>
                <a:moveTo>
                  <a:pt x="3169558" y="9950"/>
                </a:moveTo>
                <a:cubicBezTo>
                  <a:pt x="3161738" y="26241"/>
                  <a:pt x="3177377" y="42532"/>
                  <a:pt x="3185197" y="26241"/>
                </a:cubicBezTo>
                <a:cubicBezTo>
                  <a:pt x="3185197" y="26241"/>
                  <a:pt x="3185197" y="9950"/>
                  <a:pt x="3169558" y="9950"/>
                </a:cubicBezTo>
                <a:close/>
                <a:moveTo>
                  <a:pt x="3767760" y="9950"/>
                </a:moveTo>
                <a:cubicBezTo>
                  <a:pt x="3759941" y="18204"/>
                  <a:pt x="3752121" y="18204"/>
                  <a:pt x="3752121" y="34713"/>
                </a:cubicBezTo>
                <a:cubicBezTo>
                  <a:pt x="3759941" y="34713"/>
                  <a:pt x="3775580" y="18204"/>
                  <a:pt x="3767760" y="9950"/>
                </a:cubicBezTo>
                <a:close/>
                <a:moveTo>
                  <a:pt x="3566853" y="176"/>
                </a:moveTo>
                <a:cubicBezTo>
                  <a:pt x="3564776" y="-314"/>
                  <a:pt x="3561843" y="176"/>
                  <a:pt x="3557933" y="2130"/>
                </a:cubicBezTo>
                <a:cubicBezTo>
                  <a:pt x="3550114" y="9950"/>
                  <a:pt x="3565753" y="9950"/>
                  <a:pt x="3565753" y="17770"/>
                </a:cubicBezTo>
                <a:cubicBezTo>
                  <a:pt x="3571618" y="11905"/>
                  <a:pt x="3573084" y="1642"/>
                  <a:pt x="3566853" y="17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 cstate="screen"/>
          <a:srcRect b="9829"/>
          <a:stretch>
            <a:fillRect/>
          </a:stretch>
        </p:blipFill>
        <p:spPr>
          <a:xfrm rot="13500000">
            <a:off x="6020685" y="-4168079"/>
            <a:ext cx="9203662" cy="6183912"/>
          </a:xfrm>
          <a:custGeom>
            <a:avLst/>
            <a:gdLst>
              <a:gd name="connsiteX0" fmla="*/ 2726754 w 9203662"/>
              <a:gd name="connsiteY0" fmla="*/ 3457157 h 6183912"/>
              <a:gd name="connsiteX1" fmla="*/ 6183912 w 9203662"/>
              <a:gd name="connsiteY1" fmla="*/ 0 h 6183912"/>
              <a:gd name="connsiteX2" fmla="*/ 0 w 9203662"/>
              <a:gd name="connsiteY2" fmla="*/ 0 h 6183912"/>
              <a:gd name="connsiteX3" fmla="*/ 0 w 9203662"/>
              <a:gd name="connsiteY3" fmla="*/ 730403 h 6183912"/>
              <a:gd name="connsiteX4" fmla="*/ 0 w 9203662"/>
              <a:gd name="connsiteY4" fmla="*/ 6183912 h 6183912"/>
              <a:gd name="connsiteX5" fmla="*/ 452590 w 9203662"/>
              <a:gd name="connsiteY5" fmla="*/ 5731322 h 6183912"/>
              <a:gd name="connsiteX6" fmla="*/ 0 w 9203662"/>
              <a:gd name="connsiteY6" fmla="*/ 5278732 h 6183912"/>
              <a:gd name="connsiteX7" fmla="*/ 9203662 w 9203662"/>
              <a:gd name="connsiteY7" fmla="*/ 143837 h 6183912"/>
              <a:gd name="connsiteX8" fmla="*/ 9203662 w 9203662"/>
              <a:gd name="connsiteY8" fmla="*/ 0 h 6183912"/>
              <a:gd name="connsiteX9" fmla="*/ 9059825 w 9203662"/>
              <a:gd name="connsiteY9" fmla="*/ 0 h 618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3662" h="6183912">
                <a:moveTo>
                  <a:pt x="2726754" y="3457157"/>
                </a:moveTo>
                <a:lnTo>
                  <a:pt x="6183912" y="0"/>
                </a:lnTo>
                <a:lnTo>
                  <a:pt x="0" y="0"/>
                </a:lnTo>
                <a:lnTo>
                  <a:pt x="0" y="730403"/>
                </a:lnTo>
                <a:close/>
                <a:moveTo>
                  <a:pt x="0" y="6183912"/>
                </a:moveTo>
                <a:lnTo>
                  <a:pt x="452590" y="5731322"/>
                </a:lnTo>
                <a:lnTo>
                  <a:pt x="0" y="5278732"/>
                </a:lnTo>
                <a:close/>
                <a:moveTo>
                  <a:pt x="9203662" y="143837"/>
                </a:moveTo>
                <a:lnTo>
                  <a:pt x="9203662" y="0"/>
                </a:lnTo>
                <a:lnTo>
                  <a:pt x="9059825" y="0"/>
                </a:lnTo>
                <a:close/>
              </a:path>
            </a:pathLst>
          </a:cu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38916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9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4334308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4646585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4" name="675965cf-ac6f-497e-b57c-73e50b9e96a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5"/>
            </p:custDataLst>
          </p:nvPr>
        </p:nvGrpSpPr>
        <p:grpSpPr>
          <a:xfrm>
            <a:off x="9428523" y="551788"/>
            <a:ext cx="2068782" cy="581798"/>
            <a:chOff x="2805112" y="2505075"/>
            <a:chExt cx="6580822" cy="1850706"/>
          </a:xfrm>
          <a:solidFill>
            <a:schemeClr val="accent1"/>
          </a:solidFill>
        </p:grpSpPr>
        <p:sp>
          <p:nvSpPr>
            <p:cNvPr id="25" name="ïṣ1îḑé"/>
            <p:cNvSpPr/>
            <p:nvPr/>
          </p:nvSpPr>
          <p:spPr>
            <a:xfrm>
              <a:off x="2805112" y="2505075"/>
              <a:ext cx="1849754" cy="1850706"/>
            </a:xfrm>
            <a:custGeom>
              <a:avLst/>
              <a:gdLst>
                <a:gd name="connsiteX0" fmla="*/ 807720 w 1849755"/>
                <a:gd name="connsiteY0" fmla="*/ 1710690 h 1850707"/>
                <a:gd name="connsiteX1" fmla="*/ 789622 w 1849755"/>
                <a:gd name="connsiteY1" fmla="*/ 1733550 h 1850707"/>
                <a:gd name="connsiteX2" fmla="*/ 791527 w 1849755"/>
                <a:gd name="connsiteY2" fmla="*/ 1747837 h 1850707"/>
                <a:gd name="connsiteX3" fmla="*/ 812482 w 1849755"/>
                <a:gd name="connsiteY3" fmla="*/ 1763077 h 1850707"/>
                <a:gd name="connsiteX4" fmla="*/ 829627 w 1849755"/>
                <a:gd name="connsiteY4" fmla="*/ 1759267 h 1850707"/>
                <a:gd name="connsiteX5" fmla="*/ 838200 w 1849755"/>
                <a:gd name="connsiteY5" fmla="*/ 1744027 h 1850707"/>
                <a:gd name="connsiteX6" fmla="*/ 827722 w 1849755"/>
                <a:gd name="connsiteY6" fmla="*/ 1722120 h 1850707"/>
                <a:gd name="connsiteX7" fmla="*/ 810577 w 1849755"/>
                <a:gd name="connsiteY7" fmla="*/ 1711642 h 1850707"/>
                <a:gd name="connsiteX8" fmla="*/ 1232535 w 1849755"/>
                <a:gd name="connsiteY8" fmla="*/ 1657350 h 1850707"/>
                <a:gd name="connsiteX9" fmla="*/ 1229678 w 1849755"/>
                <a:gd name="connsiteY9" fmla="*/ 1685925 h 1850707"/>
                <a:gd name="connsiteX10" fmla="*/ 1238250 w 1849755"/>
                <a:gd name="connsiteY10" fmla="*/ 1697355 h 1850707"/>
                <a:gd name="connsiteX11" fmla="*/ 1263968 w 1849755"/>
                <a:gd name="connsiteY11" fmla="*/ 1699260 h 1850707"/>
                <a:gd name="connsiteX12" fmla="*/ 1276350 w 1849755"/>
                <a:gd name="connsiteY12" fmla="*/ 1686878 h 1850707"/>
                <a:gd name="connsiteX13" fmla="*/ 1275397 w 1849755"/>
                <a:gd name="connsiteY13" fmla="*/ 1670685 h 1850707"/>
                <a:gd name="connsiteX14" fmla="*/ 1255395 w 1849755"/>
                <a:gd name="connsiteY14" fmla="*/ 1657350 h 1850707"/>
                <a:gd name="connsiteX15" fmla="*/ 1235393 w 1849755"/>
                <a:gd name="connsiteY15" fmla="*/ 1657350 h 1850707"/>
                <a:gd name="connsiteX16" fmla="*/ 1024890 w 1849755"/>
                <a:gd name="connsiteY16" fmla="*/ 1654493 h 1850707"/>
                <a:gd name="connsiteX17" fmla="*/ 1010602 w 1849755"/>
                <a:gd name="connsiteY17" fmla="*/ 1667828 h 1850707"/>
                <a:gd name="connsiteX18" fmla="*/ 1010602 w 1849755"/>
                <a:gd name="connsiteY18" fmla="*/ 1683068 h 1850707"/>
                <a:gd name="connsiteX19" fmla="*/ 1019175 w 1849755"/>
                <a:gd name="connsiteY19" fmla="*/ 1704023 h 1850707"/>
                <a:gd name="connsiteX20" fmla="*/ 1035367 w 1849755"/>
                <a:gd name="connsiteY20" fmla="*/ 1708785 h 1850707"/>
                <a:gd name="connsiteX21" fmla="*/ 1049655 w 1849755"/>
                <a:gd name="connsiteY21" fmla="*/ 1697355 h 1850707"/>
                <a:gd name="connsiteX22" fmla="*/ 1049655 w 1849755"/>
                <a:gd name="connsiteY22" fmla="*/ 1684020 h 1850707"/>
                <a:gd name="connsiteX23" fmla="*/ 1041082 w 1849755"/>
                <a:gd name="connsiteY23" fmla="*/ 1660208 h 1850707"/>
                <a:gd name="connsiteX24" fmla="*/ 1024890 w 1849755"/>
                <a:gd name="connsiteY24" fmla="*/ 1654493 h 1850707"/>
                <a:gd name="connsiteX25" fmla="*/ 827722 w 1849755"/>
                <a:gd name="connsiteY25" fmla="*/ 1653540 h 1850707"/>
                <a:gd name="connsiteX26" fmla="*/ 812482 w 1849755"/>
                <a:gd name="connsiteY26" fmla="*/ 1656397 h 1850707"/>
                <a:gd name="connsiteX27" fmla="*/ 805815 w 1849755"/>
                <a:gd name="connsiteY27" fmla="*/ 1667827 h 1850707"/>
                <a:gd name="connsiteX28" fmla="*/ 810577 w 1849755"/>
                <a:gd name="connsiteY28" fmla="*/ 1681162 h 1850707"/>
                <a:gd name="connsiteX29" fmla="*/ 820102 w 1849755"/>
                <a:gd name="connsiteY29" fmla="*/ 1688782 h 1850707"/>
                <a:gd name="connsiteX30" fmla="*/ 826770 w 1849755"/>
                <a:gd name="connsiteY30" fmla="*/ 1692592 h 1850707"/>
                <a:gd name="connsiteX31" fmla="*/ 831532 w 1849755"/>
                <a:gd name="connsiteY31" fmla="*/ 1695450 h 1850707"/>
                <a:gd name="connsiteX32" fmla="*/ 846772 w 1849755"/>
                <a:gd name="connsiteY32" fmla="*/ 1676400 h 1850707"/>
                <a:gd name="connsiteX33" fmla="*/ 842962 w 1849755"/>
                <a:gd name="connsiteY33" fmla="*/ 1661160 h 1850707"/>
                <a:gd name="connsiteX34" fmla="*/ 827722 w 1849755"/>
                <a:gd name="connsiteY34" fmla="*/ 1653540 h 1850707"/>
                <a:gd name="connsiteX35" fmla="*/ 831532 w 1849755"/>
                <a:gd name="connsiteY35" fmla="*/ 1644967 h 1850707"/>
                <a:gd name="connsiteX36" fmla="*/ 858202 w 1849755"/>
                <a:gd name="connsiteY36" fmla="*/ 1656397 h 1850707"/>
                <a:gd name="connsiteX37" fmla="*/ 864870 w 1849755"/>
                <a:gd name="connsiteY37" fmla="*/ 1677352 h 1850707"/>
                <a:gd name="connsiteX38" fmla="*/ 842010 w 1849755"/>
                <a:gd name="connsiteY38" fmla="*/ 1701165 h 1850707"/>
                <a:gd name="connsiteX39" fmla="*/ 860107 w 1849755"/>
                <a:gd name="connsiteY39" fmla="*/ 1717357 h 1850707"/>
                <a:gd name="connsiteX40" fmla="*/ 862012 w 1849755"/>
                <a:gd name="connsiteY40" fmla="*/ 1736407 h 1850707"/>
                <a:gd name="connsiteX41" fmla="*/ 855345 w 1849755"/>
                <a:gd name="connsiteY41" fmla="*/ 1754505 h 1850707"/>
                <a:gd name="connsiteX42" fmla="*/ 825817 w 1849755"/>
                <a:gd name="connsiteY42" fmla="*/ 1772602 h 1850707"/>
                <a:gd name="connsiteX43" fmla="*/ 807720 w 1849755"/>
                <a:gd name="connsiteY43" fmla="*/ 1772602 h 1850707"/>
                <a:gd name="connsiteX44" fmla="*/ 774382 w 1849755"/>
                <a:gd name="connsiteY44" fmla="*/ 1752600 h 1850707"/>
                <a:gd name="connsiteX45" fmla="*/ 771525 w 1849755"/>
                <a:gd name="connsiteY45" fmla="*/ 1733550 h 1850707"/>
                <a:gd name="connsiteX46" fmla="*/ 784860 w 1849755"/>
                <a:gd name="connsiteY46" fmla="*/ 1712595 h 1850707"/>
                <a:gd name="connsiteX47" fmla="*/ 800100 w 1849755"/>
                <a:gd name="connsiteY47" fmla="*/ 1705927 h 1850707"/>
                <a:gd name="connsiteX48" fmla="*/ 783907 w 1849755"/>
                <a:gd name="connsiteY48" fmla="*/ 1674495 h 1850707"/>
                <a:gd name="connsiteX49" fmla="*/ 809625 w 1849755"/>
                <a:gd name="connsiteY49" fmla="*/ 1645920 h 1850707"/>
                <a:gd name="connsiteX50" fmla="*/ 831532 w 1849755"/>
                <a:gd name="connsiteY50" fmla="*/ 1644967 h 1850707"/>
                <a:gd name="connsiteX51" fmla="*/ 1028700 w 1849755"/>
                <a:gd name="connsiteY51" fmla="*/ 1644015 h 1850707"/>
                <a:gd name="connsiteX52" fmla="*/ 1070610 w 1849755"/>
                <a:gd name="connsiteY52" fmla="*/ 1661160 h 1850707"/>
                <a:gd name="connsiteX53" fmla="*/ 1077277 w 1849755"/>
                <a:gd name="connsiteY53" fmla="*/ 1689735 h 1850707"/>
                <a:gd name="connsiteX54" fmla="*/ 1073467 w 1849755"/>
                <a:gd name="connsiteY54" fmla="*/ 1730693 h 1850707"/>
                <a:gd name="connsiteX55" fmla="*/ 1050607 w 1849755"/>
                <a:gd name="connsiteY55" fmla="*/ 1761173 h 1850707"/>
                <a:gd name="connsiteX56" fmla="*/ 1014412 w 1849755"/>
                <a:gd name="connsiteY56" fmla="*/ 1776413 h 1850707"/>
                <a:gd name="connsiteX57" fmla="*/ 1005840 w 1849755"/>
                <a:gd name="connsiteY57" fmla="*/ 1771650 h 1850707"/>
                <a:gd name="connsiteX58" fmla="*/ 1007745 w 1849755"/>
                <a:gd name="connsiteY58" fmla="*/ 1767840 h 1850707"/>
                <a:gd name="connsiteX59" fmla="*/ 1015365 w 1849755"/>
                <a:gd name="connsiteY59" fmla="*/ 1767840 h 1850707"/>
                <a:gd name="connsiteX60" fmla="*/ 1042035 w 1849755"/>
                <a:gd name="connsiteY60" fmla="*/ 1753553 h 1850707"/>
                <a:gd name="connsiteX61" fmla="*/ 1049655 w 1849755"/>
                <a:gd name="connsiteY61" fmla="*/ 1741170 h 1850707"/>
                <a:gd name="connsiteX62" fmla="*/ 1054417 w 1849755"/>
                <a:gd name="connsiteY62" fmla="*/ 1706880 h 1850707"/>
                <a:gd name="connsiteX63" fmla="*/ 1039177 w 1849755"/>
                <a:gd name="connsiteY63" fmla="*/ 1722120 h 1850707"/>
                <a:gd name="connsiteX64" fmla="*/ 1024890 w 1849755"/>
                <a:gd name="connsiteY64" fmla="*/ 1725930 h 1850707"/>
                <a:gd name="connsiteX65" fmla="*/ 1002030 w 1849755"/>
                <a:gd name="connsiteY65" fmla="*/ 1720215 h 1850707"/>
                <a:gd name="connsiteX66" fmla="*/ 989647 w 1849755"/>
                <a:gd name="connsiteY66" fmla="*/ 1695450 h 1850707"/>
                <a:gd name="connsiteX67" fmla="*/ 1004887 w 1849755"/>
                <a:gd name="connsiteY67" fmla="*/ 1653540 h 1850707"/>
                <a:gd name="connsiteX68" fmla="*/ 1028700 w 1849755"/>
                <a:gd name="connsiteY68" fmla="*/ 1644015 h 1850707"/>
                <a:gd name="connsiteX69" fmla="*/ 1236345 w 1849755"/>
                <a:gd name="connsiteY69" fmla="*/ 1598295 h 1850707"/>
                <a:gd name="connsiteX70" fmla="*/ 1219200 w 1849755"/>
                <a:gd name="connsiteY70" fmla="*/ 1600200 h 1850707"/>
                <a:gd name="connsiteX71" fmla="*/ 1207770 w 1849755"/>
                <a:gd name="connsiteY71" fmla="*/ 1610678 h 1850707"/>
                <a:gd name="connsiteX72" fmla="*/ 1207770 w 1849755"/>
                <a:gd name="connsiteY72" fmla="*/ 1624013 h 1850707"/>
                <a:gd name="connsiteX73" fmla="*/ 1219200 w 1849755"/>
                <a:gd name="connsiteY73" fmla="*/ 1633538 h 1850707"/>
                <a:gd name="connsiteX74" fmla="*/ 1230630 w 1849755"/>
                <a:gd name="connsiteY74" fmla="*/ 1634490 h 1850707"/>
                <a:gd name="connsiteX75" fmla="*/ 1238250 w 1849755"/>
                <a:gd name="connsiteY75" fmla="*/ 1634490 h 1850707"/>
                <a:gd name="connsiteX76" fmla="*/ 1243965 w 1849755"/>
                <a:gd name="connsiteY76" fmla="*/ 1634490 h 1850707"/>
                <a:gd name="connsiteX77" fmla="*/ 1247775 w 1849755"/>
                <a:gd name="connsiteY77" fmla="*/ 1608773 h 1850707"/>
                <a:gd name="connsiteX78" fmla="*/ 1236345 w 1849755"/>
                <a:gd name="connsiteY78" fmla="*/ 1598295 h 1850707"/>
                <a:gd name="connsiteX79" fmla="*/ 580073 w 1849755"/>
                <a:gd name="connsiteY79" fmla="*/ 1586865 h 1850707"/>
                <a:gd name="connsiteX80" fmla="*/ 639128 w 1849755"/>
                <a:gd name="connsiteY80" fmla="*/ 1592580 h 1850707"/>
                <a:gd name="connsiteX81" fmla="*/ 640080 w 1849755"/>
                <a:gd name="connsiteY81" fmla="*/ 1594485 h 1850707"/>
                <a:gd name="connsiteX82" fmla="*/ 632460 w 1849755"/>
                <a:gd name="connsiteY82" fmla="*/ 1608772 h 1850707"/>
                <a:gd name="connsiteX83" fmla="*/ 622935 w 1849755"/>
                <a:gd name="connsiteY83" fmla="*/ 1627822 h 1850707"/>
                <a:gd name="connsiteX84" fmla="*/ 607695 w 1849755"/>
                <a:gd name="connsiteY84" fmla="*/ 1660207 h 1850707"/>
                <a:gd name="connsiteX85" fmla="*/ 591503 w 1849755"/>
                <a:gd name="connsiteY85" fmla="*/ 1698307 h 1850707"/>
                <a:gd name="connsiteX86" fmla="*/ 593408 w 1849755"/>
                <a:gd name="connsiteY86" fmla="*/ 1702117 h 1850707"/>
                <a:gd name="connsiteX87" fmla="*/ 608648 w 1849755"/>
                <a:gd name="connsiteY87" fmla="*/ 1710690 h 1850707"/>
                <a:gd name="connsiteX88" fmla="*/ 609600 w 1849755"/>
                <a:gd name="connsiteY88" fmla="*/ 1711642 h 1850707"/>
                <a:gd name="connsiteX89" fmla="*/ 609600 w 1849755"/>
                <a:gd name="connsiteY89" fmla="*/ 1717357 h 1850707"/>
                <a:gd name="connsiteX90" fmla="*/ 608648 w 1849755"/>
                <a:gd name="connsiteY90" fmla="*/ 1718310 h 1850707"/>
                <a:gd name="connsiteX91" fmla="*/ 580073 w 1849755"/>
                <a:gd name="connsiteY91" fmla="*/ 1704975 h 1850707"/>
                <a:gd name="connsiteX92" fmla="*/ 544830 w 1849755"/>
                <a:gd name="connsiteY92" fmla="*/ 1689735 h 1850707"/>
                <a:gd name="connsiteX93" fmla="*/ 543878 w 1849755"/>
                <a:gd name="connsiteY93" fmla="*/ 1688782 h 1850707"/>
                <a:gd name="connsiteX94" fmla="*/ 545783 w 1849755"/>
                <a:gd name="connsiteY94" fmla="*/ 1684020 h 1850707"/>
                <a:gd name="connsiteX95" fmla="*/ 546735 w 1849755"/>
                <a:gd name="connsiteY95" fmla="*/ 1684020 h 1850707"/>
                <a:gd name="connsiteX96" fmla="*/ 555308 w 1849755"/>
                <a:gd name="connsiteY96" fmla="*/ 1686877 h 1850707"/>
                <a:gd name="connsiteX97" fmla="*/ 564833 w 1849755"/>
                <a:gd name="connsiteY97" fmla="*/ 1689735 h 1850707"/>
                <a:gd name="connsiteX98" fmla="*/ 568643 w 1849755"/>
                <a:gd name="connsiteY98" fmla="*/ 1687830 h 1850707"/>
                <a:gd name="connsiteX99" fmla="*/ 584835 w 1849755"/>
                <a:gd name="connsiteY99" fmla="*/ 1656397 h 1850707"/>
                <a:gd name="connsiteX100" fmla="*/ 594360 w 1849755"/>
                <a:gd name="connsiteY100" fmla="*/ 1635442 h 1850707"/>
                <a:gd name="connsiteX101" fmla="*/ 604838 w 1849755"/>
                <a:gd name="connsiteY101" fmla="*/ 1611630 h 1850707"/>
                <a:gd name="connsiteX102" fmla="*/ 607695 w 1849755"/>
                <a:gd name="connsiteY102" fmla="*/ 1604962 h 1850707"/>
                <a:gd name="connsiteX103" fmla="*/ 607695 w 1849755"/>
                <a:gd name="connsiteY103" fmla="*/ 1600200 h 1850707"/>
                <a:gd name="connsiteX104" fmla="*/ 601980 w 1849755"/>
                <a:gd name="connsiteY104" fmla="*/ 1600200 h 1850707"/>
                <a:gd name="connsiteX105" fmla="*/ 578168 w 1849755"/>
                <a:gd name="connsiteY105" fmla="*/ 1600200 h 1850707"/>
                <a:gd name="connsiteX106" fmla="*/ 577215 w 1849755"/>
                <a:gd name="connsiteY106" fmla="*/ 1599247 h 1850707"/>
                <a:gd name="connsiteX107" fmla="*/ 580073 w 1849755"/>
                <a:gd name="connsiteY107" fmla="*/ 1587817 h 1850707"/>
                <a:gd name="connsiteX108" fmla="*/ 1245870 w 1849755"/>
                <a:gd name="connsiteY108" fmla="*/ 1585913 h 1850707"/>
                <a:gd name="connsiteX109" fmla="*/ 1263015 w 1849755"/>
                <a:gd name="connsiteY109" fmla="*/ 1600200 h 1850707"/>
                <a:gd name="connsiteX110" fmla="*/ 1256347 w 1849755"/>
                <a:gd name="connsiteY110" fmla="*/ 1632585 h 1850707"/>
                <a:gd name="connsiteX111" fmla="*/ 1280160 w 1849755"/>
                <a:gd name="connsiteY111" fmla="*/ 1636395 h 1850707"/>
                <a:gd name="connsiteX112" fmla="*/ 1292543 w 1849755"/>
                <a:gd name="connsiteY112" fmla="*/ 1651635 h 1850707"/>
                <a:gd name="connsiteX113" fmla="*/ 1296353 w 1849755"/>
                <a:gd name="connsiteY113" fmla="*/ 1670685 h 1850707"/>
                <a:gd name="connsiteX114" fmla="*/ 1280160 w 1849755"/>
                <a:gd name="connsiteY114" fmla="*/ 1701165 h 1850707"/>
                <a:gd name="connsiteX115" fmla="*/ 1263968 w 1849755"/>
                <a:gd name="connsiteY115" fmla="*/ 1710690 h 1850707"/>
                <a:gd name="connsiteX116" fmla="*/ 1224915 w 1849755"/>
                <a:gd name="connsiteY116" fmla="*/ 1710690 h 1850707"/>
                <a:gd name="connsiteX117" fmla="*/ 1212533 w 1849755"/>
                <a:gd name="connsiteY117" fmla="*/ 1696403 h 1850707"/>
                <a:gd name="connsiteX118" fmla="*/ 1212533 w 1849755"/>
                <a:gd name="connsiteY118" fmla="*/ 1671638 h 1850707"/>
                <a:gd name="connsiteX119" fmla="*/ 1222058 w 1849755"/>
                <a:gd name="connsiteY119" fmla="*/ 1658303 h 1850707"/>
                <a:gd name="connsiteX120" fmla="*/ 1191578 w 1849755"/>
                <a:gd name="connsiteY120" fmla="*/ 1639253 h 1850707"/>
                <a:gd name="connsiteX121" fmla="*/ 1199198 w 1849755"/>
                <a:gd name="connsiteY121" fmla="*/ 1602105 h 1850707"/>
                <a:gd name="connsiteX122" fmla="*/ 1217295 w 1849755"/>
                <a:gd name="connsiteY122" fmla="*/ 1589723 h 1850707"/>
                <a:gd name="connsiteX123" fmla="*/ 1245870 w 1849755"/>
                <a:gd name="connsiteY123" fmla="*/ 1585913 h 1850707"/>
                <a:gd name="connsiteX124" fmla="*/ 156210 w 1849755"/>
                <a:gd name="connsiteY124" fmla="*/ 1192530 h 1850707"/>
                <a:gd name="connsiteX125" fmla="*/ 139065 w 1849755"/>
                <a:gd name="connsiteY125" fmla="*/ 1204912 h 1850707"/>
                <a:gd name="connsiteX126" fmla="*/ 140018 w 1849755"/>
                <a:gd name="connsiteY126" fmla="*/ 1225867 h 1850707"/>
                <a:gd name="connsiteX127" fmla="*/ 142875 w 1849755"/>
                <a:gd name="connsiteY127" fmla="*/ 1232535 h 1850707"/>
                <a:gd name="connsiteX128" fmla="*/ 193358 w 1849755"/>
                <a:gd name="connsiteY128" fmla="*/ 1213485 h 1850707"/>
                <a:gd name="connsiteX129" fmla="*/ 192405 w 1849755"/>
                <a:gd name="connsiteY129" fmla="*/ 1209675 h 1850707"/>
                <a:gd name="connsiteX130" fmla="*/ 179070 w 1849755"/>
                <a:gd name="connsiteY130" fmla="*/ 1192530 h 1850707"/>
                <a:gd name="connsiteX131" fmla="*/ 156210 w 1849755"/>
                <a:gd name="connsiteY131" fmla="*/ 1192530 h 1850707"/>
                <a:gd name="connsiteX132" fmla="*/ 159068 w 1849755"/>
                <a:gd name="connsiteY132" fmla="*/ 1161097 h 1850707"/>
                <a:gd name="connsiteX133" fmla="*/ 174308 w 1849755"/>
                <a:gd name="connsiteY133" fmla="*/ 1167765 h 1850707"/>
                <a:gd name="connsiteX134" fmla="*/ 186690 w 1849755"/>
                <a:gd name="connsiteY134" fmla="*/ 1182052 h 1850707"/>
                <a:gd name="connsiteX135" fmla="*/ 196215 w 1849755"/>
                <a:gd name="connsiteY135" fmla="*/ 1202055 h 1850707"/>
                <a:gd name="connsiteX136" fmla="*/ 200025 w 1849755"/>
                <a:gd name="connsiteY136" fmla="*/ 1211580 h 1850707"/>
                <a:gd name="connsiteX137" fmla="*/ 232410 w 1849755"/>
                <a:gd name="connsiteY137" fmla="*/ 1199197 h 1850707"/>
                <a:gd name="connsiteX138" fmla="*/ 237173 w 1849755"/>
                <a:gd name="connsiteY138" fmla="*/ 1196340 h 1850707"/>
                <a:gd name="connsiteX139" fmla="*/ 239078 w 1849755"/>
                <a:gd name="connsiteY139" fmla="*/ 1190625 h 1850707"/>
                <a:gd name="connsiteX140" fmla="*/ 238125 w 1849755"/>
                <a:gd name="connsiteY140" fmla="*/ 1184910 h 1850707"/>
                <a:gd name="connsiteX141" fmla="*/ 237173 w 1849755"/>
                <a:gd name="connsiteY141" fmla="*/ 1178242 h 1850707"/>
                <a:gd name="connsiteX142" fmla="*/ 243840 w 1849755"/>
                <a:gd name="connsiteY142" fmla="*/ 1175385 h 1850707"/>
                <a:gd name="connsiteX143" fmla="*/ 267653 w 1849755"/>
                <a:gd name="connsiteY143" fmla="*/ 1237297 h 1850707"/>
                <a:gd name="connsiteX144" fmla="*/ 260985 w 1849755"/>
                <a:gd name="connsiteY144" fmla="*/ 1239202 h 1850707"/>
                <a:gd name="connsiteX145" fmla="*/ 258128 w 1849755"/>
                <a:gd name="connsiteY145" fmla="*/ 1233487 h 1850707"/>
                <a:gd name="connsiteX146" fmla="*/ 255270 w 1849755"/>
                <a:gd name="connsiteY146" fmla="*/ 1228725 h 1850707"/>
                <a:gd name="connsiteX147" fmla="*/ 250508 w 1849755"/>
                <a:gd name="connsiteY147" fmla="*/ 1225867 h 1850707"/>
                <a:gd name="connsiteX148" fmla="*/ 244793 w 1849755"/>
                <a:gd name="connsiteY148" fmla="*/ 1226820 h 1850707"/>
                <a:gd name="connsiteX149" fmla="*/ 164783 w 1849755"/>
                <a:gd name="connsiteY149" fmla="*/ 1257300 h 1850707"/>
                <a:gd name="connsiteX150" fmla="*/ 160020 w 1849755"/>
                <a:gd name="connsiteY150" fmla="*/ 1260157 h 1850707"/>
                <a:gd name="connsiteX151" fmla="*/ 158115 w 1849755"/>
                <a:gd name="connsiteY151" fmla="*/ 1265872 h 1850707"/>
                <a:gd name="connsiteX152" fmla="*/ 159068 w 1849755"/>
                <a:gd name="connsiteY152" fmla="*/ 1272540 h 1850707"/>
                <a:gd name="connsiteX153" fmla="*/ 160020 w 1849755"/>
                <a:gd name="connsiteY153" fmla="*/ 1278255 h 1850707"/>
                <a:gd name="connsiteX154" fmla="*/ 153353 w 1849755"/>
                <a:gd name="connsiteY154" fmla="*/ 1281112 h 1850707"/>
                <a:gd name="connsiteX155" fmla="*/ 129540 w 1849755"/>
                <a:gd name="connsiteY155" fmla="*/ 1218247 h 1850707"/>
                <a:gd name="connsiteX156" fmla="*/ 123825 w 1849755"/>
                <a:gd name="connsiteY156" fmla="*/ 1183005 h 1850707"/>
                <a:gd name="connsiteX157" fmla="*/ 140970 w 1849755"/>
                <a:gd name="connsiteY157" fmla="*/ 1163002 h 1850707"/>
                <a:gd name="connsiteX158" fmla="*/ 159068 w 1849755"/>
                <a:gd name="connsiteY158" fmla="*/ 1161097 h 1850707"/>
                <a:gd name="connsiteX159" fmla="*/ 1615440 w 1849755"/>
                <a:gd name="connsiteY159" fmla="*/ 1152525 h 1850707"/>
                <a:gd name="connsiteX160" fmla="*/ 1622107 w 1849755"/>
                <a:gd name="connsiteY160" fmla="*/ 1154430 h 1850707"/>
                <a:gd name="connsiteX161" fmla="*/ 1620202 w 1849755"/>
                <a:gd name="connsiteY161" fmla="*/ 1161097 h 1850707"/>
                <a:gd name="connsiteX162" fmla="*/ 1619250 w 1849755"/>
                <a:gd name="connsiteY162" fmla="*/ 1167765 h 1850707"/>
                <a:gd name="connsiteX163" fmla="*/ 1621155 w 1849755"/>
                <a:gd name="connsiteY163" fmla="*/ 1173480 h 1850707"/>
                <a:gd name="connsiteX164" fmla="*/ 1625917 w 1849755"/>
                <a:gd name="connsiteY164" fmla="*/ 1176337 h 1850707"/>
                <a:gd name="connsiteX165" fmla="*/ 1645920 w 1849755"/>
                <a:gd name="connsiteY165" fmla="*/ 1183957 h 1850707"/>
                <a:gd name="connsiteX166" fmla="*/ 1650682 w 1849755"/>
                <a:gd name="connsiteY166" fmla="*/ 1185862 h 1850707"/>
                <a:gd name="connsiteX167" fmla="*/ 1654492 w 1849755"/>
                <a:gd name="connsiteY167" fmla="*/ 1186815 h 1850707"/>
                <a:gd name="connsiteX168" fmla="*/ 1659255 w 1849755"/>
                <a:gd name="connsiteY168" fmla="*/ 1186815 h 1850707"/>
                <a:gd name="connsiteX169" fmla="*/ 1666875 w 1849755"/>
                <a:gd name="connsiteY169" fmla="*/ 1185862 h 1850707"/>
                <a:gd name="connsiteX170" fmla="*/ 1691640 w 1849755"/>
                <a:gd name="connsiteY170" fmla="*/ 1182052 h 1850707"/>
                <a:gd name="connsiteX171" fmla="*/ 1714500 w 1849755"/>
                <a:gd name="connsiteY171" fmla="*/ 1178242 h 1850707"/>
                <a:gd name="connsiteX172" fmla="*/ 1724025 w 1849755"/>
                <a:gd name="connsiteY172" fmla="*/ 1175385 h 1850707"/>
                <a:gd name="connsiteX173" fmla="*/ 1730692 w 1849755"/>
                <a:gd name="connsiteY173" fmla="*/ 1171575 h 1850707"/>
                <a:gd name="connsiteX174" fmla="*/ 1734502 w 1849755"/>
                <a:gd name="connsiteY174" fmla="*/ 1166812 h 1850707"/>
                <a:gd name="connsiteX175" fmla="*/ 1737360 w 1849755"/>
                <a:gd name="connsiteY175" fmla="*/ 1162050 h 1850707"/>
                <a:gd name="connsiteX176" fmla="*/ 1744027 w 1849755"/>
                <a:gd name="connsiteY176" fmla="*/ 1164907 h 1850707"/>
                <a:gd name="connsiteX177" fmla="*/ 1719262 w 1849755"/>
                <a:gd name="connsiteY177" fmla="*/ 1229677 h 1850707"/>
                <a:gd name="connsiteX178" fmla="*/ 1712595 w 1849755"/>
                <a:gd name="connsiteY178" fmla="*/ 1226820 h 1850707"/>
                <a:gd name="connsiteX179" fmla="*/ 1716405 w 1849755"/>
                <a:gd name="connsiteY179" fmla="*/ 1214437 h 1850707"/>
                <a:gd name="connsiteX180" fmla="*/ 1714500 w 1849755"/>
                <a:gd name="connsiteY180" fmla="*/ 1210627 h 1850707"/>
                <a:gd name="connsiteX181" fmla="*/ 1710690 w 1849755"/>
                <a:gd name="connsiteY181" fmla="*/ 1210627 h 1850707"/>
                <a:gd name="connsiteX182" fmla="*/ 1701165 w 1849755"/>
                <a:gd name="connsiteY182" fmla="*/ 1211580 h 1850707"/>
                <a:gd name="connsiteX183" fmla="*/ 1684020 w 1849755"/>
                <a:gd name="connsiteY183" fmla="*/ 1214437 h 1850707"/>
                <a:gd name="connsiteX184" fmla="*/ 1657350 w 1849755"/>
                <a:gd name="connsiteY184" fmla="*/ 1219200 h 1850707"/>
                <a:gd name="connsiteX185" fmla="*/ 1683067 w 1849755"/>
                <a:gd name="connsiteY185" fmla="*/ 1253490 h 1850707"/>
                <a:gd name="connsiteX186" fmla="*/ 1692592 w 1849755"/>
                <a:gd name="connsiteY186" fmla="*/ 1263967 h 1850707"/>
                <a:gd name="connsiteX187" fmla="*/ 1698307 w 1849755"/>
                <a:gd name="connsiteY187" fmla="*/ 1262062 h 1850707"/>
                <a:gd name="connsiteX188" fmla="*/ 1704022 w 1849755"/>
                <a:gd name="connsiteY188" fmla="*/ 1251585 h 1850707"/>
                <a:gd name="connsiteX189" fmla="*/ 1710690 w 1849755"/>
                <a:gd name="connsiteY189" fmla="*/ 1253490 h 1850707"/>
                <a:gd name="connsiteX190" fmla="*/ 1694497 w 1849755"/>
                <a:gd name="connsiteY190" fmla="*/ 1295400 h 1850707"/>
                <a:gd name="connsiteX191" fmla="*/ 1686877 w 1849755"/>
                <a:gd name="connsiteY191" fmla="*/ 1292542 h 1850707"/>
                <a:gd name="connsiteX192" fmla="*/ 1687830 w 1849755"/>
                <a:gd name="connsiteY192" fmla="*/ 1286827 h 1850707"/>
                <a:gd name="connsiteX193" fmla="*/ 1687830 w 1849755"/>
                <a:gd name="connsiteY193" fmla="*/ 1281112 h 1850707"/>
                <a:gd name="connsiteX194" fmla="*/ 1684972 w 1849755"/>
                <a:gd name="connsiteY194" fmla="*/ 1273492 h 1850707"/>
                <a:gd name="connsiteX195" fmla="*/ 1680210 w 1849755"/>
                <a:gd name="connsiteY195" fmla="*/ 1265872 h 1850707"/>
                <a:gd name="connsiteX196" fmla="*/ 1667827 w 1849755"/>
                <a:gd name="connsiteY196" fmla="*/ 1248727 h 1850707"/>
                <a:gd name="connsiteX197" fmla="*/ 1652587 w 1849755"/>
                <a:gd name="connsiteY197" fmla="*/ 1228725 h 1850707"/>
                <a:gd name="connsiteX198" fmla="*/ 1644015 w 1849755"/>
                <a:gd name="connsiteY198" fmla="*/ 1219200 h 1850707"/>
                <a:gd name="connsiteX199" fmla="*/ 1631632 w 1849755"/>
                <a:gd name="connsiteY199" fmla="*/ 1213485 h 1850707"/>
                <a:gd name="connsiteX200" fmla="*/ 1615440 w 1849755"/>
                <a:gd name="connsiteY200" fmla="*/ 1206817 h 1850707"/>
                <a:gd name="connsiteX201" fmla="*/ 1609725 w 1849755"/>
                <a:gd name="connsiteY201" fmla="*/ 1205865 h 1850707"/>
                <a:gd name="connsiteX202" fmla="*/ 1604962 w 1849755"/>
                <a:gd name="connsiteY202" fmla="*/ 1208722 h 1850707"/>
                <a:gd name="connsiteX203" fmla="*/ 1601152 w 1849755"/>
                <a:gd name="connsiteY203" fmla="*/ 1213485 h 1850707"/>
                <a:gd name="connsiteX204" fmla="*/ 1597342 w 1849755"/>
                <a:gd name="connsiteY204" fmla="*/ 1219200 h 1850707"/>
                <a:gd name="connsiteX205" fmla="*/ 1590675 w 1849755"/>
                <a:gd name="connsiteY205" fmla="*/ 1216342 h 1850707"/>
                <a:gd name="connsiteX206" fmla="*/ 1739265 w 1849755"/>
                <a:gd name="connsiteY206" fmla="*/ 964883 h 1850707"/>
                <a:gd name="connsiteX207" fmla="*/ 1773555 w 1849755"/>
                <a:gd name="connsiteY207" fmla="*/ 968693 h 1850707"/>
                <a:gd name="connsiteX208" fmla="*/ 1759267 w 1849755"/>
                <a:gd name="connsiteY208" fmla="*/ 1085850 h 1850707"/>
                <a:gd name="connsiteX209" fmla="*/ 1726882 w 1849755"/>
                <a:gd name="connsiteY209" fmla="*/ 1081088 h 1850707"/>
                <a:gd name="connsiteX210" fmla="*/ 1727835 w 1849755"/>
                <a:gd name="connsiteY210" fmla="*/ 1074420 h 1850707"/>
                <a:gd name="connsiteX211" fmla="*/ 1744980 w 1849755"/>
                <a:gd name="connsiteY211" fmla="*/ 1067753 h 1850707"/>
                <a:gd name="connsiteX212" fmla="*/ 1755457 w 1849755"/>
                <a:gd name="connsiteY212" fmla="*/ 1058228 h 1850707"/>
                <a:gd name="connsiteX213" fmla="*/ 1756410 w 1849755"/>
                <a:gd name="connsiteY213" fmla="*/ 1051560 h 1850707"/>
                <a:gd name="connsiteX214" fmla="*/ 1757362 w 1849755"/>
                <a:gd name="connsiteY214" fmla="*/ 1044893 h 1850707"/>
                <a:gd name="connsiteX215" fmla="*/ 1757362 w 1849755"/>
                <a:gd name="connsiteY215" fmla="*/ 1041083 h 1850707"/>
                <a:gd name="connsiteX216" fmla="*/ 1662112 w 1849755"/>
                <a:gd name="connsiteY216" fmla="*/ 1029653 h 1850707"/>
                <a:gd name="connsiteX217" fmla="*/ 1656397 w 1849755"/>
                <a:gd name="connsiteY217" fmla="*/ 1030605 h 1850707"/>
                <a:gd name="connsiteX218" fmla="*/ 1652587 w 1849755"/>
                <a:gd name="connsiteY218" fmla="*/ 1034415 h 1850707"/>
                <a:gd name="connsiteX219" fmla="*/ 1650682 w 1849755"/>
                <a:gd name="connsiteY219" fmla="*/ 1040130 h 1850707"/>
                <a:gd name="connsiteX220" fmla="*/ 1648777 w 1849755"/>
                <a:gd name="connsiteY220" fmla="*/ 1046798 h 1850707"/>
                <a:gd name="connsiteX221" fmla="*/ 1642110 w 1849755"/>
                <a:gd name="connsiteY221" fmla="*/ 1045845 h 1850707"/>
                <a:gd name="connsiteX222" fmla="*/ 1649730 w 1849755"/>
                <a:gd name="connsiteY222" fmla="*/ 978218 h 1850707"/>
                <a:gd name="connsiteX223" fmla="*/ 1656397 w 1849755"/>
                <a:gd name="connsiteY223" fmla="*/ 979170 h 1850707"/>
                <a:gd name="connsiteX224" fmla="*/ 1656397 w 1849755"/>
                <a:gd name="connsiteY224" fmla="*/ 985838 h 1850707"/>
                <a:gd name="connsiteX225" fmla="*/ 1656397 w 1849755"/>
                <a:gd name="connsiteY225" fmla="*/ 992505 h 1850707"/>
                <a:gd name="connsiteX226" fmla="*/ 1659255 w 1849755"/>
                <a:gd name="connsiteY226" fmla="*/ 997268 h 1850707"/>
                <a:gd name="connsiteX227" fmla="*/ 1664970 w 1849755"/>
                <a:gd name="connsiteY227" fmla="*/ 999173 h 1850707"/>
                <a:gd name="connsiteX228" fmla="*/ 1761172 w 1849755"/>
                <a:gd name="connsiteY228" fmla="*/ 1010603 h 1850707"/>
                <a:gd name="connsiteX229" fmla="*/ 1761172 w 1849755"/>
                <a:gd name="connsiteY229" fmla="*/ 1006793 h 1850707"/>
                <a:gd name="connsiteX230" fmla="*/ 1762125 w 1849755"/>
                <a:gd name="connsiteY230" fmla="*/ 1000125 h 1850707"/>
                <a:gd name="connsiteX231" fmla="*/ 1762125 w 1849755"/>
                <a:gd name="connsiteY231" fmla="*/ 993458 h 1850707"/>
                <a:gd name="connsiteX232" fmla="*/ 1753552 w 1849755"/>
                <a:gd name="connsiteY232" fmla="*/ 982028 h 1850707"/>
                <a:gd name="connsiteX233" fmla="*/ 1738312 w 1849755"/>
                <a:gd name="connsiteY233" fmla="*/ 971550 h 1850707"/>
                <a:gd name="connsiteX234" fmla="*/ 199073 w 1849755"/>
                <a:gd name="connsiteY234" fmla="*/ 952500 h 1850707"/>
                <a:gd name="connsiteX235" fmla="*/ 212408 w 1849755"/>
                <a:gd name="connsiteY235" fmla="*/ 1065847 h 1850707"/>
                <a:gd name="connsiteX236" fmla="*/ 205740 w 1849755"/>
                <a:gd name="connsiteY236" fmla="*/ 1066800 h 1850707"/>
                <a:gd name="connsiteX237" fmla="*/ 203835 w 1849755"/>
                <a:gd name="connsiteY237" fmla="*/ 1060132 h 1850707"/>
                <a:gd name="connsiteX238" fmla="*/ 201930 w 1849755"/>
                <a:gd name="connsiteY238" fmla="*/ 1054417 h 1850707"/>
                <a:gd name="connsiteX239" fmla="*/ 198120 w 1849755"/>
                <a:gd name="connsiteY239" fmla="*/ 1050607 h 1850707"/>
                <a:gd name="connsiteX240" fmla="*/ 192405 w 1849755"/>
                <a:gd name="connsiteY240" fmla="*/ 1050607 h 1850707"/>
                <a:gd name="connsiteX241" fmla="*/ 106680 w 1849755"/>
                <a:gd name="connsiteY241" fmla="*/ 1060132 h 1850707"/>
                <a:gd name="connsiteX242" fmla="*/ 101918 w 1849755"/>
                <a:gd name="connsiteY242" fmla="*/ 1062037 h 1850707"/>
                <a:gd name="connsiteX243" fmla="*/ 99060 w 1849755"/>
                <a:gd name="connsiteY243" fmla="*/ 1066800 h 1850707"/>
                <a:gd name="connsiteX244" fmla="*/ 98108 w 1849755"/>
                <a:gd name="connsiteY244" fmla="*/ 1073467 h 1850707"/>
                <a:gd name="connsiteX245" fmla="*/ 98108 w 1849755"/>
                <a:gd name="connsiteY245" fmla="*/ 1080135 h 1850707"/>
                <a:gd name="connsiteX246" fmla="*/ 91440 w 1849755"/>
                <a:gd name="connsiteY246" fmla="*/ 1081087 h 1850707"/>
                <a:gd name="connsiteX247" fmla="*/ 79058 w 1849755"/>
                <a:gd name="connsiteY247" fmla="*/ 973455 h 1850707"/>
                <a:gd name="connsiteX248" fmla="*/ 108585 w 1849755"/>
                <a:gd name="connsiteY248" fmla="*/ 971550 h 1850707"/>
                <a:gd name="connsiteX249" fmla="*/ 109538 w 1849755"/>
                <a:gd name="connsiteY249" fmla="*/ 978217 h 1850707"/>
                <a:gd name="connsiteX250" fmla="*/ 96203 w 1849755"/>
                <a:gd name="connsiteY250" fmla="*/ 988695 h 1850707"/>
                <a:gd name="connsiteX251" fmla="*/ 89535 w 1849755"/>
                <a:gd name="connsiteY251" fmla="*/ 1002030 h 1850707"/>
                <a:gd name="connsiteX252" fmla="*/ 89535 w 1849755"/>
                <a:gd name="connsiteY252" fmla="*/ 1008697 h 1850707"/>
                <a:gd name="connsiteX253" fmla="*/ 90488 w 1849755"/>
                <a:gd name="connsiteY253" fmla="*/ 1016317 h 1850707"/>
                <a:gd name="connsiteX254" fmla="*/ 92393 w 1849755"/>
                <a:gd name="connsiteY254" fmla="*/ 1033462 h 1850707"/>
                <a:gd name="connsiteX255" fmla="*/ 139065 w 1849755"/>
                <a:gd name="connsiteY255" fmla="*/ 1027747 h 1850707"/>
                <a:gd name="connsiteX256" fmla="*/ 137160 w 1849755"/>
                <a:gd name="connsiteY256" fmla="*/ 1015365 h 1850707"/>
                <a:gd name="connsiteX257" fmla="*/ 135255 w 1849755"/>
                <a:gd name="connsiteY257" fmla="*/ 1006792 h 1850707"/>
                <a:gd name="connsiteX258" fmla="*/ 130493 w 1849755"/>
                <a:gd name="connsiteY258" fmla="*/ 1000125 h 1850707"/>
                <a:gd name="connsiteX259" fmla="*/ 122873 w 1849755"/>
                <a:gd name="connsiteY259" fmla="*/ 997267 h 1850707"/>
                <a:gd name="connsiteX260" fmla="*/ 114300 w 1849755"/>
                <a:gd name="connsiteY260" fmla="*/ 995362 h 1850707"/>
                <a:gd name="connsiteX261" fmla="*/ 113348 w 1849755"/>
                <a:gd name="connsiteY261" fmla="*/ 988695 h 1850707"/>
                <a:gd name="connsiteX262" fmla="*/ 163830 w 1849755"/>
                <a:gd name="connsiteY262" fmla="*/ 982980 h 1850707"/>
                <a:gd name="connsiteX263" fmla="*/ 164783 w 1849755"/>
                <a:gd name="connsiteY263" fmla="*/ 989647 h 1850707"/>
                <a:gd name="connsiteX264" fmla="*/ 156210 w 1849755"/>
                <a:gd name="connsiteY264" fmla="*/ 993457 h 1850707"/>
                <a:gd name="connsiteX265" fmla="*/ 149543 w 1849755"/>
                <a:gd name="connsiteY265" fmla="*/ 998220 h 1850707"/>
                <a:gd name="connsiteX266" fmla="*/ 145733 w 1849755"/>
                <a:gd name="connsiteY266" fmla="*/ 1004887 h 1850707"/>
                <a:gd name="connsiteX267" fmla="*/ 145733 w 1849755"/>
                <a:gd name="connsiteY267" fmla="*/ 1013460 h 1850707"/>
                <a:gd name="connsiteX268" fmla="*/ 146685 w 1849755"/>
                <a:gd name="connsiteY268" fmla="*/ 1025842 h 1850707"/>
                <a:gd name="connsiteX269" fmla="*/ 181928 w 1849755"/>
                <a:gd name="connsiteY269" fmla="*/ 1022032 h 1850707"/>
                <a:gd name="connsiteX270" fmla="*/ 190500 w 1849755"/>
                <a:gd name="connsiteY270" fmla="*/ 1020127 h 1850707"/>
                <a:gd name="connsiteX271" fmla="*/ 195263 w 1849755"/>
                <a:gd name="connsiteY271" fmla="*/ 1016317 h 1850707"/>
                <a:gd name="connsiteX272" fmla="*/ 196215 w 1849755"/>
                <a:gd name="connsiteY272" fmla="*/ 1010602 h 1850707"/>
                <a:gd name="connsiteX273" fmla="*/ 195263 w 1849755"/>
                <a:gd name="connsiteY273" fmla="*/ 1000125 h 1850707"/>
                <a:gd name="connsiteX274" fmla="*/ 194310 w 1849755"/>
                <a:gd name="connsiteY274" fmla="*/ 992505 h 1850707"/>
                <a:gd name="connsiteX275" fmla="*/ 193358 w 1849755"/>
                <a:gd name="connsiteY275" fmla="*/ 984885 h 1850707"/>
                <a:gd name="connsiteX276" fmla="*/ 191453 w 1849755"/>
                <a:gd name="connsiteY276" fmla="*/ 978217 h 1850707"/>
                <a:gd name="connsiteX277" fmla="*/ 188595 w 1849755"/>
                <a:gd name="connsiteY277" fmla="*/ 973455 h 1850707"/>
                <a:gd name="connsiteX278" fmla="*/ 175260 w 1849755"/>
                <a:gd name="connsiteY278" fmla="*/ 965835 h 1850707"/>
                <a:gd name="connsiteX279" fmla="*/ 161925 w 1849755"/>
                <a:gd name="connsiteY279" fmla="*/ 961072 h 1850707"/>
                <a:gd name="connsiteX280" fmla="*/ 160973 w 1849755"/>
                <a:gd name="connsiteY280" fmla="*/ 954405 h 1850707"/>
                <a:gd name="connsiteX281" fmla="*/ 925830 w 1849755"/>
                <a:gd name="connsiteY281" fmla="*/ 826770 h 1850707"/>
                <a:gd name="connsiteX282" fmla="*/ 876300 w 1849755"/>
                <a:gd name="connsiteY282" fmla="*/ 876300 h 1850707"/>
                <a:gd name="connsiteX283" fmla="*/ 876300 w 1849755"/>
                <a:gd name="connsiteY283" fmla="*/ 905828 h 1850707"/>
                <a:gd name="connsiteX284" fmla="*/ 801053 w 1849755"/>
                <a:gd name="connsiteY284" fmla="*/ 929640 h 1850707"/>
                <a:gd name="connsiteX285" fmla="*/ 693420 w 1849755"/>
                <a:gd name="connsiteY285" fmla="*/ 1003935 h 1850707"/>
                <a:gd name="connsiteX286" fmla="*/ 604838 w 1849755"/>
                <a:gd name="connsiteY286" fmla="*/ 1112520 h 1850707"/>
                <a:gd name="connsiteX287" fmla="*/ 534353 w 1849755"/>
                <a:gd name="connsiteY287" fmla="*/ 1245870 h 1850707"/>
                <a:gd name="connsiteX288" fmla="*/ 559118 w 1849755"/>
                <a:gd name="connsiteY288" fmla="*/ 1308735 h 1850707"/>
                <a:gd name="connsiteX289" fmla="*/ 621983 w 1849755"/>
                <a:gd name="connsiteY289" fmla="*/ 1283018 h 1850707"/>
                <a:gd name="connsiteX290" fmla="*/ 759143 w 1849755"/>
                <a:gd name="connsiteY290" fmla="*/ 1072515 h 1850707"/>
                <a:gd name="connsiteX291" fmla="*/ 875348 w 1849755"/>
                <a:gd name="connsiteY291" fmla="*/ 1002983 h 1850707"/>
                <a:gd name="connsiteX292" fmla="*/ 875348 w 1849755"/>
                <a:gd name="connsiteY292" fmla="*/ 1081088 h 1850707"/>
                <a:gd name="connsiteX293" fmla="*/ 846773 w 1849755"/>
                <a:gd name="connsiteY293" fmla="*/ 1123950 h 1850707"/>
                <a:gd name="connsiteX294" fmla="*/ 834390 w 1849755"/>
                <a:gd name="connsiteY294" fmla="*/ 1131570 h 1850707"/>
                <a:gd name="connsiteX295" fmla="*/ 775335 w 1849755"/>
                <a:gd name="connsiteY295" fmla="*/ 1187768 h 1850707"/>
                <a:gd name="connsiteX296" fmla="*/ 697230 w 1849755"/>
                <a:gd name="connsiteY296" fmla="*/ 1363980 h 1850707"/>
                <a:gd name="connsiteX297" fmla="*/ 734378 w 1849755"/>
                <a:gd name="connsiteY297" fmla="*/ 1421130 h 1850707"/>
                <a:gd name="connsiteX298" fmla="*/ 791528 w 1849755"/>
                <a:gd name="connsiteY298" fmla="*/ 1383983 h 1850707"/>
                <a:gd name="connsiteX299" fmla="*/ 851535 w 1849755"/>
                <a:gd name="connsiteY299" fmla="*/ 1246823 h 1850707"/>
                <a:gd name="connsiteX300" fmla="*/ 925830 w 1849755"/>
                <a:gd name="connsiteY300" fmla="*/ 1199198 h 1850707"/>
                <a:gd name="connsiteX301" fmla="*/ 1000125 w 1849755"/>
                <a:gd name="connsiteY301" fmla="*/ 1246823 h 1850707"/>
                <a:gd name="connsiteX302" fmla="*/ 1060133 w 1849755"/>
                <a:gd name="connsiteY302" fmla="*/ 1383983 h 1850707"/>
                <a:gd name="connsiteX303" fmla="*/ 1117283 w 1849755"/>
                <a:gd name="connsiteY303" fmla="*/ 1421130 h 1850707"/>
                <a:gd name="connsiteX304" fmla="*/ 1154430 w 1849755"/>
                <a:gd name="connsiteY304" fmla="*/ 1363980 h 1850707"/>
                <a:gd name="connsiteX305" fmla="*/ 1076325 w 1849755"/>
                <a:gd name="connsiteY305" fmla="*/ 1187768 h 1850707"/>
                <a:gd name="connsiteX306" fmla="*/ 1017270 w 1849755"/>
                <a:gd name="connsiteY306" fmla="*/ 1131570 h 1850707"/>
                <a:gd name="connsiteX307" fmla="*/ 1004888 w 1849755"/>
                <a:gd name="connsiteY307" fmla="*/ 1123950 h 1850707"/>
                <a:gd name="connsiteX308" fmla="*/ 976313 w 1849755"/>
                <a:gd name="connsiteY308" fmla="*/ 1081088 h 1850707"/>
                <a:gd name="connsiteX309" fmla="*/ 976313 w 1849755"/>
                <a:gd name="connsiteY309" fmla="*/ 1002983 h 1850707"/>
                <a:gd name="connsiteX310" fmla="*/ 1092518 w 1849755"/>
                <a:gd name="connsiteY310" fmla="*/ 1072515 h 1850707"/>
                <a:gd name="connsiteX311" fmla="*/ 1229678 w 1849755"/>
                <a:gd name="connsiteY311" fmla="*/ 1283018 h 1850707"/>
                <a:gd name="connsiteX312" fmla="*/ 1292543 w 1849755"/>
                <a:gd name="connsiteY312" fmla="*/ 1308735 h 1850707"/>
                <a:gd name="connsiteX313" fmla="*/ 1317308 w 1849755"/>
                <a:gd name="connsiteY313" fmla="*/ 1245870 h 1850707"/>
                <a:gd name="connsiteX314" fmla="*/ 1246823 w 1849755"/>
                <a:gd name="connsiteY314" fmla="*/ 1112520 h 1850707"/>
                <a:gd name="connsiteX315" fmla="*/ 1158240 w 1849755"/>
                <a:gd name="connsiteY315" fmla="*/ 1003935 h 1850707"/>
                <a:gd name="connsiteX316" fmla="*/ 1050608 w 1849755"/>
                <a:gd name="connsiteY316" fmla="*/ 929640 h 1850707"/>
                <a:gd name="connsiteX317" fmla="*/ 975360 w 1849755"/>
                <a:gd name="connsiteY317" fmla="*/ 905828 h 1850707"/>
                <a:gd name="connsiteX318" fmla="*/ 975360 w 1849755"/>
                <a:gd name="connsiteY318" fmla="*/ 876300 h 1850707"/>
                <a:gd name="connsiteX319" fmla="*/ 925830 w 1849755"/>
                <a:gd name="connsiteY319" fmla="*/ 826770 h 1850707"/>
                <a:gd name="connsiteX320" fmla="*/ 1765935 w 1849755"/>
                <a:gd name="connsiteY320" fmla="*/ 802958 h 1850707"/>
                <a:gd name="connsiteX321" fmla="*/ 1772603 w 1849755"/>
                <a:gd name="connsiteY321" fmla="*/ 870585 h 1850707"/>
                <a:gd name="connsiteX322" fmla="*/ 1765935 w 1849755"/>
                <a:gd name="connsiteY322" fmla="*/ 871538 h 1850707"/>
                <a:gd name="connsiteX323" fmla="*/ 1764983 w 1849755"/>
                <a:gd name="connsiteY323" fmla="*/ 864870 h 1850707"/>
                <a:gd name="connsiteX324" fmla="*/ 1763078 w 1849755"/>
                <a:gd name="connsiteY324" fmla="*/ 858203 h 1850707"/>
                <a:gd name="connsiteX325" fmla="*/ 1759268 w 1849755"/>
                <a:gd name="connsiteY325" fmla="*/ 854393 h 1850707"/>
                <a:gd name="connsiteX326" fmla="*/ 1753553 w 1849755"/>
                <a:gd name="connsiteY326" fmla="*/ 853440 h 1850707"/>
                <a:gd name="connsiteX327" fmla="*/ 1667828 w 1849755"/>
                <a:gd name="connsiteY327" fmla="*/ 862013 h 1850707"/>
                <a:gd name="connsiteX328" fmla="*/ 1662113 w 1849755"/>
                <a:gd name="connsiteY328" fmla="*/ 863918 h 1850707"/>
                <a:gd name="connsiteX329" fmla="*/ 1659255 w 1849755"/>
                <a:gd name="connsiteY329" fmla="*/ 868680 h 1850707"/>
                <a:gd name="connsiteX330" fmla="*/ 1658303 w 1849755"/>
                <a:gd name="connsiteY330" fmla="*/ 874395 h 1850707"/>
                <a:gd name="connsiteX331" fmla="*/ 1658303 w 1849755"/>
                <a:gd name="connsiteY331" fmla="*/ 881063 h 1850707"/>
                <a:gd name="connsiteX332" fmla="*/ 1651635 w 1849755"/>
                <a:gd name="connsiteY332" fmla="*/ 883920 h 1850707"/>
                <a:gd name="connsiteX333" fmla="*/ 1644968 w 1849755"/>
                <a:gd name="connsiteY333" fmla="*/ 816293 h 1850707"/>
                <a:gd name="connsiteX334" fmla="*/ 1651635 w 1849755"/>
                <a:gd name="connsiteY334" fmla="*/ 815340 h 1850707"/>
                <a:gd name="connsiteX335" fmla="*/ 1652588 w 1849755"/>
                <a:gd name="connsiteY335" fmla="*/ 822008 h 1850707"/>
                <a:gd name="connsiteX336" fmla="*/ 1654493 w 1849755"/>
                <a:gd name="connsiteY336" fmla="*/ 827723 h 1850707"/>
                <a:gd name="connsiteX337" fmla="*/ 1658303 w 1849755"/>
                <a:gd name="connsiteY337" fmla="*/ 831533 h 1850707"/>
                <a:gd name="connsiteX338" fmla="*/ 1664018 w 1849755"/>
                <a:gd name="connsiteY338" fmla="*/ 832485 h 1850707"/>
                <a:gd name="connsiteX339" fmla="*/ 1749743 w 1849755"/>
                <a:gd name="connsiteY339" fmla="*/ 823913 h 1850707"/>
                <a:gd name="connsiteX340" fmla="*/ 1754505 w 1849755"/>
                <a:gd name="connsiteY340" fmla="*/ 822008 h 1850707"/>
                <a:gd name="connsiteX341" fmla="*/ 1757363 w 1849755"/>
                <a:gd name="connsiteY341" fmla="*/ 817245 h 1850707"/>
                <a:gd name="connsiteX342" fmla="*/ 1758315 w 1849755"/>
                <a:gd name="connsiteY342" fmla="*/ 810578 h 1850707"/>
                <a:gd name="connsiteX343" fmla="*/ 1759268 w 1849755"/>
                <a:gd name="connsiteY343" fmla="*/ 803910 h 1850707"/>
                <a:gd name="connsiteX344" fmla="*/ 94297 w 1849755"/>
                <a:gd name="connsiteY344" fmla="*/ 735330 h 1850707"/>
                <a:gd name="connsiteX345" fmla="*/ 100965 w 1849755"/>
                <a:gd name="connsiteY345" fmla="*/ 736282 h 1850707"/>
                <a:gd name="connsiteX346" fmla="*/ 101917 w 1849755"/>
                <a:gd name="connsiteY346" fmla="*/ 752475 h 1850707"/>
                <a:gd name="connsiteX347" fmla="*/ 108585 w 1849755"/>
                <a:gd name="connsiteY347" fmla="*/ 766762 h 1850707"/>
                <a:gd name="connsiteX348" fmla="*/ 120967 w 1849755"/>
                <a:gd name="connsiteY348" fmla="*/ 783907 h 1850707"/>
                <a:gd name="connsiteX349" fmla="*/ 134302 w 1849755"/>
                <a:gd name="connsiteY349" fmla="*/ 801052 h 1850707"/>
                <a:gd name="connsiteX350" fmla="*/ 161925 w 1849755"/>
                <a:gd name="connsiteY350" fmla="*/ 784860 h 1850707"/>
                <a:gd name="connsiteX351" fmla="*/ 193357 w 1849755"/>
                <a:gd name="connsiteY351" fmla="*/ 765810 h 1850707"/>
                <a:gd name="connsiteX352" fmla="*/ 200977 w 1849755"/>
                <a:gd name="connsiteY352" fmla="*/ 760095 h 1850707"/>
                <a:gd name="connsiteX353" fmla="*/ 207645 w 1849755"/>
                <a:gd name="connsiteY353" fmla="*/ 752475 h 1850707"/>
                <a:gd name="connsiteX354" fmla="*/ 209550 w 1849755"/>
                <a:gd name="connsiteY354" fmla="*/ 747712 h 1850707"/>
                <a:gd name="connsiteX355" fmla="*/ 210502 w 1849755"/>
                <a:gd name="connsiteY355" fmla="*/ 742950 h 1850707"/>
                <a:gd name="connsiteX356" fmla="*/ 218122 w 1849755"/>
                <a:gd name="connsiteY356" fmla="*/ 745807 h 1850707"/>
                <a:gd name="connsiteX357" fmla="*/ 211455 w 1849755"/>
                <a:gd name="connsiteY357" fmla="*/ 793432 h 1850707"/>
                <a:gd name="connsiteX358" fmla="*/ 180975 w 1849755"/>
                <a:gd name="connsiteY358" fmla="*/ 808672 h 1850707"/>
                <a:gd name="connsiteX359" fmla="*/ 149542 w 1849755"/>
                <a:gd name="connsiteY359" fmla="*/ 826770 h 1850707"/>
                <a:gd name="connsiteX360" fmla="*/ 148590 w 1849755"/>
                <a:gd name="connsiteY360" fmla="*/ 831532 h 1850707"/>
                <a:gd name="connsiteX361" fmla="*/ 186690 w 1849755"/>
                <a:gd name="connsiteY361" fmla="*/ 837247 h 1850707"/>
                <a:gd name="connsiteX362" fmla="*/ 192405 w 1849755"/>
                <a:gd name="connsiteY362" fmla="*/ 837247 h 1850707"/>
                <a:gd name="connsiteX363" fmla="*/ 196215 w 1849755"/>
                <a:gd name="connsiteY363" fmla="*/ 833437 h 1850707"/>
                <a:gd name="connsiteX364" fmla="*/ 198120 w 1849755"/>
                <a:gd name="connsiteY364" fmla="*/ 829627 h 1850707"/>
                <a:gd name="connsiteX365" fmla="*/ 200025 w 1849755"/>
                <a:gd name="connsiteY365" fmla="*/ 823912 h 1850707"/>
                <a:gd name="connsiteX366" fmla="*/ 206692 w 1849755"/>
                <a:gd name="connsiteY366" fmla="*/ 824865 h 1850707"/>
                <a:gd name="connsiteX367" fmla="*/ 197167 w 1849755"/>
                <a:gd name="connsiteY367" fmla="*/ 888682 h 1850707"/>
                <a:gd name="connsiteX368" fmla="*/ 190500 w 1849755"/>
                <a:gd name="connsiteY368" fmla="*/ 886777 h 1850707"/>
                <a:gd name="connsiteX369" fmla="*/ 190500 w 1849755"/>
                <a:gd name="connsiteY369" fmla="*/ 880110 h 1850707"/>
                <a:gd name="connsiteX370" fmla="*/ 190500 w 1849755"/>
                <a:gd name="connsiteY370" fmla="*/ 874395 h 1850707"/>
                <a:gd name="connsiteX371" fmla="*/ 187642 w 1849755"/>
                <a:gd name="connsiteY371" fmla="*/ 869632 h 1850707"/>
                <a:gd name="connsiteX372" fmla="*/ 182880 w 1849755"/>
                <a:gd name="connsiteY372" fmla="*/ 867727 h 1850707"/>
                <a:gd name="connsiteX373" fmla="*/ 97155 w 1849755"/>
                <a:gd name="connsiteY373" fmla="*/ 855345 h 1850707"/>
                <a:gd name="connsiteX374" fmla="*/ 92392 w 1849755"/>
                <a:gd name="connsiteY374" fmla="*/ 855345 h 1850707"/>
                <a:gd name="connsiteX375" fmla="*/ 88582 w 1849755"/>
                <a:gd name="connsiteY375" fmla="*/ 859155 h 1850707"/>
                <a:gd name="connsiteX376" fmla="*/ 85725 w 1849755"/>
                <a:gd name="connsiteY376" fmla="*/ 864870 h 1850707"/>
                <a:gd name="connsiteX377" fmla="*/ 83820 w 1849755"/>
                <a:gd name="connsiteY377" fmla="*/ 870585 h 1850707"/>
                <a:gd name="connsiteX378" fmla="*/ 76200 w 1849755"/>
                <a:gd name="connsiteY378" fmla="*/ 869632 h 1850707"/>
                <a:gd name="connsiteX379" fmla="*/ 85725 w 1849755"/>
                <a:gd name="connsiteY379" fmla="*/ 802957 h 1850707"/>
                <a:gd name="connsiteX380" fmla="*/ 92392 w 1849755"/>
                <a:gd name="connsiteY380" fmla="*/ 803910 h 1850707"/>
                <a:gd name="connsiteX381" fmla="*/ 92392 w 1849755"/>
                <a:gd name="connsiteY381" fmla="*/ 810577 h 1850707"/>
                <a:gd name="connsiteX382" fmla="*/ 92392 w 1849755"/>
                <a:gd name="connsiteY382" fmla="*/ 817245 h 1850707"/>
                <a:gd name="connsiteX383" fmla="*/ 95250 w 1849755"/>
                <a:gd name="connsiteY383" fmla="*/ 822007 h 1850707"/>
                <a:gd name="connsiteX384" fmla="*/ 100012 w 1849755"/>
                <a:gd name="connsiteY384" fmla="*/ 823912 h 1850707"/>
                <a:gd name="connsiteX385" fmla="*/ 140970 w 1849755"/>
                <a:gd name="connsiteY385" fmla="*/ 829627 h 1850707"/>
                <a:gd name="connsiteX386" fmla="*/ 141922 w 1849755"/>
                <a:gd name="connsiteY386" fmla="*/ 825817 h 1850707"/>
                <a:gd name="connsiteX387" fmla="*/ 129540 w 1849755"/>
                <a:gd name="connsiteY387" fmla="*/ 808672 h 1850707"/>
                <a:gd name="connsiteX388" fmla="*/ 117157 w 1849755"/>
                <a:gd name="connsiteY388" fmla="*/ 792480 h 1850707"/>
                <a:gd name="connsiteX389" fmla="*/ 106680 w 1849755"/>
                <a:gd name="connsiteY389" fmla="*/ 781050 h 1850707"/>
                <a:gd name="connsiteX390" fmla="*/ 99060 w 1849755"/>
                <a:gd name="connsiteY390" fmla="*/ 776287 h 1850707"/>
                <a:gd name="connsiteX391" fmla="*/ 96202 w 1849755"/>
                <a:gd name="connsiteY391" fmla="*/ 779145 h 1850707"/>
                <a:gd name="connsiteX392" fmla="*/ 93345 w 1849755"/>
                <a:gd name="connsiteY392" fmla="*/ 788670 h 1850707"/>
                <a:gd name="connsiteX393" fmla="*/ 86677 w 1849755"/>
                <a:gd name="connsiteY393" fmla="*/ 787717 h 1850707"/>
                <a:gd name="connsiteX394" fmla="*/ 1698308 w 1849755"/>
                <a:gd name="connsiteY394" fmla="*/ 618173 h 1850707"/>
                <a:gd name="connsiteX395" fmla="*/ 1712595 w 1849755"/>
                <a:gd name="connsiteY395" fmla="*/ 622935 h 1850707"/>
                <a:gd name="connsiteX396" fmla="*/ 1724978 w 1849755"/>
                <a:gd name="connsiteY396" fmla="*/ 634365 h 1850707"/>
                <a:gd name="connsiteX397" fmla="*/ 1734503 w 1849755"/>
                <a:gd name="connsiteY397" fmla="*/ 651510 h 1850707"/>
                <a:gd name="connsiteX398" fmla="*/ 1738313 w 1849755"/>
                <a:gd name="connsiteY398" fmla="*/ 670560 h 1850707"/>
                <a:gd name="connsiteX399" fmla="*/ 1737360 w 1849755"/>
                <a:gd name="connsiteY399" fmla="*/ 685800 h 1850707"/>
                <a:gd name="connsiteX400" fmla="*/ 1744028 w 1849755"/>
                <a:gd name="connsiteY400" fmla="*/ 688658 h 1850707"/>
                <a:gd name="connsiteX401" fmla="*/ 1746885 w 1849755"/>
                <a:gd name="connsiteY401" fmla="*/ 695325 h 1850707"/>
                <a:gd name="connsiteX402" fmla="*/ 1707833 w 1849755"/>
                <a:gd name="connsiteY402" fmla="*/ 709613 h 1850707"/>
                <a:gd name="connsiteX403" fmla="*/ 1705928 w 1849755"/>
                <a:gd name="connsiteY403" fmla="*/ 702945 h 1850707"/>
                <a:gd name="connsiteX404" fmla="*/ 1717358 w 1849755"/>
                <a:gd name="connsiteY404" fmla="*/ 692468 h 1850707"/>
                <a:gd name="connsiteX405" fmla="*/ 1725930 w 1849755"/>
                <a:gd name="connsiteY405" fmla="*/ 681990 h 1850707"/>
                <a:gd name="connsiteX406" fmla="*/ 1730693 w 1849755"/>
                <a:gd name="connsiteY406" fmla="*/ 670560 h 1850707"/>
                <a:gd name="connsiteX407" fmla="*/ 1729740 w 1849755"/>
                <a:gd name="connsiteY407" fmla="*/ 657225 h 1850707"/>
                <a:gd name="connsiteX408" fmla="*/ 1720215 w 1849755"/>
                <a:gd name="connsiteY408" fmla="*/ 644843 h 1850707"/>
                <a:gd name="connsiteX409" fmla="*/ 1705928 w 1849755"/>
                <a:gd name="connsiteY409" fmla="*/ 642938 h 1850707"/>
                <a:gd name="connsiteX410" fmla="*/ 1696403 w 1849755"/>
                <a:gd name="connsiteY410" fmla="*/ 651510 h 1850707"/>
                <a:gd name="connsiteX411" fmla="*/ 1693545 w 1849755"/>
                <a:gd name="connsiteY411" fmla="*/ 669608 h 1850707"/>
                <a:gd name="connsiteX412" fmla="*/ 1693545 w 1849755"/>
                <a:gd name="connsiteY412" fmla="*/ 682943 h 1850707"/>
                <a:gd name="connsiteX413" fmla="*/ 1693545 w 1849755"/>
                <a:gd name="connsiteY413" fmla="*/ 695325 h 1850707"/>
                <a:gd name="connsiteX414" fmla="*/ 1686878 w 1849755"/>
                <a:gd name="connsiteY414" fmla="*/ 717233 h 1850707"/>
                <a:gd name="connsiteX415" fmla="*/ 1668780 w 1849755"/>
                <a:gd name="connsiteY415" fmla="*/ 730568 h 1850707"/>
                <a:gd name="connsiteX416" fmla="*/ 1653540 w 1849755"/>
                <a:gd name="connsiteY416" fmla="*/ 731520 h 1850707"/>
                <a:gd name="connsiteX417" fmla="*/ 1638300 w 1849755"/>
                <a:gd name="connsiteY417" fmla="*/ 725805 h 1850707"/>
                <a:gd name="connsiteX418" fmla="*/ 1624965 w 1849755"/>
                <a:gd name="connsiteY418" fmla="*/ 713423 h 1850707"/>
                <a:gd name="connsiteX419" fmla="*/ 1611630 w 1849755"/>
                <a:gd name="connsiteY419" fmla="*/ 696278 h 1850707"/>
                <a:gd name="connsiteX420" fmla="*/ 1607820 w 1849755"/>
                <a:gd name="connsiteY420" fmla="*/ 675323 h 1850707"/>
                <a:gd name="connsiteX421" fmla="*/ 1608773 w 1849755"/>
                <a:gd name="connsiteY421" fmla="*/ 658178 h 1850707"/>
                <a:gd name="connsiteX422" fmla="*/ 1601153 w 1849755"/>
                <a:gd name="connsiteY422" fmla="*/ 654368 h 1850707"/>
                <a:gd name="connsiteX423" fmla="*/ 1599248 w 1849755"/>
                <a:gd name="connsiteY423" fmla="*/ 647700 h 1850707"/>
                <a:gd name="connsiteX424" fmla="*/ 1641158 w 1849755"/>
                <a:gd name="connsiteY424" fmla="*/ 632460 h 1850707"/>
                <a:gd name="connsiteX425" fmla="*/ 1643063 w 1849755"/>
                <a:gd name="connsiteY425" fmla="*/ 639128 h 1850707"/>
                <a:gd name="connsiteX426" fmla="*/ 1632585 w 1849755"/>
                <a:gd name="connsiteY426" fmla="*/ 649605 h 1850707"/>
                <a:gd name="connsiteX427" fmla="*/ 1624013 w 1849755"/>
                <a:gd name="connsiteY427" fmla="*/ 661988 h 1850707"/>
                <a:gd name="connsiteX428" fmla="*/ 1619250 w 1849755"/>
                <a:gd name="connsiteY428" fmla="*/ 676275 h 1850707"/>
                <a:gd name="connsiteX429" fmla="*/ 1620203 w 1849755"/>
                <a:gd name="connsiteY429" fmla="*/ 691515 h 1850707"/>
                <a:gd name="connsiteX430" fmla="*/ 1631633 w 1849755"/>
                <a:gd name="connsiteY430" fmla="*/ 706755 h 1850707"/>
                <a:gd name="connsiteX431" fmla="*/ 1646873 w 1849755"/>
                <a:gd name="connsiteY431" fmla="*/ 707708 h 1850707"/>
                <a:gd name="connsiteX432" fmla="*/ 1656398 w 1849755"/>
                <a:gd name="connsiteY432" fmla="*/ 699135 h 1850707"/>
                <a:gd name="connsiteX433" fmla="*/ 1659255 w 1849755"/>
                <a:gd name="connsiteY433" fmla="*/ 681038 h 1850707"/>
                <a:gd name="connsiteX434" fmla="*/ 1659255 w 1849755"/>
                <a:gd name="connsiteY434" fmla="*/ 666750 h 1850707"/>
                <a:gd name="connsiteX435" fmla="*/ 1659255 w 1849755"/>
                <a:gd name="connsiteY435" fmla="*/ 654368 h 1850707"/>
                <a:gd name="connsiteX436" fmla="*/ 1666875 w 1849755"/>
                <a:gd name="connsiteY436" fmla="*/ 632460 h 1850707"/>
                <a:gd name="connsiteX437" fmla="*/ 1684020 w 1849755"/>
                <a:gd name="connsiteY437" fmla="*/ 620078 h 1850707"/>
                <a:gd name="connsiteX438" fmla="*/ 1698308 w 1849755"/>
                <a:gd name="connsiteY438" fmla="*/ 618173 h 1850707"/>
                <a:gd name="connsiteX439" fmla="*/ 148590 w 1849755"/>
                <a:gd name="connsiteY439" fmla="*/ 579120 h 1850707"/>
                <a:gd name="connsiteX440" fmla="*/ 155257 w 1849755"/>
                <a:gd name="connsiteY440" fmla="*/ 581977 h 1850707"/>
                <a:gd name="connsiteX441" fmla="*/ 153352 w 1849755"/>
                <a:gd name="connsiteY441" fmla="*/ 588645 h 1850707"/>
                <a:gd name="connsiteX442" fmla="*/ 152400 w 1849755"/>
                <a:gd name="connsiteY442" fmla="*/ 595312 h 1850707"/>
                <a:gd name="connsiteX443" fmla="*/ 154305 w 1849755"/>
                <a:gd name="connsiteY443" fmla="*/ 601027 h 1850707"/>
                <a:gd name="connsiteX444" fmla="*/ 159067 w 1849755"/>
                <a:gd name="connsiteY444" fmla="*/ 603885 h 1850707"/>
                <a:gd name="connsiteX445" fmla="*/ 239077 w 1849755"/>
                <a:gd name="connsiteY445" fmla="*/ 636270 h 1850707"/>
                <a:gd name="connsiteX446" fmla="*/ 243840 w 1849755"/>
                <a:gd name="connsiteY446" fmla="*/ 637222 h 1850707"/>
                <a:gd name="connsiteX447" fmla="*/ 248602 w 1849755"/>
                <a:gd name="connsiteY447" fmla="*/ 634365 h 1850707"/>
                <a:gd name="connsiteX448" fmla="*/ 252412 w 1849755"/>
                <a:gd name="connsiteY448" fmla="*/ 629602 h 1850707"/>
                <a:gd name="connsiteX449" fmla="*/ 256222 w 1849755"/>
                <a:gd name="connsiteY449" fmla="*/ 622935 h 1850707"/>
                <a:gd name="connsiteX450" fmla="*/ 263842 w 1849755"/>
                <a:gd name="connsiteY450" fmla="*/ 624840 h 1850707"/>
                <a:gd name="connsiteX451" fmla="*/ 238125 w 1849755"/>
                <a:gd name="connsiteY451" fmla="*/ 687705 h 1850707"/>
                <a:gd name="connsiteX452" fmla="*/ 231457 w 1849755"/>
                <a:gd name="connsiteY452" fmla="*/ 684847 h 1850707"/>
                <a:gd name="connsiteX453" fmla="*/ 233362 w 1849755"/>
                <a:gd name="connsiteY453" fmla="*/ 678180 h 1850707"/>
                <a:gd name="connsiteX454" fmla="*/ 234315 w 1849755"/>
                <a:gd name="connsiteY454" fmla="*/ 672465 h 1850707"/>
                <a:gd name="connsiteX455" fmla="*/ 232410 w 1849755"/>
                <a:gd name="connsiteY455" fmla="*/ 667702 h 1850707"/>
                <a:gd name="connsiteX456" fmla="*/ 227647 w 1849755"/>
                <a:gd name="connsiteY456" fmla="*/ 664845 h 1850707"/>
                <a:gd name="connsiteX457" fmla="*/ 147637 w 1849755"/>
                <a:gd name="connsiteY457" fmla="*/ 632460 h 1850707"/>
                <a:gd name="connsiteX458" fmla="*/ 142875 w 1849755"/>
                <a:gd name="connsiteY458" fmla="*/ 631507 h 1850707"/>
                <a:gd name="connsiteX459" fmla="*/ 138112 w 1849755"/>
                <a:gd name="connsiteY459" fmla="*/ 634365 h 1850707"/>
                <a:gd name="connsiteX460" fmla="*/ 134302 w 1849755"/>
                <a:gd name="connsiteY460" fmla="*/ 639127 h 1850707"/>
                <a:gd name="connsiteX461" fmla="*/ 130492 w 1849755"/>
                <a:gd name="connsiteY461" fmla="*/ 644842 h 1850707"/>
                <a:gd name="connsiteX462" fmla="*/ 123825 w 1849755"/>
                <a:gd name="connsiteY462" fmla="*/ 641985 h 1850707"/>
                <a:gd name="connsiteX463" fmla="*/ 1624013 w 1849755"/>
                <a:gd name="connsiteY463" fmla="*/ 458153 h 1850707"/>
                <a:gd name="connsiteX464" fmla="*/ 1581150 w 1849755"/>
                <a:gd name="connsiteY464" fmla="*/ 485775 h 1850707"/>
                <a:gd name="connsiteX465" fmla="*/ 1584960 w 1849755"/>
                <a:gd name="connsiteY465" fmla="*/ 491490 h 1850707"/>
                <a:gd name="connsiteX466" fmla="*/ 1601153 w 1849755"/>
                <a:gd name="connsiteY466" fmla="*/ 503873 h 1850707"/>
                <a:gd name="connsiteX467" fmla="*/ 1622108 w 1849755"/>
                <a:gd name="connsiteY467" fmla="*/ 498158 h 1850707"/>
                <a:gd name="connsiteX468" fmla="*/ 1633538 w 1849755"/>
                <a:gd name="connsiteY468" fmla="*/ 482918 h 1850707"/>
                <a:gd name="connsiteX469" fmla="*/ 1627823 w 1849755"/>
                <a:gd name="connsiteY469" fmla="*/ 463868 h 1850707"/>
                <a:gd name="connsiteX470" fmla="*/ 1603058 w 1849755"/>
                <a:gd name="connsiteY470" fmla="*/ 412433 h 1850707"/>
                <a:gd name="connsiteX471" fmla="*/ 1640205 w 1849755"/>
                <a:gd name="connsiteY471" fmla="*/ 469583 h 1850707"/>
                <a:gd name="connsiteX472" fmla="*/ 1653540 w 1849755"/>
                <a:gd name="connsiteY472" fmla="*/ 502920 h 1850707"/>
                <a:gd name="connsiteX473" fmla="*/ 1642110 w 1849755"/>
                <a:gd name="connsiteY473" fmla="*/ 524828 h 1850707"/>
                <a:gd name="connsiteX474" fmla="*/ 1621155 w 1849755"/>
                <a:gd name="connsiteY474" fmla="*/ 529590 h 1850707"/>
                <a:gd name="connsiteX475" fmla="*/ 1599248 w 1849755"/>
                <a:gd name="connsiteY475" fmla="*/ 517208 h 1850707"/>
                <a:gd name="connsiteX476" fmla="*/ 1591628 w 1849755"/>
                <a:gd name="connsiteY476" fmla="*/ 538163 h 1850707"/>
                <a:gd name="connsiteX477" fmla="*/ 1583055 w 1849755"/>
                <a:gd name="connsiteY477" fmla="*/ 562928 h 1850707"/>
                <a:gd name="connsiteX478" fmla="*/ 1580198 w 1849755"/>
                <a:gd name="connsiteY478" fmla="*/ 573405 h 1850707"/>
                <a:gd name="connsiteX479" fmla="*/ 1579245 w 1849755"/>
                <a:gd name="connsiteY479" fmla="*/ 583883 h 1850707"/>
                <a:gd name="connsiteX480" fmla="*/ 1581150 w 1849755"/>
                <a:gd name="connsiteY480" fmla="*/ 588645 h 1850707"/>
                <a:gd name="connsiteX481" fmla="*/ 1583055 w 1849755"/>
                <a:gd name="connsiteY481" fmla="*/ 592455 h 1850707"/>
                <a:gd name="connsiteX482" fmla="*/ 1577340 w 1849755"/>
                <a:gd name="connsiteY482" fmla="*/ 596265 h 1850707"/>
                <a:gd name="connsiteX483" fmla="*/ 1551623 w 1849755"/>
                <a:gd name="connsiteY483" fmla="*/ 557213 h 1850707"/>
                <a:gd name="connsiteX484" fmla="*/ 1565910 w 1849755"/>
                <a:gd name="connsiteY484" fmla="*/ 524828 h 1850707"/>
                <a:gd name="connsiteX485" fmla="*/ 1576388 w 1849755"/>
                <a:gd name="connsiteY485" fmla="*/ 494348 h 1850707"/>
                <a:gd name="connsiteX486" fmla="*/ 1573530 w 1849755"/>
                <a:gd name="connsiteY486" fmla="*/ 490538 h 1850707"/>
                <a:gd name="connsiteX487" fmla="*/ 1542098 w 1849755"/>
                <a:gd name="connsiteY487" fmla="*/ 510540 h 1850707"/>
                <a:gd name="connsiteX488" fmla="*/ 1538288 w 1849755"/>
                <a:gd name="connsiteY488" fmla="*/ 514350 h 1850707"/>
                <a:gd name="connsiteX489" fmla="*/ 1537335 w 1849755"/>
                <a:gd name="connsiteY489" fmla="*/ 520065 h 1850707"/>
                <a:gd name="connsiteX490" fmla="*/ 1539240 w 1849755"/>
                <a:gd name="connsiteY490" fmla="*/ 524828 h 1850707"/>
                <a:gd name="connsiteX491" fmla="*/ 1541145 w 1849755"/>
                <a:gd name="connsiteY491" fmla="*/ 530543 h 1850707"/>
                <a:gd name="connsiteX492" fmla="*/ 1535430 w 1849755"/>
                <a:gd name="connsiteY492" fmla="*/ 534353 h 1850707"/>
                <a:gd name="connsiteX493" fmla="*/ 1500188 w 1849755"/>
                <a:gd name="connsiteY493" fmla="*/ 479108 h 1850707"/>
                <a:gd name="connsiteX494" fmla="*/ 1505903 w 1849755"/>
                <a:gd name="connsiteY494" fmla="*/ 475298 h 1850707"/>
                <a:gd name="connsiteX495" fmla="*/ 1509713 w 1849755"/>
                <a:gd name="connsiteY495" fmla="*/ 481013 h 1850707"/>
                <a:gd name="connsiteX496" fmla="*/ 1513523 w 1849755"/>
                <a:gd name="connsiteY496" fmla="*/ 484823 h 1850707"/>
                <a:gd name="connsiteX497" fmla="*/ 1519238 w 1849755"/>
                <a:gd name="connsiteY497" fmla="*/ 486728 h 1850707"/>
                <a:gd name="connsiteX498" fmla="*/ 1524000 w 1849755"/>
                <a:gd name="connsiteY498" fmla="*/ 484823 h 1850707"/>
                <a:gd name="connsiteX499" fmla="*/ 1596390 w 1849755"/>
                <a:gd name="connsiteY499" fmla="*/ 438150 h 1850707"/>
                <a:gd name="connsiteX500" fmla="*/ 1600200 w 1849755"/>
                <a:gd name="connsiteY500" fmla="*/ 434340 h 1850707"/>
                <a:gd name="connsiteX501" fmla="*/ 1601153 w 1849755"/>
                <a:gd name="connsiteY501" fmla="*/ 428625 h 1850707"/>
                <a:gd name="connsiteX502" fmla="*/ 1599248 w 1849755"/>
                <a:gd name="connsiteY502" fmla="*/ 421958 h 1850707"/>
                <a:gd name="connsiteX503" fmla="*/ 1597343 w 1849755"/>
                <a:gd name="connsiteY503" fmla="*/ 416243 h 1850707"/>
                <a:gd name="connsiteX504" fmla="*/ 1016318 w 1849755"/>
                <a:gd name="connsiteY504" fmla="*/ 398145 h 1850707"/>
                <a:gd name="connsiteX505" fmla="*/ 968693 w 1849755"/>
                <a:gd name="connsiteY505" fmla="*/ 447675 h 1850707"/>
                <a:gd name="connsiteX506" fmla="*/ 968693 w 1849755"/>
                <a:gd name="connsiteY506" fmla="*/ 449580 h 1850707"/>
                <a:gd name="connsiteX507" fmla="*/ 968693 w 1849755"/>
                <a:gd name="connsiteY507" fmla="*/ 733425 h 1850707"/>
                <a:gd name="connsiteX508" fmla="*/ 968693 w 1849755"/>
                <a:gd name="connsiteY508" fmla="*/ 758190 h 1850707"/>
                <a:gd name="connsiteX509" fmla="*/ 1005840 w 1849755"/>
                <a:gd name="connsiteY509" fmla="*/ 803910 h 1850707"/>
                <a:gd name="connsiteX510" fmla="*/ 1188720 w 1849755"/>
                <a:gd name="connsiteY510" fmla="*/ 899160 h 1850707"/>
                <a:gd name="connsiteX511" fmla="*/ 1351598 w 1849755"/>
                <a:gd name="connsiteY511" fmla="*/ 1087755 h 1850707"/>
                <a:gd name="connsiteX512" fmla="*/ 1418273 w 1849755"/>
                <a:gd name="connsiteY512" fmla="*/ 1102043 h 1850707"/>
                <a:gd name="connsiteX513" fmla="*/ 1440180 w 1849755"/>
                <a:gd name="connsiteY513" fmla="*/ 1062038 h 1850707"/>
                <a:gd name="connsiteX514" fmla="*/ 1432560 w 1849755"/>
                <a:gd name="connsiteY514" fmla="*/ 1035368 h 1850707"/>
                <a:gd name="connsiteX515" fmla="*/ 1249680 w 1849755"/>
                <a:gd name="connsiteY515" fmla="*/ 825818 h 1850707"/>
                <a:gd name="connsiteX516" fmla="*/ 1066800 w 1849755"/>
                <a:gd name="connsiteY516" fmla="*/ 721995 h 1850707"/>
                <a:gd name="connsiteX517" fmla="*/ 1066800 w 1849755"/>
                <a:gd name="connsiteY517" fmla="*/ 611505 h 1850707"/>
                <a:gd name="connsiteX518" fmla="*/ 1331595 w 1849755"/>
                <a:gd name="connsiteY518" fmla="*/ 757238 h 1850707"/>
                <a:gd name="connsiteX519" fmla="*/ 1399223 w 1849755"/>
                <a:gd name="connsiteY519" fmla="*/ 751523 h 1850707"/>
                <a:gd name="connsiteX520" fmla="*/ 1393508 w 1849755"/>
                <a:gd name="connsiteY520" fmla="*/ 683895 h 1850707"/>
                <a:gd name="connsiteX521" fmla="*/ 1223010 w 1849755"/>
                <a:gd name="connsiteY521" fmla="*/ 570548 h 1850707"/>
                <a:gd name="connsiteX522" fmla="*/ 1065848 w 1849755"/>
                <a:gd name="connsiteY522" fmla="*/ 512445 h 1850707"/>
                <a:gd name="connsiteX523" fmla="*/ 1065848 w 1849755"/>
                <a:gd name="connsiteY523" fmla="*/ 447675 h 1850707"/>
                <a:gd name="connsiteX524" fmla="*/ 1016318 w 1849755"/>
                <a:gd name="connsiteY524" fmla="*/ 398145 h 1850707"/>
                <a:gd name="connsiteX525" fmla="*/ 833438 w 1849755"/>
                <a:gd name="connsiteY525" fmla="*/ 398145 h 1850707"/>
                <a:gd name="connsiteX526" fmla="*/ 783908 w 1849755"/>
                <a:gd name="connsiteY526" fmla="*/ 447675 h 1850707"/>
                <a:gd name="connsiteX527" fmla="*/ 783908 w 1849755"/>
                <a:gd name="connsiteY527" fmla="*/ 512445 h 1850707"/>
                <a:gd name="connsiteX528" fmla="*/ 626745 w 1849755"/>
                <a:gd name="connsiteY528" fmla="*/ 570548 h 1850707"/>
                <a:gd name="connsiteX529" fmla="*/ 456248 w 1849755"/>
                <a:gd name="connsiteY529" fmla="*/ 683895 h 1850707"/>
                <a:gd name="connsiteX530" fmla="*/ 451485 w 1849755"/>
                <a:gd name="connsiteY530" fmla="*/ 751523 h 1850707"/>
                <a:gd name="connsiteX531" fmla="*/ 519113 w 1849755"/>
                <a:gd name="connsiteY531" fmla="*/ 757238 h 1850707"/>
                <a:gd name="connsiteX532" fmla="*/ 783908 w 1849755"/>
                <a:gd name="connsiteY532" fmla="*/ 611505 h 1850707"/>
                <a:gd name="connsiteX533" fmla="*/ 783908 w 1849755"/>
                <a:gd name="connsiteY533" fmla="*/ 721995 h 1850707"/>
                <a:gd name="connsiteX534" fmla="*/ 601028 w 1849755"/>
                <a:gd name="connsiteY534" fmla="*/ 825818 h 1850707"/>
                <a:gd name="connsiteX535" fmla="*/ 418148 w 1849755"/>
                <a:gd name="connsiteY535" fmla="*/ 1035368 h 1850707"/>
                <a:gd name="connsiteX536" fmla="*/ 410528 w 1849755"/>
                <a:gd name="connsiteY536" fmla="*/ 1062038 h 1850707"/>
                <a:gd name="connsiteX537" fmla="*/ 432435 w 1849755"/>
                <a:gd name="connsiteY537" fmla="*/ 1102043 h 1850707"/>
                <a:gd name="connsiteX538" fmla="*/ 499110 w 1849755"/>
                <a:gd name="connsiteY538" fmla="*/ 1087755 h 1850707"/>
                <a:gd name="connsiteX539" fmla="*/ 661988 w 1849755"/>
                <a:gd name="connsiteY539" fmla="*/ 899160 h 1850707"/>
                <a:gd name="connsiteX540" fmla="*/ 844868 w 1849755"/>
                <a:gd name="connsiteY540" fmla="*/ 803910 h 1850707"/>
                <a:gd name="connsiteX541" fmla="*/ 882015 w 1849755"/>
                <a:gd name="connsiteY541" fmla="*/ 758190 h 1850707"/>
                <a:gd name="connsiteX542" fmla="*/ 882015 w 1849755"/>
                <a:gd name="connsiteY542" fmla="*/ 733425 h 1850707"/>
                <a:gd name="connsiteX543" fmla="*/ 882015 w 1849755"/>
                <a:gd name="connsiteY543" fmla="*/ 449580 h 1850707"/>
                <a:gd name="connsiteX544" fmla="*/ 882015 w 1849755"/>
                <a:gd name="connsiteY544" fmla="*/ 447675 h 1850707"/>
                <a:gd name="connsiteX545" fmla="*/ 833438 w 1849755"/>
                <a:gd name="connsiteY545" fmla="*/ 398145 h 1850707"/>
                <a:gd name="connsiteX546" fmla="*/ 278130 w 1849755"/>
                <a:gd name="connsiteY546" fmla="*/ 373380 h 1850707"/>
                <a:gd name="connsiteX547" fmla="*/ 283845 w 1849755"/>
                <a:gd name="connsiteY547" fmla="*/ 377190 h 1850707"/>
                <a:gd name="connsiteX548" fmla="*/ 280987 w 1849755"/>
                <a:gd name="connsiteY548" fmla="*/ 382905 h 1850707"/>
                <a:gd name="connsiteX549" fmla="*/ 279082 w 1849755"/>
                <a:gd name="connsiteY549" fmla="*/ 391477 h 1850707"/>
                <a:gd name="connsiteX550" fmla="*/ 282892 w 1849755"/>
                <a:gd name="connsiteY550" fmla="*/ 400050 h 1850707"/>
                <a:gd name="connsiteX551" fmla="*/ 295275 w 1849755"/>
                <a:gd name="connsiteY551" fmla="*/ 410527 h 1850707"/>
                <a:gd name="connsiteX552" fmla="*/ 366712 w 1849755"/>
                <a:gd name="connsiteY552" fmla="*/ 461962 h 1850707"/>
                <a:gd name="connsiteX553" fmla="*/ 358140 w 1849755"/>
                <a:gd name="connsiteY553" fmla="*/ 474345 h 1850707"/>
                <a:gd name="connsiteX554" fmla="*/ 237172 w 1849755"/>
                <a:gd name="connsiteY554" fmla="*/ 481012 h 1850707"/>
                <a:gd name="connsiteX555" fmla="*/ 283845 w 1849755"/>
                <a:gd name="connsiteY555" fmla="*/ 514350 h 1850707"/>
                <a:gd name="connsiteX556" fmla="*/ 298132 w 1849755"/>
                <a:gd name="connsiteY556" fmla="*/ 522922 h 1850707"/>
                <a:gd name="connsiteX557" fmla="*/ 307657 w 1849755"/>
                <a:gd name="connsiteY557" fmla="*/ 523875 h 1850707"/>
                <a:gd name="connsiteX558" fmla="*/ 314325 w 1849755"/>
                <a:gd name="connsiteY558" fmla="*/ 520065 h 1850707"/>
                <a:gd name="connsiteX559" fmla="*/ 320992 w 1849755"/>
                <a:gd name="connsiteY559" fmla="*/ 514350 h 1850707"/>
                <a:gd name="connsiteX560" fmla="*/ 326707 w 1849755"/>
                <a:gd name="connsiteY560" fmla="*/ 518160 h 1850707"/>
                <a:gd name="connsiteX561" fmla="*/ 296227 w 1849755"/>
                <a:gd name="connsiteY561" fmla="*/ 561022 h 1850707"/>
                <a:gd name="connsiteX562" fmla="*/ 290512 w 1849755"/>
                <a:gd name="connsiteY562" fmla="*/ 557212 h 1850707"/>
                <a:gd name="connsiteX563" fmla="*/ 294322 w 1849755"/>
                <a:gd name="connsiteY563" fmla="*/ 550545 h 1850707"/>
                <a:gd name="connsiteX564" fmla="*/ 296227 w 1849755"/>
                <a:gd name="connsiteY564" fmla="*/ 542925 h 1850707"/>
                <a:gd name="connsiteX565" fmla="*/ 292417 w 1849755"/>
                <a:gd name="connsiteY565" fmla="*/ 534352 h 1850707"/>
                <a:gd name="connsiteX566" fmla="*/ 279082 w 1849755"/>
                <a:gd name="connsiteY566" fmla="*/ 523875 h 1850707"/>
                <a:gd name="connsiteX567" fmla="*/ 232410 w 1849755"/>
                <a:gd name="connsiteY567" fmla="*/ 490537 h 1850707"/>
                <a:gd name="connsiteX568" fmla="*/ 224790 w 1849755"/>
                <a:gd name="connsiteY568" fmla="*/ 486727 h 1850707"/>
                <a:gd name="connsiteX569" fmla="*/ 217170 w 1849755"/>
                <a:gd name="connsiteY569" fmla="*/ 485775 h 1850707"/>
                <a:gd name="connsiteX570" fmla="*/ 209550 w 1849755"/>
                <a:gd name="connsiteY570" fmla="*/ 488632 h 1850707"/>
                <a:gd name="connsiteX571" fmla="*/ 201930 w 1849755"/>
                <a:gd name="connsiteY571" fmla="*/ 494347 h 1850707"/>
                <a:gd name="connsiteX572" fmla="*/ 196215 w 1849755"/>
                <a:gd name="connsiteY572" fmla="*/ 490537 h 1850707"/>
                <a:gd name="connsiteX573" fmla="*/ 222885 w 1849755"/>
                <a:gd name="connsiteY573" fmla="*/ 453390 h 1850707"/>
                <a:gd name="connsiteX574" fmla="*/ 328612 w 1849755"/>
                <a:gd name="connsiteY574" fmla="*/ 447675 h 1850707"/>
                <a:gd name="connsiteX575" fmla="*/ 290512 w 1849755"/>
                <a:gd name="connsiteY575" fmla="*/ 421005 h 1850707"/>
                <a:gd name="connsiteX576" fmla="*/ 276225 w 1849755"/>
                <a:gd name="connsiteY576" fmla="*/ 412432 h 1850707"/>
                <a:gd name="connsiteX577" fmla="*/ 266700 w 1849755"/>
                <a:gd name="connsiteY577" fmla="*/ 411480 h 1850707"/>
                <a:gd name="connsiteX578" fmla="*/ 260032 w 1849755"/>
                <a:gd name="connsiteY578" fmla="*/ 415290 h 1850707"/>
                <a:gd name="connsiteX579" fmla="*/ 253365 w 1849755"/>
                <a:gd name="connsiteY579" fmla="*/ 420052 h 1850707"/>
                <a:gd name="connsiteX580" fmla="*/ 247650 w 1849755"/>
                <a:gd name="connsiteY580" fmla="*/ 415290 h 1850707"/>
                <a:gd name="connsiteX581" fmla="*/ 925830 w 1849755"/>
                <a:gd name="connsiteY581" fmla="*/ 296228 h 1850707"/>
                <a:gd name="connsiteX582" fmla="*/ 1555433 w 1849755"/>
                <a:gd name="connsiteY582" fmla="*/ 925830 h 1850707"/>
                <a:gd name="connsiteX583" fmla="*/ 925830 w 1849755"/>
                <a:gd name="connsiteY583" fmla="*/ 1555433 h 1850707"/>
                <a:gd name="connsiteX584" fmla="*/ 296228 w 1849755"/>
                <a:gd name="connsiteY584" fmla="*/ 925830 h 1850707"/>
                <a:gd name="connsiteX585" fmla="*/ 925830 w 1849755"/>
                <a:gd name="connsiteY585" fmla="*/ 296228 h 1850707"/>
                <a:gd name="connsiteX586" fmla="*/ 925830 w 1849755"/>
                <a:gd name="connsiteY586" fmla="*/ 261937 h 1850707"/>
                <a:gd name="connsiteX587" fmla="*/ 667702 w 1849755"/>
                <a:gd name="connsiteY587" fmla="*/ 314325 h 1850707"/>
                <a:gd name="connsiteX588" fmla="*/ 456247 w 1849755"/>
                <a:gd name="connsiteY588" fmla="*/ 456247 h 1850707"/>
                <a:gd name="connsiteX589" fmla="*/ 314325 w 1849755"/>
                <a:gd name="connsiteY589" fmla="*/ 667702 h 1850707"/>
                <a:gd name="connsiteX590" fmla="*/ 261937 w 1849755"/>
                <a:gd name="connsiteY590" fmla="*/ 925830 h 1850707"/>
                <a:gd name="connsiteX591" fmla="*/ 314325 w 1849755"/>
                <a:gd name="connsiteY591" fmla="*/ 1183957 h 1850707"/>
                <a:gd name="connsiteX592" fmla="*/ 456247 w 1849755"/>
                <a:gd name="connsiteY592" fmla="*/ 1395412 h 1850707"/>
                <a:gd name="connsiteX593" fmla="*/ 667702 w 1849755"/>
                <a:gd name="connsiteY593" fmla="*/ 1537335 h 1850707"/>
                <a:gd name="connsiteX594" fmla="*/ 925830 w 1849755"/>
                <a:gd name="connsiteY594" fmla="*/ 1589722 h 1850707"/>
                <a:gd name="connsiteX595" fmla="*/ 1183957 w 1849755"/>
                <a:gd name="connsiteY595" fmla="*/ 1537335 h 1850707"/>
                <a:gd name="connsiteX596" fmla="*/ 1395412 w 1849755"/>
                <a:gd name="connsiteY596" fmla="*/ 1395412 h 1850707"/>
                <a:gd name="connsiteX597" fmla="*/ 1537335 w 1849755"/>
                <a:gd name="connsiteY597" fmla="*/ 1183957 h 1850707"/>
                <a:gd name="connsiteX598" fmla="*/ 1589722 w 1849755"/>
                <a:gd name="connsiteY598" fmla="*/ 925830 h 1850707"/>
                <a:gd name="connsiteX599" fmla="*/ 1537335 w 1849755"/>
                <a:gd name="connsiteY599" fmla="*/ 667702 h 1850707"/>
                <a:gd name="connsiteX600" fmla="*/ 1395412 w 1849755"/>
                <a:gd name="connsiteY600" fmla="*/ 456247 h 1850707"/>
                <a:gd name="connsiteX601" fmla="*/ 1183957 w 1849755"/>
                <a:gd name="connsiteY601" fmla="*/ 314325 h 1850707"/>
                <a:gd name="connsiteX602" fmla="*/ 925830 w 1849755"/>
                <a:gd name="connsiteY602" fmla="*/ 261937 h 1850707"/>
                <a:gd name="connsiteX603" fmla="*/ 1454467 w 1849755"/>
                <a:gd name="connsiteY603" fmla="*/ 259080 h 1850707"/>
                <a:gd name="connsiteX604" fmla="*/ 1534477 w 1849755"/>
                <a:gd name="connsiteY604" fmla="*/ 331470 h 1850707"/>
                <a:gd name="connsiteX605" fmla="*/ 1514475 w 1849755"/>
                <a:gd name="connsiteY605" fmla="*/ 356235 h 1850707"/>
                <a:gd name="connsiteX606" fmla="*/ 1509712 w 1849755"/>
                <a:gd name="connsiteY606" fmla="*/ 351472 h 1850707"/>
                <a:gd name="connsiteX607" fmla="*/ 1512570 w 1849755"/>
                <a:gd name="connsiteY607" fmla="*/ 335280 h 1850707"/>
                <a:gd name="connsiteX608" fmla="*/ 1509712 w 1849755"/>
                <a:gd name="connsiteY608" fmla="*/ 320992 h 1850707"/>
                <a:gd name="connsiteX609" fmla="*/ 1504950 w 1849755"/>
                <a:gd name="connsiteY609" fmla="*/ 315277 h 1850707"/>
                <a:gd name="connsiteX610" fmla="*/ 1499235 w 1849755"/>
                <a:gd name="connsiteY610" fmla="*/ 309562 h 1850707"/>
                <a:gd name="connsiteX611" fmla="*/ 1485900 w 1849755"/>
                <a:gd name="connsiteY611" fmla="*/ 298132 h 1850707"/>
                <a:gd name="connsiteX612" fmla="*/ 1454467 w 1849755"/>
                <a:gd name="connsiteY612" fmla="*/ 332422 h 1850707"/>
                <a:gd name="connsiteX613" fmla="*/ 1463992 w 1849755"/>
                <a:gd name="connsiteY613" fmla="*/ 340995 h 1850707"/>
                <a:gd name="connsiteX614" fmla="*/ 1470660 w 1849755"/>
                <a:gd name="connsiteY614" fmla="*/ 345757 h 1850707"/>
                <a:gd name="connsiteX615" fmla="*/ 1479232 w 1849755"/>
                <a:gd name="connsiteY615" fmla="*/ 347662 h 1850707"/>
                <a:gd name="connsiteX616" fmla="*/ 1486852 w 1849755"/>
                <a:gd name="connsiteY616" fmla="*/ 344805 h 1850707"/>
                <a:gd name="connsiteX617" fmla="*/ 1494472 w 1849755"/>
                <a:gd name="connsiteY617" fmla="*/ 340042 h 1850707"/>
                <a:gd name="connsiteX618" fmla="*/ 1499235 w 1849755"/>
                <a:gd name="connsiteY618" fmla="*/ 344805 h 1850707"/>
                <a:gd name="connsiteX619" fmla="*/ 1464945 w 1849755"/>
                <a:gd name="connsiteY619" fmla="*/ 381952 h 1850707"/>
                <a:gd name="connsiteX620" fmla="*/ 1460182 w 1849755"/>
                <a:gd name="connsiteY620" fmla="*/ 377190 h 1850707"/>
                <a:gd name="connsiteX621" fmla="*/ 1463992 w 1849755"/>
                <a:gd name="connsiteY621" fmla="*/ 368617 h 1850707"/>
                <a:gd name="connsiteX622" fmla="*/ 1465897 w 1849755"/>
                <a:gd name="connsiteY622" fmla="*/ 360045 h 1850707"/>
                <a:gd name="connsiteX623" fmla="*/ 1463992 w 1849755"/>
                <a:gd name="connsiteY623" fmla="*/ 352425 h 1850707"/>
                <a:gd name="connsiteX624" fmla="*/ 1458277 w 1849755"/>
                <a:gd name="connsiteY624" fmla="*/ 345757 h 1850707"/>
                <a:gd name="connsiteX625" fmla="*/ 1448752 w 1849755"/>
                <a:gd name="connsiteY625" fmla="*/ 337185 h 1850707"/>
                <a:gd name="connsiteX626" fmla="*/ 1424940 w 1849755"/>
                <a:gd name="connsiteY626" fmla="*/ 362902 h 1850707"/>
                <a:gd name="connsiteX627" fmla="*/ 1419225 w 1849755"/>
                <a:gd name="connsiteY627" fmla="*/ 369570 h 1850707"/>
                <a:gd name="connsiteX628" fmla="*/ 1418272 w 1849755"/>
                <a:gd name="connsiteY628" fmla="*/ 375285 h 1850707"/>
                <a:gd name="connsiteX629" fmla="*/ 1421130 w 1849755"/>
                <a:gd name="connsiteY629" fmla="*/ 381000 h 1850707"/>
                <a:gd name="connsiteX630" fmla="*/ 1428750 w 1849755"/>
                <a:gd name="connsiteY630" fmla="*/ 388620 h 1850707"/>
                <a:gd name="connsiteX631" fmla="*/ 1434465 w 1849755"/>
                <a:gd name="connsiteY631" fmla="*/ 393382 h 1850707"/>
                <a:gd name="connsiteX632" fmla="*/ 1440180 w 1849755"/>
                <a:gd name="connsiteY632" fmla="*/ 398145 h 1850707"/>
                <a:gd name="connsiteX633" fmla="*/ 1445895 w 1849755"/>
                <a:gd name="connsiteY633" fmla="*/ 401955 h 1850707"/>
                <a:gd name="connsiteX634" fmla="*/ 1450657 w 1849755"/>
                <a:gd name="connsiteY634" fmla="*/ 402907 h 1850707"/>
                <a:gd name="connsiteX635" fmla="*/ 1465897 w 1849755"/>
                <a:gd name="connsiteY635" fmla="*/ 400050 h 1850707"/>
                <a:gd name="connsiteX636" fmla="*/ 1479232 w 1849755"/>
                <a:gd name="connsiteY636" fmla="*/ 395287 h 1850707"/>
                <a:gd name="connsiteX637" fmla="*/ 1483995 w 1849755"/>
                <a:gd name="connsiteY637" fmla="*/ 399097 h 1850707"/>
                <a:gd name="connsiteX638" fmla="*/ 1456372 w 1849755"/>
                <a:gd name="connsiteY638" fmla="*/ 425767 h 1850707"/>
                <a:gd name="connsiteX639" fmla="*/ 1371600 w 1849755"/>
                <a:gd name="connsiteY639" fmla="*/ 348615 h 1850707"/>
                <a:gd name="connsiteX640" fmla="*/ 1376362 w 1849755"/>
                <a:gd name="connsiteY640" fmla="*/ 343852 h 1850707"/>
                <a:gd name="connsiteX641" fmla="*/ 1382077 w 1849755"/>
                <a:gd name="connsiteY641" fmla="*/ 347662 h 1850707"/>
                <a:gd name="connsiteX642" fmla="*/ 1386840 w 1849755"/>
                <a:gd name="connsiteY642" fmla="*/ 350520 h 1850707"/>
                <a:gd name="connsiteX643" fmla="*/ 1392555 w 1849755"/>
                <a:gd name="connsiteY643" fmla="*/ 351472 h 1850707"/>
                <a:gd name="connsiteX644" fmla="*/ 1397317 w 1849755"/>
                <a:gd name="connsiteY644" fmla="*/ 348615 h 1850707"/>
                <a:gd name="connsiteX645" fmla="*/ 1455420 w 1849755"/>
                <a:gd name="connsiteY645" fmla="*/ 284797 h 1850707"/>
                <a:gd name="connsiteX646" fmla="*/ 1458277 w 1849755"/>
                <a:gd name="connsiteY646" fmla="*/ 280035 h 1850707"/>
                <a:gd name="connsiteX647" fmla="*/ 1457325 w 1849755"/>
                <a:gd name="connsiteY647" fmla="*/ 274320 h 1850707"/>
                <a:gd name="connsiteX648" fmla="*/ 1453515 w 1849755"/>
                <a:gd name="connsiteY648" fmla="*/ 268605 h 1850707"/>
                <a:gd name="connsiteX649" fmla="*/ 1449705 w 1849755"/>
                <a:gd name="connsiteY649" fmla="*/ 263842 h 1850707"/>
                <a:gd name="connsiteX650" fmla="*/ 925830 w 1849755"/>
                <a:gd name="connsiteY650" fmla="*/ 241935 h 1850707"/>
                <a:gd name="connsiteX651" fmla="*/ 1192530 w 1849755"/>
                <a:gd name="connsiteY651" fmla="*/ 295275 h 1850707"/>
                <a:gd name="connsiteX652" fmla="*/ 1409700 w 1849755"/>
                <a:gd name="connsiteY652" fmla="*/ 441960 h 1850707"/>
                <a:gd name="connsiteX653" fmla="*/ 1556385 w 1849755"/>
                <a:gd name="connsiteY653" fmla="*/ 659130 h 1850707"/>
                <a:gd name="connsiteX654" fmla="*/ 1610677 w 1849755"/>
                <a:gd name="connsiteY654" fmla="*/ 925830 h 1850707"/>
                <a:gd name="connsiteX655" fmla="*/ 1556385 w 1849755"/>
                <a:gd name="connsiteY655" fmla="*/ 1192530 h 1850707"/>
                <a:gd name="connsiteX656" fmla="*/ 1409700 w 1849755"/>
                <a:gd name="connsiteY656" fmla="*/ 1409700 h 1850707"/>
                <a:gd name="connsiteX657" fmla="*/ 1192530 w 1849755"/>
                <a:gd name="connsiteY657" fmla="*/ 1556385 h 1850707"/>
                <a:gd name="connsiteX658" fmla="*/ 925830 w 1849755"/>
                <a:gd name="connsiteY658" fmla="*/ 1610677 h 1850707"/>
                <a:gd name="connsiteX659" fmla="*/ 659130 w 1849755"/>
                <a:gd name="connsiteY659" fmla="*/ 1556385 h 1850707"/>
                <a:gd name="connsiteX660" fmla="*/ 441960 w 1849755"/>
                <a:gd name="connsiteY660" fmla="*/ 1409700 h 1850707"/>
                <a:gd name="connsiteX661" fmla="*/ 295275 w 1849755"/>
                <a:gd name="connsiteY661" fmla="*/ 1192530 h 1850707"/>
                <a:gd name="connsiteX662" fmla="*/ 241935 w 1849755"/>
                <a:gd name="connsiteY662" fmla="*/ 925830 h 1850707"/>
                <a:gd name="connsiteX663" fmla="*/ 295275 w 1849755"/>
                <a:gd name="connsiteY663" fmla="*/ 659130 h 1850707"/>
                <a:gd name="connsiteX664" fmla="*/ 441960 w 1849755"/>
                <a:gd name="connsiteY664" fmla="*/ 441960 h 1850707"/>
                <a:gd name="connsiteX665" fmla="*/ 659130 w 1849755"/>
                <a:gd name="connsiteY665" fmla="*/ 295275 h 1850707"/>
                <a:gd name="connsiteX666" fmla="*/ 925830 w 1849755"/>
                <a:gd name="connsiteY666" fmla="*/ 241935 h 1850707"/>
                <a:gd name="connsiteX667" fmla="*/ 435292 w 1849755"/>
                <a:gd name="connsiteY667" fmla="*/ 233363 h 1850707"/>
                <a:gd name="connsiteX668" fmla="*/ 463867 w 1849755"/>
                <a:gd name="connsiteY668" fmla="*/ 267653 h 1850707"/>
                <a:gd name="connsiteX669" fmla="*/ 458152 w 1849755"/>
                <a:gd name="connsiteY669" fmla="*/ 272415 h 1850707"/>
                <a:gd name="connsiteX670" fmla="*/ 427672 w 1849755"/>
                <a:gd name="connsiteY670" fmla="*/ 259080 h 1850707"/>
                <a:gd name="connsiteX671" fmla="*/ 403860 w 1849755"/>
                <a:gd name="connsiteY671" fmla="*/ 265748 h 1850707"/>
                <a:gd name="connsiteX672" fmla="*/ 393382 w 1849755"/>
                <a:gd name="connsiteY672" fmla="*/ 293370 h 1850707"/>
                <a:gd name="connsiteX673" fmla="*/ 411480 w 1849755"/>
                <a:gd name="connsiteY673" fmla="*/ 329565 h 1850707"/>
                <a:gd name="connsiteX674" fmla="*/ 444817 w 1849755"/>
                <a:gd name="connsiteY674" fmla="*/ 357188 h 1850707"/>
                <a:gd name="connsiteX675" fmla="*/ 473392 w 1849755"/>
                <a:gd name="connsiteY675" fmla="*/ 353378 h 1850707"/>
                <a:gd name="connsiteX676" fmla="*/ 481965 w 1849755"/>
                <a:gd name="connsiteY676" fmla="*/ 342900 h 1850707"/>
                <a:gd name="connsiteX677" fmla="*/ 485775 w 1849755"/>
                <a:gd name="connsiteY677" fmla="*/ 333375 h 1850707"/>
                <a:gd name="connsiteX678" fmla="*/ 470535 w 1849755"/>
                <a:gd name="connsiteY678" fmla="*/ 314325 h 1850707"/>
                <a:gd name="connsiteX679" fmla="*/ 466725 w 1849755"/>
                <a:gd name="connsiteY679" fmla="*/ 311468 h 1850707"/>
                <a:gd name="connsiteX680" fmla="*/ 461010 w 1849755"/>
                <a:gd name="connsiteY680" fmla="*/ 311468 h 1850707"/>
                <a:gd name="connsiteX681" fmla="*/ 454342 w 1849755"/>
                <a:gd name="connsiteY681" fmla="*/ 314325 h 1850707"/>
                <a:gd name="connsiteX682" fmla="*/ 448627 w 1849755"/>
                <a:gd name="connsiteY682" fmla="*/ 317183 h 1850707"/>
                <a:gd name="connsiteX683" fmla="*/ 444817 w 1849755"/>
                <a:gd name="connsiteY683" fmla="*/ 312420 h 1850707"/>
                <a:gd name="connsiteX684" fmla="*/ 494347 w 1849755"/>
                <a:gd name="connsiteY684" fmla="*/ 272415 h 1850707"/>
                <a:gd name="connsiteX685" fmla="*/ 495300 w 1849755"/>
                <a:gd name="connsiteY685" fmla="*/ 276225 h 1850707"/>
                <a:gd name="connsiteX686" fmla="*/ 492442 w 1849755"/>
                <a:gd name="connsiteY686" fmla="*/ 280035 h 1850707"/>
                <a:gd name="connsiteX687" fmla="*/ 489585 w 1849755"/>
                <a:gd name="connsiteY687" fmla="*/ 283845 h 1850707"/>
                <a:gd name="connsiteX688" fmla="*/ 488632 w 1849755"/>
                <a:gd name="connsiteY688" fmla="*/ 289560 h 1850707"/>
                <a:gd name="connsiteX689" fmla="*/ 491490 w 1849755"/>
                <a:gd name="connsiteY689" fmla="*/ 294323 h 1850707"/>
                <a:gd name="connsiteX690" fmla="*/ 500062 w 1849755"/>
                <a:gd name="connsiteY690" fmla="*/ 305753 h 1850707"/>
                <a:gd name="connsiteX691" fmla="*/ 504825 w 1849755"/>
                <a:gd name="connsiteY691" fmla="*/ 311468 h 1850707"/>
                <a:gd name="connsiteX692" fmla="*/ 508635 w 1849755"/>
                <a:gd name="connsiteY692" fmla="*/ 316230 h 1850707"/>
                <a:gd name="connsiteX693" fmla="*/ 495300 w 1849755"/>
                <a:gd name="connsiteY693" fmla="*/ 340043 h 1850707"/>
                <a:gd name="connsiteX694" fmla="*/ 474345 w 1849755"/>
                <a:gd name="connsiteY694" fmla="*/ 362903 h 1850707"/>
                <a:gd name="connsiteX695" fmla="*/ 452437 w 1849755"/>
                <a:gd name="connsiteY695" fmla="*/ 375285 h 1850707"/>
                <a:gd name="connsiteX696" fmla="*/ 428625 w 1849755"/>
                <a:gd name="connsiteY696" fmla="*/ 378143 h 1850707"/>
                <a:gd name="connsiteX697" fmla="*/ 405765 w 1849755"/>
                <a:gd name="connsiteY697" fmla="*/ 371475 h 1850707"/>
                <a:gd name="connsiteX698" fmla="*/ 384810 w 1849755"/>
                <a:gd name="connsiteY698" fmla="*/ 353378 h 1850707"/>
                <a:gd name="connsiteX699" fmla="*/ 372427 w 1849755"/>
                <a:gd name="connsiteY699" fmla="*/ 329565 h 1850707"/>
                <a:gd name="connsiteX700" fmla="*/ 369570 w 1849755"/>
                <a:gd name="connsiteY700" fmla="*/ 304800 h 1850707"/>
                <a:gd name="connsiteX701" fmla="*/ 378142 w 1849755"/>
                <a:gd name="connsiteY701" fmla="*/ 280988 h 1850707"/>
                <a:gd name="connsiteX702" fmla="*/ 397192 w 1849755"/>
                <a:gd name="connsiteY702" fmla="*/ 260033 h 1850707"/>
                <a:gd name="connsiteX703" fmla="*/ 413385 w 1849755"/>
                <a:gd name="connsiteY703" fmla="*/ 249555 h 1850707"/>
                <a:gd name="connsiteX704" fmla="*/ 428625 w 1849755"/>
                <a:gd name="connsiteY704" fmla="*/ 244793 h 1850707"/>
                <a:gd name="connsiteX705" fmla="*/ 429577 w 1849755"/>
                <a:gd name="connsiteY705" fmla="*/ 238125 h 1850707"/>
                <a:gd name="connsiteX706" fmla="*/ 1258252 w 1849755"/>
                <a:gd name="connsiteY706" fmla="*/ 140970 h 1850707"/>
                <a:gd name="connsiteX707" fmla="*/ 1316355 w 1849755"/>
                <a:gd name="connsiteY707" fmla="*/ 172402 h 1850707"/>
                <a:gd name="connsiteX708" fmla="*/ 1313497 w 1849755"/>
                <a:gd name="connsiteY708" fmla="*/ 178117 h 1850707"/>
                <a:gd name="connsiteX709" fmla="*/ 1301115 w 1849755"/>
                <a:gd name="connsiteY709" fmla="*/ 174307 h 1850707"/>
                <a:gd name="connsiteX710" fmla="*/ 1296352 w 1849755"/>
                <a:gd name="connsiteY710" fmla="*/ 175260 h 1850707"/>
                <a:gd name="connsiteX711" fmla="*/ 1295400 w 1849755"/>
                <a:gd name="connsiteY711" fmla="*/ 177165 h 1850707"/>
                <a:gd name="connsiteX712" fmla="*/ 1294447 w 1849755"/>
                <a:gd name="connsiteY712" fmla="*/ 180022 h 1850707"/>
                <a:gd name="connsiteX713" fmla="*/ 1291590 w 1849755"/>
                <a:gd name="connsiteY713" fmla="*/ 206692 h 1850707"/>
                <a:gd name="connsiteX714" fmla="*/ 1285875 w 1849755"/>
                <a:gd name="connsiteY714" fmla="*/ 263842 h 1850707"/>
                <a:gd name="connsiteX715" fmla="*/ 1316355 w 1849755"/>
                <a:gd name="connsiteY715" fmla="*/ 238125 h 1850707"/>
                <a:gd name="connsiteX716" fmla="*/ 1337310 w 1849755"/>
                <a:gd name="connsiteY716" fmla="*/ 220027 h 1850707"/>
                <a:gd name="connsiteX717" fmla="*/ 1344930 w 1849755"/>
                <a:gd name="connsiteY717" fmla="*/ 212407 h 1850707"/>
                <a:gd name="connsiteX718" fmla="*/ 1349692 w 1849755"/>
                <a:gd name="connsiteY718" fmla="*/ 206692 h 1850707"/>
                <a:gd name="connsiteX719" fmla="*/ 1347787 w 1849755"/>
                <a:gd name="connsiteY719" fmla="*/ 200977 h 1850707"/>
                <a:gd name="connsiteX720" fmla="*/ 1336357 w 1849755"/>
                <a:gd name="connsiteY720" fmla="*/ 191452 h 1850707"/>
                <a:gd name="connsiteX721" fmla="*/ 1339215 w 1849755"/>
                <a:gd name="connsiteY721" fmla="*/ 185737 h 1850707"/>
                <a:gd name="connsiteX722" fmla="*/ 1383030 w 1849755"/>
                <a:gd name="connsiteY722" fmla="*/ 208597 h 1850707"/>
                <a:gd name="connsiteX723" fmla="*/ 1381125 w 1849755"/>
                <a:gd name="connsiteY723" fmla="*/ 214312 h 1850707"/>
                <a:gd name="connsiteX724" fmla="*/ 1375410 w 1849755"/>
                <a:gd name="connsiteY724" fmla="*/ 212407 h 1850707"/>
                <a:gd name="connsiteX725" fmla="*/ 1369695 w 1849755"/>
                <a:gd name="connsiteY725" fmla="*/ 212407 h 1850707"/>
                <a:gd name="connsiteX726" fmla="*/ 1362075 w 1849755"/>
                <a:gd name="connsiteY726" fmla="*/ 213360 h 1850707"/>
                <a:gd name="connsiteX727" fmla="*/ 1355407 w 1849755"/>
                <a:gd name="connsiteY727" fmla="*/ 217170 h 1850707"/>
                <a:gd name="connsiteX728" fmla="*/ 1341120 w 1849755"/>
                <a:gd name="connsiteY728" fmla="*/ 228600 h 1850707"/>
                <a:gd name="connsiteX729" fmla="*/ 1319212 w 1849755"/>
                <a:gd name="connsiteY729" fmla="*/ 246697 h 1850707"/>
                <a:gd name="connsiteX730" fmla="*/ 1295400 w 1849755"/>
                <a:gd name="connsiteY730" fmla="*/ 266700 h 1850707"/>
                <a:gd name="connsiteX731" fmla="*/ 1270635 w 1849755"/>
                <a:gd name="connsiteY731" fmla="*/ 287655 h 1850707"/>
                <a:gd name="connsiteX732" fmla="*/ 1255395 w 1849755"/>
                <a:gd name="connsiteY732" fmla="*/ 280035 h 1850707"/>
                <a:gd name="connsiteX733" fmla="*/ 1262062 w 1849755"/>
                <a:gd name="connsiteY733" fmla="*/ 215265 h 1850707"/>
                <a:gd name="connsiteX734" fmla="*/ 1266825 w 1849755"/>
                <a:gd name="connsiteY734" fmla="*/ 169545 h 1850707"/>
                <a:gd name="connsiteX735" fmla="*/ 1266825 w 1849755"/>
                <a:gd name="connsiteY735" fmla="*/ 161925 h 1850707"/>
                <a:gd name="connsiteX736" fmla="*/ 1263967 w 1849755"/>
                <a:gd name="connsiteY736" fmla="*/ 155257 h 1850707"/>
                <a:gd name="connsiteX737" fmla="*/ 1260157 w 1849755"/>
                <a:gd name="connsiteY737" fmla="*/ 150495 h 1850707"/>
                <a:gd name="connsiteX738" fmla="*/ 1255395 w 1849755"/>
                <a:gd name="connsiteY738" fmla="*/ 146685 h 1850707"/>
                <a:gd name="connsiteX739" fmla="*/ 1105853 w 1849755"/>
                <a:gd name="connsiteY739" fmla="*/ 95250 h 1850707"/>
                <a:gd name="connsiteX740" fmla="*/ 1171575 w 1849755"/>
                <a:gd name="connsiteY740" fmla="*/ 112395 h 1850707"/>
                <a:gd name="connsiteX741" fmla="*/ 1169670 w 1849755"/>
                <a:gd name="connsiteY741" fmla="*/ 119062 h 1850707"/>
                <a:gd name="connsiteX742" fmla="*/ 1163003 w 1849755"/>
                <a:gd name="connsiteY742" fmla="*/ 118110 h 1850707"/>
                <a:gd name="connsiteX743" fmla="*/ 1156335 w 1849755"/>
                <a:gd name="connsiteY743" fmla="*/ 118110 h 1850707"/>
                <a:gd name="connsiteX744" fmla="*/ 1151573 w 1849755"/>
                <a:gd name="connsiteY744" fmla="*/ 120015 h 1850707"/>
                <a:gd name="connsiteX745" fmla="*/ 1148715 w 1849755"/>
                <a:gd name="connsiteY745" fmla="*/ 124777 h 1850707"/>
                <a:gd name="connsiteX746" fmla="*/ 1126808 w 1849755"/>
                <a:gd name="connsiteY746" fmla="*/ 208597 h 1850707"/>
                <a:gd name="connsiteX747" fmla="*/ 1126808 w 1849755"/>
                <a:gd name="connsiteY747" fmla="*/ 214312 h 1850707"/>
                <a:gd name="connsiteX748" fmla="*/ 1130618 w 1849755"/>
                <a:gd name="connsiteY748" fmla="*/ 219075 h 1850707"/>
                <a:gd name="connsiteX749" fmla="*/ 1136333 w 1849755"/>
                <a:gd name="connsiteY749" fmla="*/ 221932 h 1850707"/>
                <a:gd name="connsiteX750" fmla="*/ 1143000 w 1849755"/>
                <a:gd name="connsiteY750" fmla="*/ 224790 h 1850707"/>
                <a:gd name="connsiteX751" fmla="*/ 1141095 w 1849755"/>
                <a:gd name="connsiteY751" fmla="*/ 230505 h 1850707"/>
                <a:gd name="connsiteX752" fmla="*/ 1075373 w 1849755"/>
                <a:gd name="connsiteY752" fmla="*/ 213360 h 1850707"/>
                <a:gd name="connsiteX753" fmla="*/ 1077278 w 1849755"/>
                <a:gd name="connsiteY753" fmla="*/ 206692 h 1850707"/>
                <a:gd name="connsiteX754" fmla="*/ 1083945 w 1849755"/>
                <a:gd name="connsiteY754" fmla="*/ 207645 h 1850707"/>
                <a:gd name="connsiteX755" fmla="*/ 1090613 w 1849755"/>
                <a:gd name="connsiteY755" fmla="*/ 208597 h 1850707"/>
                <a:gd name="connsiteX756" fmla="*/ 1095375 w 1849755"/>
                <a:gd name="connsiteY756" fmla="*/ 206692 h 1850707"/>
                <a:gd name="connsiteX757" fmla="*/ 1098233 w 1849755"/>
                <a:gd name="connsiteY757" fmla="*/ 201930 h 1850707"/>
                <a:gd name="connsiteX758" fmla="*/ 1120140 w 1849755"/>
                <a:gd name="connsiteY758" fmla="*/ 118110 h 1850707"/>
                <a:gd name="connsiteX759" fmla="*/ 1120140 w 1849755"/>
                <a:gd name="connsiteY759" fmla="*/ 112395 h 1850707"/>
                <a:gd name="connsiteX760" fmla="*/ 1116330 w 1849755"/>
                <a:gd name="connsiteY760" fmla="*/ 107632 h 1850707"/>
                <a:gd name="connsiteX761" fmla="*/ 1110615 w 1849755"/>
                <a:gd name="connsiteY761" fmla="*/ 104775 h 1850707"/>
                <a:gd name="connsiteX762" fmla="*/ 1103948 w 1849755"/>
                <a:gd name="connsiteY762" fmla="*/ 101917 h 1850707"/>
                <a:gd name="connsiteX763" fmla="*/ 777240 w 1849755"/>
                <a:gd name="connsiteY763" fmla="*/ 88583 h 1850707"/>
                <a:gd name="connsiteX764" fmla="*/ 779145 w 1849755"/>
                <a:gd name="connsiteY764" fmla="*/ 93345 h 1850707"/>
                <a:gd name="connsiteX765" fmla="*/ 772477 w 1849755"/>
                <a:gd name="connsiteY765" fmla="*/ 96203 h 1850707"/>
                <a:gd name="connsiteX766" fmla="*/ 765810 w 1849755"/>
                <a:gd name="connsiteY766" fmla="*/ 100965 h 1850707"/>
                <a:gd name="connsiteX767" fmla="*/ 762952 w 1849755"/>
                <a:gd name="connsiteY767" fmla="*/ 109538 h 1850707"/>
                <a:gd name="connsiteX768" fmla="*/ 765810 w 1849755"/>
                <a:gd name="connsiteY768" fmla="*/ 125730 h 1850707"/>
                <a:gd name="connsiteX769" fmla="*/ 777240 w 1849755"/>
                <a:gd name="connsiteY769" fmla="*/ 169545 h 1850707"/>
                <a:gd name="connsiteX770" fmla="*/ 772477 w 1849755"/>
                <a:gd name="connsiteY770" fmla="*/ 203835 h 1850707"/>
                <a:gd name="connsiteX771" fmla="*/ 741045 w 1849755"/>
                <a:gd name="connsiteY771" fmla="*/ 224790 h 1850707"/>
                <a:gd name="connsiteX772" fmla="*/ 699135 w 1849755"/>
                <a:gd name="connsiteY772" fmla="*/ 223838 h 1850707"/>
                <a:gd name="connsiteX773" fmla="*/ 677227 w 1849755"/>
                <a:gd name="connsiteY773" fmla="*/ 196215 h 1850707"/>
                <a:gd name="connsiteX774" fmla="*/ 661035 w 1849755"/>
                <a:gd name="connsiteY774" fmla="*/ 136208 h 1850707"/>
                <a:gd name="connsiteX775" fmla="*/ 658177 w 1849755"/>
                <a:gd name="connsiteY775" fmla="*/ 131445 h 1850707"/>
                <a:gd name="connsiteX776" fmla="*/ 653415 w 1849755"/>
                <a:gd name="connsiteY776" fmla="*/ 128588 h 1850707"/>
                <a:gd name="connsiteX777" fmla="*/ 647700 w 1849755"/>
                <a:gd name="connsiteY777" fmla="*/ 128588 h 1850707"/>
                <a:gd name="connsiteX778" fmla="*/ 641985 w 1849755"/>
                <a:gd name="connsiteY778" fmla="*/ 129540 h 1850707"/>
                <a:gd name="connsiteX779" fmla="*/ 640080 w 1849755"/>
                <a:gd name="connsiteY779" fmla="*/ 123825 h 1850707"/>
                <a:gd name="connsiteX780" fmla="*/ 701992 w 1849755"/>
                <a:gd name="connsiteY780" fmla="*/ 107633 h 1850707"/>
                <a:gd name="connsiteX781" fmla="*/ 703897 w 1849755"/>
                <a:gd name="connsiteY781" fmla="*/ 114300 h 1850707"/>
                <a:gd name="connsiteX782" fmla="*/ 699135 w 1849755"/>
                <a:gd name="connsiteY782" fmla="*/ 116205 h 1850707"/>
                <a:gd name="connsiteX783" fmla="*/ 694372 w 1849755"/>
                <a:gd name="connsiteY783" fmla="*/ 119063 h 1850707"/>
                <a:gd name="connsiteX784" fmla="*/ 690562 w 1849755"/>
                <a:gd name="connsiteY784" fmla="*/ 123825 h 1850707"/>
                <a:gd name="connsiteX785" fmla="*/ 690562 w 1849755"/>
                <a:gd name="connsiteY785" fmla="*/ 129540 h 1850707"/>
                <a:gd name="connsiteX786" fmla="*/ 706755 w 1849755"/>
                <a:gd name="connsiteY786" fmla="*/ 188595 h 1850707"/>
                <a:gd name="connsiteX787" fmla="*/ 721042 w 1849755"/>
                <a:gd name="connsiteY787" fmla="*/ 212408 h 1850707"/>
                <a:gd name="connsiteX788" fmla="*/ 745807 w 1849755"/>
                <a:gd name="connsiteY788" fmla="*/ 214313 h 1850707"/>
                <a:gd name="connsiteX789" fmla="*/ 765810 w 1849755"/>
                <a:gd name="connsiteY789" fmla="*/ 199073 h 1850707"/>
                <a:gd name="connsiteX790" fmla="*/ 766762 w 1849755"/>
                <a:gd name="connsiteY790" fmla="*/ 171450 h 1850707"/>
                <a:gd name="connsiteX791" fmla="*/ 756285 w 1849755"/>
                <a:gd name="connsiteY791" fmla="*/ 131445 h 1850707"/>
                <a:gd name="connsiteX792" fmla="*/ 750570 w 1849755"/>
                <a:gd name="connsiteY792" fmla="*/ 116205 h 1850707"/>
                <a:gd name="connsiteX793" fmla="*/ 743902 w 1849755"/>
                <a:gd name="connsiteY793" fmla="*/ 109538 h 1850707"/>
                <a:gd name="connsiteX794" fmla="*/ 735330 w 1849755"/>
                <a:gd name="connsiteY794" fmla="*/ 108585 h 1850707"/>
                <a:gd name="connsiteX795" fmla="*/ 727710 w 1849755"/>
                <a:gd name="connsiteY795" fmla="*/ 108585 h 1850707"/>
                <a:gd name="connsiteX796" fmla="*/ 725805 w 1849755"/>
                <a:gd name="connsiteY796" fmla="*/ 101918 h 1850707"/>
                <a:gd name="connsiteX797" fmla="*/ 867728 w 1849755"/>
                <a:gd name="connsiteY797" fmla="*/ 76200 h 1850707"/>
                <a:gd name="connsiteX798" fmla="*/ 913448 w 1849755"/>
                <a:gd name="connsiteY798" fmla="*/ 77152 h 1850707"/>
                <a:gd name="connsiteX799" fmla="*/ 979170 w 1849755"/>
                <a:gd name="connsiteY799" fmla="*/ 160972 h 1850707"/>
                <a:gd name="connsiteX800" fmla="*/ 980123 w 1849755"/>
                <a:gd name="connsiteY800" fmla="*/ 114300 h 1850707"/>
                <a:gd name="connsiteX801" fmla="*/ 979170 w 1849755"/>
                <a:gd name="connsiteY801" fmla="*/ 98107 h 1850707"/>
                <a:gd name="connsiteX802" fmla="*/ 974408 w 1849755"/>
                <a:gd name="connsiteY802" fmla="*/ 90487 h 1850707"/>
                <a:gd name="connsiteX803" fmla="*/ 966788 w 1849755"/>
                <a:gd name="connsiteY803" fmla="*/ 86677 h 1850707"/>
                <a:gd name="connsiteX804" fmla="*/ 959168 w 1849755"/>
                <a:gd name="connsiteY804" fmla="*/ 84772 h 1850707"/>
                <a:gd name="connsiteX805" fmla="*/ 959168 w 1849755"/>
                <a:gd name="connsiteY805" fmla="*/ 78105 h 1850707"/>
                <a:gd name="connsiteX806" fmla="*/ 1011555 w 1849755"/>
                <a:gd name="connsiteY806" fmla="*/ 79057 h 1850707"/>
                <a:gd name="connsiteX807" fmla="*/ 1009650 w 1849755"/>
                <a:gd name="connsiteY807" fmla="*/ 84772 h 1850707"/>
                <a:gd name="connsiteX808" fmla="*/ 1002983 w 1849755"/>
                <a:gd name="connsiteY808" fmla="*/ 85725 h 1850707"/>
                <a:gd name="connsiteX809" fmla="*/ 995363 w 1849755"/>
                <a:gd name="connsiteY809" fmla="*/ 88582 h 1850707"/>
                <a:gd name="connsiteX810" fmla="*/ 990600 w 1849755"/>
                <a:gd name="connsiteY810" fmla="*/ 96202 h 1850707"/>
                <a:gd name="connsiteX811" fmla="*/ 988695 w 1849755"/>
                <a:gd name="connsiteY811" fmla="*/ 112395 h 1850707"/>
                <a:gd name="connsiteX812" fmla="*/ 987743 w 1849755"/>
                <a:gd name="connsiteY812" fmla="*/ 200025 h 1850707"/>
                <a:gd name="connsiteX813" fmla="*/ 972503 w 1849755"/>
                <a:gd name="connsiteY813" fmla="*/ 200025 h 1850707"/>
                <a:gd name="connsiteX814" fmla="*/ 898208 w 1849755"/>
                <a:gd name="connsiteY814" fmla="*/ 104775 h 1850707"/>
                <a:gd name="connsiteX815" fmla="*/ 897255 w 1849755"/>
                <a:gd name="connsiteY815" fmla="*/ 161925 h 1850707"/>
                <a:gd name="connsiteX816" fmla="*/ 898208 w 1849755"/>
                <a:gd name="connsiteY816" fmla="*/ 178117 h 1850707"/>
                <a:gd name="connsiteX817" fmla="*/ 902970 w 1849755"/>
                <a:gd name="connsiteY817" fmla="*/ 186690 h 1850707"/>
                <a:gd name="connsiteX818" fmla="*/ 910590 w 1849755"/>
                <a:gd name="connsiteY818" fmla="*/ 190500 h 1850707"/>
                <a:gd name="connsiteX819" fmla="*/ 918210 w 1849755"/>
                <a:gd name="connsiteY819" fmla="*/ 192405 h 1850707"/>
                <a:gd name="connsiteX820" fmla="*/ 918210 w 1849755"/>
                <a:gd name="connsiteY820" fmla="*/ 199072 h 1850707"/>
                <a:gd name="connsiteX821" fmla="*/ 865823 w 1849755"/>
                <a:gd name="connsiteY821" fmla="*/ 198120 h 1850707"/>
                <a:gd name="connsiteX822" fmla="*/ 865823 w 1849755"/>
                <a:gd name="connsiteY822" fmla="*/ 191452 h 1850707"/>
                <a:gd name="connsiteX823" fmla="*/ 873443 w 1849755"/>
                <a:gd name="connsiteY823" fmla="*/ 190500 h 1850707"/>
                <a:gd name="connsiteX824" fmla="*/ 881063 w 1849755"/>
                <a:gd name="connsiteY824" fmla="*/ 187642 h 1850707"/>
                <a:gd name="connsiteX825" fmla="*/ 885825 w 1849755"/>
                <a:gd name="connsiteY825" fmla="*/ 180022 h 1850707"/>
                <a:gd name="connsiteX826" fmla="*/ 886778 w 1849755"/>
                <a:gd name="connsiteY826" fmla="*/ 162877 h 1850707"/>
                <a:gd name="connsiteX827" fmla="*/ 887730 w 1849755"/>
                <a:gd name="connsiteY827" fmla="*/ 104775 h 1850707"/>
                <a:gd name="connsiteX828" fmla="*/ 886778 w 1849755"/>
                <a:gd name="connsiteY828" fmla="*/ 96202 h 1850707"/>
                <a:gd name="connsiteX829" fmla="*/ 882968 w 1849755"/>
                <a:gd name="connsiteY829" fmla="*/ 89535 h 1850707"/>
                <a:gd name="connsiteX830" fmla="*/ 876300 w 1849755"/>
                <a:gd name="connsiteY830" fmla="*/ 84772 h 1850707"/>
                <a:gd name="connsiteX831" fmla="*/ 867728 w 1849755"/>
                <a:gd name="connsiteY831" fmla="*/ 81915 h 1850707"/>
                <a:gd name="connsiteX832" fmla="*/ 925830 w 1849755"/>
                <a:gd name="connsiteY832" fmla="*/ 29527 h 1850707"/>
                <a:gd name="connsiteX833" fmla="*/ 577215 w 1849755"/>
                <a:gd name="connsiteY833" fmla="*/ 100012 h 1850707"/>
                <a:gd name="connsiteX834" fmla="*/ 292417 w 1849755"/>
                <a:gd name="connsiteY834" fmla="*/ 292417 h 1850707"/>
                <a:gd name="connsiteX835" fmla="*/ 100965 w 1849755"/>
                <a:gd name="connsiteY835" fmla="*/ 577215 h 1850707"/>
                <a:gd name="connsiteX836" fmla="*/ 30480 w 1849755"/>
                <a:gd name="connsiteY836" fmla="*/ 925830 h 1850707"/>
                <a:gd name="connsiteX837" fmla="*/ 100965 w 1849755"/>
                <a:gd name="connsiteY837" fmla="*/ 1274445 h 1850707"/>
                <a:gd name="connsiteX838" fmla="*/ 292417 w 1849755"/>
                <a:gd name="connsiteY838" fmla="*/ 1559242 h 1850707"/>
                <a:gd name="connsiteX839" fmla="*/ 577215 w 1849755"/>
                <a:gd name="connsiteY839" fmla="*/ 1750695 h 1850707"/>
                <a:gd name="connsiteX840" fmla="*/ 925830 w 1849755"/>
                <a:gd name="connsiteY840" fmla="*/ 1821180 h 1850707"/>
                <a:gd name="connsiteX841" fmla="*/ 1274445 w 1849755"/>
                <a:gd name="connsiteY841" fmla="*/ 1750695 h 1850707"/>
                <a:gd name="connsiteX842" fmla="*/ 1559242 w 1849755"/>
                <a:gd name="connsiteY842" fmla="*/ 1559242 h 1850707"/>
                <a:gd name="connsiteX843" fmla="*/ 1750695 w 1849755"/>
                <a:gd name="connsiteY843" fmla="*/ 1274445 h 1850707"/>
                <a:gd name="connsiteX844" fmla="*/ 1821180 w 1849755"/>
                <a:gd name="connsiteY844" fmla="*/ 925830 h 1850707"/>
                <a:gd name="connsiteX845" fmla="*/ 1750695 w 1849755"/>
                <a:gd name="connsiteY845" fmla="*/ 577215 h 1850707"/>
                <a:gd name="connsiteX846" fmla="*/ 1559242 w 1849755"/>
                <a:gd name="connsiteY846" fmla="*/ 292417 h 1850707"/>
                <a:gd name="connsiteX847" fmla="*/ 1274445 w 1849755"/>
                <a:gd name="connsiteY847" fmla="*/ 100012 h 1850707"/>
                <a:gd name="connsiteX848" fmla="*/ 925830 w 1849755"/>
                <a:gd name="connsiteY848" fmla="*/ 29527 h 1850707"/>
                <a:gd name="connsiteX849" fmla="*/ 925830 w 1849755"/>
                <a:gd name="connsiteY849" fmla="*/ 0 h 1850707"/>
                <a:gd name="connsiteX850" fmla="*/ 1285875 w 1849755"/>
                <a:gd name="connsiteY850" fmla="*/ 72390 h 1850707"/>
                <a:gd name="connsiteX851" fmla="*/ 1579245 w 1849755"/>
                <a:gd name="connsiteY851" fmla="*/ 271462 h 1850707"/>
                <a:gd name="connsiteX852" fmla="*/ 1777365 w 1849755"/>
                <a:gd name="connsiteY852" fmla="*/ 565785 h 1850707"/>
                <a:gd name="connsiteX853" fmla="*/ 1849755 w 1849755"/>
                <a:gd name="connsiteY853" fmla="*/ 925830 h 1850707"/>
                <a:gd name="connsiteX854" fmla="*/ 1777365 w 1849755"/>
                <a:gd name="connsiteY854" fmla="*/ 1285875 h 1850707"/>
                <a:gd name="connsiteX855" fmla="*/ 1579245 w 1849755"/>
                <a:gd name="connsiteY855" fmla="*/ 1580197 h 1850707"/>
                <a:gd name="connsiteX856" fmla="*/ 1284922 w 1849755"/>
                <a:gd name="connsiteY856" fmla="*/ 1778317 h 1850707"/>
                <a:gd name="connsiteX857" fmla="*/ 924877 w 1849755"/>
                <a:gd name="connsiteY857" fmla="*/ 1850707 h 1850707"/>
                <a:gd name="connsiteX858" fmla="*/ 564832 w 1849755"/>
                <a:gd name="connsiteY858" fmla="*/ 1778317 h 1850707"/>
                <a:gd name="connsiteX859" fmla="*/ 270510 w 1849755"/>
                <a:gd name="connsiteY859" fmla="*/ 1580197 h 1850707"/>
                <a:gd name="connsiteX860" fmla="*/ 72390 w 1849755"/>
                <a:gd name="connsiteY860" fmla="*/ 1285875 h 1850707"/>
                <a:gd name="connsiteX861" fmla="*/ 0 w 1849755"/>
                <a:gd name="connsiteY861" fmla="*/ 925830 h 1850707"/>
                <a:gd name="connsiteX862" fmla="*/ 73342 w 1849755"/>
                <a:gd name="connsiteY862" fmla="*/ 564832 h 1850707"/>
                <a:gd name="connsiteX863" fmla="*/ 271462 w 1849755"/>
                <a:gd name="connsiteY863" fmla="*/ 270510 h 1850707"/>
                <a:gd name="connsiteX864" fmla="*/ 565785 w 1849755"/>
                <a:gd name="connsiteY864" fmla="*/ 72390 h 1850707"/>
                <a:gd name="connsiteX865" fmla="*/ 925830 w 1849755"/>
                <a:gd name="connsiteY865" fmla="*/ 0 h 185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</a:cxnLst>
              <a:rect l="l" t="t" r="r" b="b"/>
              <a:pathLst>
                <a:path w="1849755" h="1850707">
                  <a:moveTo>
                    <a:pt x="807720" y="1710690"/>
                  </a:moveTo>
                  <a:cubicBezTo>
                    <a:pt x="797242" y="1716405"/>
                    <a:pt x="791527" y="1724025"/>
                    <a:pt x="789622" y="1733550"/>
                  </a:cubicBezTo>
                  <a:cubicBezTo>
                    <a:pt x="788670" y="1739265"/>
                    <a:pt x="789622" y="1744027"/>
                    <a:pt x="791527" y="1747837"/>
                  </a:cubicBezTo>
                  <a:cubicBezTo>
                    <a:pt x="795337" y="1756410"/>
                    <a:pt x="802957" y="1761172"/>
                    <a:pt x="812482" y="1763077"/>
                  </a:cubicBezTo>
                  <a:cubicBezTo>
                    <a:pt x="819150" y="1764030"/>
                    <a:pt x="824865" y="1762125"/>
                    <a:pt x="829627" y="1759267"/>
                  </a:cubicBezTo>
                  <a:cubicBezTo>
                    <a:pt x="834390" y="1755457"/>
                    <a:pt x="837247" y="1750695"/>
                    <a:pt x="838200" y="1744027"/>
                  </a:cubicBezTo>
                  <a:cubicBezTo>
                    <a:pt x="839152" y="1735455"/>
                    <a:pt x="836295" y="1727835"/>
                    <a:pt x="827722" y="1722120"/>
                  </a:cubicBezTo>
                  <a:cubicBezTo>
                    <a:pt x="822007" y="1718310"/>
                    <a:pt x="816292" y="1715452"/>
                    <a:pt x="810577" y="1711642"/>
                  </a:cubicBezTo>
                  <a:close/>
                  <a:moveTo>
                    <a:pt x="1232535" y="1657350"/>
                  </a:moveTo>
                  <a:cubicBezTo>
                    <a:pt x="1225868" y="1666875"/>
                    <a:pt x="1224915" y="1677353"/>
                    <a:pt x="1229678" y="1685925"/>
                  </a:cubicBezTo>
                  <a:cubicBezTo>
                    <a:pt x="1231583" y="1691640"/>
                    <a:pt x="1235393" y="1695450"/>
                    <a:pt x="1238250" y="1697355"/>
                  </a:cubicBezTo>
                  <a:cubicBezTo>
                    <a:pt x="1246822" y="1703070"/>
                    <a:pt x="1254443" y="1703070"/>
                    <a:pt x="1263968" y="1699260"/>
                  </a:cubicBezTo>
                  <a:cubicBezTo>
                    <a:pt x="1269683" y="1696403"/>
                    <a:pt x="1274445" y="1692593"/>
                    <a:pt x="1276350" y="1686878"/>
                  </a:cubicBezTo>
                  <a:cubicBezTo>
                    <a:pt x="1278255" y="1682115"/>
                    <a:pt x="1278255" y="1676400"/>
                    <a:pt x="1275397" y="1670685"/>
                  </a:cubicBezTo>
                  <a:cubicBezTo>
                    <a:pt x="1271588" y="1663065"/>
                    <a:pt x="1264920" y="1658303"/>
                    <a:pt x="1255395" y="1657350"/>
                  </a:cubicBezTo>
                  <a:cubicBezTo>
                    <a:pt x="1248728" y="1657350"/>
                    <a:pt x="1242060" y="1657350"/>
                    <a:pt x="1235393" y="1657350"/>
                  </a:cubicBezTo>
                  <a:close/>
                  <a:moveTo>
                    <a:pt x="1024890" y="1654493"/>
                  </a:moveTo>
                  <a:cubicBezTo>
                    <a:pt x="1017270" y="1655445"/>
                    <a:pt x="1012507" y="1660208"/>
                    <a:pt x="1010602" y="1667828"/>
                  </a:cubicBezTo>
                  <a:cubicBezTo>
                    <a:pt x="1009650" y="1671638"/>
                    <a:pt x="1009650" y="1677353"/>
                    <a:pt x="1010602" y="1683068"/>
                  </a:cubicBezTo>
                  <a:cubicBezTo>
                    <a:pt x="1011555" y="1692593"/>
                    <a:pt x="1015365" y="1699260"/>
                    <a:pt x="1019175" y="1704023"/>
                  </a:cubicBezTo>
                  <a:cubicBezTo>
                    <a:pt x="1022985" y="1707833"/>
                    <a:pt x="1028700" y="1709738"/>
                    <a:pt x="1035367" y="1708785"/>
                  </a:cubicBezTo>
                  <a:cubicBezTo>
                    <a:pt x="1042987" y="1707833"/>
                    <a:pt x="1048702" y="1704023"/>
                    <a:pt x="1049655" y="1697355"/>
                  </a:cubicBezTo>
                  <a:cubicBezTo>
                    <a:pt x="1049655" y="1693545"/>
                    <a:pt x="1049655" y="1688783"/>
                    <a:pt x="1049655" y="1684020"/>
                  </a:cubicBezTo>
                  <a:cubicBezTo>
                    <a:pt x="1047750" y="1672590"/>
                    <a:pt x="1044892" y="1664970"/>
                    <a:pt x="1041082" y="1660208"/>
                  </a:cubicBezTo>
                  <a:cubicBezTo>
                    <a:pt x="1036320" y="1655445"/>
                    <a:pt x="1031557" y="1653540"/>
                    <a:pt x="1024890" y="1654493"/>
                  </a:cubicBezTo>
                  <a:close/>
                  <a:moveTo>
                    <a:pt x="827722" y="1653540"/>
                  </a:moveTo>
                  <a:cubicBezTo>
                    <a:pt x="822007" y="1652587"/>
                    <a:pt x="816292" y="1653540"/>
                    <a:pt x="812482" y="1656397"/>
                  </a:cubicBezTo>
                  <a:cubicBezTo>
                    <a:pt x="808672" y="1659255"/>
                    <a:pt x="806767" y="1663065"/>
                    <a:pt x="805815" y="1667827"/>
                  </a:cubicBezTo>
                  <a:cubicBezTo>
                    <a:pt x="804862" y="1672590"/>
                    <a:pt x="806767" y="1677352"/>
                    <a:pt x="810577" y="1681162"/>
                  </a:cubicBezTo>
                  <a:cubicBezTo>
                    <a:pt x="812482" y="1684020"/>
                    <a:pt x="816292" y="1685925"/>
                    <a:pt x="820102" y="1688782"/>
                  </a:cubicBezTo>
                  <a:cubicBezTo>
                    <a:pt x="822007" y="1689735"/>
                    <a:pt x="823912" y="1690687"/>
                    <a:pt x="826770" y="1692592"/>
                  </a:cubicBezTo>
                  <a:lnTo>
                    <a:pt x="831532" y="1695450"/>
                  </a:lnTo>
                  <a:cubicBezTo>
                    <a:pt x="840105" y="1692592"/>
                    <a:pt x="844867" y="1685925"/>
                    <a:pt x="846772" y="1676400"/>
                  </a:cubicBezTo>
                  <a:cubicBezTo>
                    <a:pt x="847725" y="1670685"/>
                    <a:pt x="845820" y="1665922"/>
                    <a:pt x="842962" y="1661160"/>
                  </a:cubicBezTo>
                  <a:cubicBezTo>
                    <a:pt x="839152" y="1657350"/>
                    <a:pt x="834390" y="1654492"/>
                    <a:pt x="827722" y="1653540"/>
                  </a:cubicBezTo>
                  <a:close/>
                  <a:moveTo>
                    <a:pt x="831532" y="1644967"/>
                  </a:moveTo>
                  <a:cubicBezTo>
                    <a:pt x="842962" y="1646872"/>
                    <a:pt x="851535" y="1650682"/>
                    <a:pt x="858202" y="1656397"/>
                  </a:cubicBezTo>
                  <a:cubicBezTo>
                    <a:pt x="863917" y="1662112"/>
                    <a:pt x="865822" y="1668780"/>
                    <a:pt x="864870" y="1677352"/>
                  </a:cubicBezTo>
                  <a:cubicBezTo>
                    <a:pt x="862965" y="1687830"/>
                    <a:pt x="855345" y="1696402"/>
                    <a:pt x="842010" y="1701165"/>
                  </a:cubicBezTo>
                  <a:cubicBezTo>
                    <a:pt x="850582" y="1705927"/>
                    <a:pt x="857250" y="1711642"/>
                    <a:pt x="860107" y="1717357"/>
                  </a:cubicBezTo>
                  <a:cubicBezTo>
                    <a:pt x="862012" y="1722120"/>
                    <a:pt x="862965" y="1728787"/>
                    <a:pt x="862012" y="1736407"/>
                  </a:cubicBezTo>
                  <a:cubicBezTo>
                    <a:pt x="861060" y="1743075"/>
                    <a:pt x="859155" y="1749742"/>
                    <a:pt x="855345" y="1754505"/>
                  </a:cubicBezTo>
                  <a:cubicBezTo>
                    <a:pt x="848677" y="1764030"/>
                    <a:pt x="839152" y="1770697"/>
                    <a:pt x="825817" y="1772602"/>
                  </a:cubicBezTo>
                  <a:cubicBezTo>
                    <a:pt x="821055" y="1773555"/>
                    <a:pt x="814387" y="1773555"/>
                    <a:pt x="807720" y="1772602"/>
                  </a:cubicBezTo>
                  <a:cubicBezTo>
                    <a:pt x="792480" y="1770697"/>
                    <a:pt x="781050" y="1764030"/>
                    <a:pt x="774382" y="1752600"/>
                  </a:cubicBezTo>
                  <a:cubicBezTo>
                    <a:pt x="771525" y="1747837"/>
                    <a:pt x="770572" y="1741170"/>
                    <a:pt x="771525" y="1733550"/>
                  </a:cubicBezTo>
                  <a:cubicBezTo>
                    <a:pt x="772477" y="1724025"/>
                    <a:pt x="777240" y="1717357"/>
                    <a:pt x="784860" y="1712595"/>
                  </a:cubicBezTo>
                  <a:cubicBezTo>
                    <a:pt x="787717" y="1710690"/>
                    <a:pt x="792480" y="1708785"/>
                    <a:pt x="800100" y="1705927"/>
                  </a:cubicBezTo>
                  <a:cubicBezTo>
                    <a:pt x="787717" y="1697355"/>
                    <a:pt x="782002" y="1686877"/>
                    <a:pt x="783907" y="1674495"/>
                  </a:cubicBezTo>
                  <a:cubicBezTo>
                    <a:pt x="785812" y="1660207"/>
                    <a:pt x="794385" y="1650682"/>
                    <a:pt x="809625" y="1645920"/>
                  </a:cubicBezTo>
                  <a:cubicBezTo>
                    <a:pt x="816292" y="1644015"/>
                    <a:pt x="823912" y="1643062"/>
                    <a:pt x="831532" y="1644967"/>
                  </a:cubicBezTo>
                  <a:close/>
                  <a:moveTo>
                    <a:pt x="1028700" y="1644015"/>
                  </a:moveTo>
                  <a:cubicBezTo>
                    <a:pt x="1046797" y="1641158"/>
                    <a:pt x="1061085" y="1646873"/>
                    <a:pt x="1070610" y="1661160"/>
                  </a:cubicBezTo>
                  <a:cubicBezTo>
                    <a:pt x="1072515" y="1667828"/>
                    <a:pt x="1075372" y="1677353"/>
                    <a:pt x="1077277" y="1689735"/>
                  </a:cubicBezTo>
                  <a:cubicBezTo>
                    <a:pt x="1079182" y="1705928"/>
                    <a:pt x="1078230" y="1719263"/>
                    <a:pt x="1073467" y="1730693"/>
                  </a:cubicBezTo>
                  <a:cubicBezTo>
                    <a:pt x="1068705" y="1743075"/>
                    <a:pt x="1060132" y="1752600"/>
                    <a:pt x="1050607" y="1761173"/>
                  </a:cubicBezTo>
                  <a:cubicBezTo>
                    <a:pt x="1040130" y="1769745"/>
                    <a:pt x="1027747" y="1774508"/>
                    <a:pt x="1014412" y="1776413"/>
                  </a:cubicBezTo>
                  <a:lnTo>
                    <a:pt x="1005840" y="1771650"/>
                  </a:lnTo>
                  <a:lnTo>
                    <a:pt x="1007745" y="1767840"/>
                  </a:lnTo>
                  <a:cubicBezTo>
                    <a:pt x="1009650" y="1767840"/>
                    <a:pt x="1012507" y="1767840"/>
                    <a:pt x="1015365" y="1767840"/>
                  </a:cubicBezTo>
                  <a:cubicBezTo>
                    <a:pt x="1025842" y="1765935"/>
                    <a:pt x="1034415" y="1761173"/>
                    <a:pt x="1042035" y="1753553"/>
                  </a:cubicBezTo>
                  <a:cubicBezTo>
                    <a:pt x="1044892" y="1750695"/>
                    <a:pt x="1046797" y="1745933"/>
                    <a:pt x="1049655" y="1741170"/>
                  </a:cubicBezTo>
                  <a:cubicBezTo>
                    <a:pt x="1052512" y="1733550"/>
                    <a:pt x="1054417" y="1722120"/>
                    <a:pt x="1054417" y="1706880"/>
                  </a:cubicBezTo>
                  <a:cubicBezTo>
                    <a:pt x="1045845" y="1716405"/>
                    <a:pt x="1040130" y="1722120"/>
                    <a:pt x="1039177" y="1722120"/>
                  </a:cubicBezTo>
                  <a:cubicBezTo>
                    <a:pt x="1035367" y="1724025"/>
                    <a:pt x="1030605" y="1725930"/>
                    <a:pt x="1024890" y="1725930"/>
                  </a:cubicBezTo>
                  <a:cubicBezTo>
                    <a:pt x="1015365" y="1726883"/>
                    <a:pt x="1007745" y="1724978"/>
                    <a:pt x="1002030" y="1720215"/>
                  </a:cubicBezTo>
                  <a:cubicBezTo>
                    <a:pt x="995362" y="1714500"/>
                    <a:pt x="990600" y="1705928"/>
                    <a:pt x="989647" y="1695450"/>
                  </a:cubicBezTo>
                  <a:cubicBezTo>
                    <a:pt x="986790" y="1677353"/>
                    <a:pt x="992505" y="1664018"/>
                    <a:pt x="1004887" y="1653540"/>
                  </a:cubicBezTo>
                  <a:cubicBezTo>
                    <a:pt x="1010602" y="1648778"/>
                    <a:pt x="1018222" y="1645920"/>
                    <a:pt x="1028700" y="1644015"/>
                  </a:cubicBezTo>
                  <a:close/>
                  <a:moveTo>
                    <a:pt x="1236345" y="1598295"/>
                  </a:moveTo>
                  <a:cubicBezTo>
                    <a:pt x="1231583" y="1596390"/>
                    <a:pt x="1225868" y="1597343"/>
                    <a:pt x="1219200" y="1600200"/>
                  </a:cubicBezTo>
                  <a:cubicBezTo>
                    <a:pt x="1213485" y="1603058"/>
                    <a:pt x="1209675" y="1605915"/>
                    <a:pt x="1207770" y="1610678"/>
                  </a:cubicBezTo>
                  <a:cubicBezTo>
                    <a:pt x="1205865" y="1615440"/>
                    <a:pt x="1205865" y="1619250"/>
                    <a:pt x="1207770" y="1624013"/>
                  </a:cubicBezTo>
                  <a:cubicBezTo>
                    <a:pt x="1209675" y="1628775"/>
                    <a:pt x="1213485" y="1631633"/>
                    <a:pt x="1219200" y="1633538"/>
                  </a:cubicBezTo>
                  <a:cubicBezTo>
                    <a:pt x="1222058" y="1634490"/>
                    <a:pt x="1225868" y="1634490"/>
                    <a:pt x="1230630" y="1634490"/>
                  </a:cubicBezTo>
                  <a:cubicBezTo>
                    <a:pt x="1232535" y="1634490"/>
                    <a:pt x="1235393" y="1634490"/>
                    <a:pt x="1238250" y="1634490"/>
                  </a:cubicBezTo>
                  <a:lnTo>
                    <a:pt x="1243965" y="1634490"/>
                  </a:lnTo>
                  <a:cubicBezTo>
                    <a:pt x="1250633" y="1625918"/>
                    <a:pt x="1251585" y="1617345"/>
                    <a:pt x="1247775" y="1608773"/>
                  </a:cubicBezTo>
                  <a:cubicBezTo>
                    <a:pt x="1244918" y="1603058"/>
                    <a:pt x="1241108" y="1599248"/>
                    <a:pt x="1236345" y="1598295"/>
                  </a:cubicBezTo>
                  <a:close/>
                  <a:moveTo>
                    <a:pt x="580073" y="1586865"/>
                  </a:moveTo>
                  <a:cubicBezTo>
                    <a:pt x="597218" y="1589722"/>
                    <a:pt x="617220" y="1591627"/>
                    <a:pt x="639128" y="1592580"/>
                  </a:cubicBezTo>
                  <a:lnTo>
                    <a:pt x="640080" y="1594485"/>
                  </a:lnTo>
                  <a:cubicBezTo>
                    <a:pt x="638175" y="1597342"/>
                    <a:pt x="636270" y="1602105"/>
                    <a:pt x="632460" y="1608772"/>
                  </a:cubicBezTo>
                  <a:cubicBezTo>
                    <a:pt x="631508" y="1610677"/>
                    <a:pt x="627698" y="1617345"/>
                    <a:pt x="622935" y="1627822"/>
                  </a:cubicBezTo>
                  <a:lnTo>
                    <a:pt x="607695" y="1660207"/>
                  </a:lnTo>
                  <a:cubicBezTo>
                    <a:pt x="597218" y="1684020"/>
                    <a:pt x="591503" y="1696402"/>
                    <a:pt x="591503" y="1698307"/>
                  </a:cubicBezTo>
                  <a:cubicBezTo>
                    <a:pt x="591503" y="1700212"/>
                    <a:pt x="591503" y="1701165"/>
                    <a:pt x="593408" y="1702117"/>
                  </a:cubicBezTo>
                  <a:cubicBezTo>
                    <a:pt x="595313" y="1704022"/>
                    <a:pt x="600075" y="1706880"/>
                    <a:pt x="608648" y="1710690"/>
                  </a:cubicBezTo>
                  <a:lnTo>
                    <a:pt x="609600" y="1711642"/>
                  </a:lnTo>
                  <a:lnTo>
                    <a:pt x="609600" y="1717357"/>
                  </a:lnTo>
                  <a:lnTo>
                    <a:pt x="608648" y="1718310"/>
                  </a:lnTo>
                  <a:cubicBezTo>
                    <a:pt x="601028" y="1714500"/>
                    <a:pt x="591503" y="1709737"/>
                    <a:pt x="580073" y="1704975"/>
                  </a:cubicBezTo>
                  <a:cubicBezTo>
                    <a:pt x="569595" y="1700212"/>
                    <a:pt x="557213" y="1695450"/>
                    <a:pt x="544830" y="1689735"/>
                  </a:cubicBezTo>
                  <a:lnTo>
                    <a:pt x="543878" y="1688782"/>
                  </a:lnTo>
                  <a:lnTo>
                    <a:pt x="545783" y="1684020"/>
                  </a:lnTo>
                  <a:lnTo>
                    <a:pt x="546735" y="1684020"/>
                  </a:lnTo>
                  <a:cubicBezTo>
                    <a:pt x="549593" y="1684972"/>
                    <a:pt x="552450" y="1685925"/>
                    <a:pt x="555308" y="1686877"/>
                  </a:cubicBezTo>
                  <a:cubicBezTo>
                    <a:pt x="560070" y="1688782"/>
                    <a:pt x="563880" y="1689735"/>
                    <a:pt x="564833" y="1689735"/>
                  </a:cubicBezTo>
                  <a:cubicBezTo>
                    <a:pt x="565785" y="1689735"/>
                    <a:pt x="567690" y="1688782"/>
                    <a:pt x="568643" y="1687830"/>
                  </a:cubicBezTo>
                  <a:cubicBezTo>
                    <a:pt x="570548" y="1685925"/>
                    <a:pt x="576263" y="1675447"/>
                    <a:pt x="584835" y="1656397"/>
                  </a:cubicBezTo>
                  <a:lnTo>
                    <a:pt x="594360" y="1635442"/>
                  </a:lnTo>
                  <a:cubicBezTo>
                    <a:pt x="597218" y="1628775"/>
                    <a:pt x="601028" y="1621155"/>
                    <a:pt x="604838" y="1611630"/>
                  </a:cubicBezTo>
                  <a:lnTo>
                    <a:pt x="607695" y="1604962"/>
                  </a:lnTo>
                  <a:cubicBezTo>
                    <a:pt x="608648" y="1602105"/>
                    <a:pt x="608648" y="1600200"/>
                    <a:pt x="607695" y="1600200"/>
                  </a:cubicBezTo>
                  <a:cubicBezTo>
                    <a:pt x="607695" y="1600200"/>
                    <a:pt x="604838" y="1600200"/>
                    <a:pt x="601980" y="1600200"/>
                  </a:cubicBezTo>
                  <a:cubicBezTo>
                    <a:pt x="592455" y="1600200"/>
                    <a:pt x="584835" y="1600200"/>
                    <a:pt x="578168" y="1600200"/>
                  </a:cubicBezTo>
                  <a:lnTo>
                    <a:pt x="577215" y="1599247"/>
                  </a:lnTo>
                  <a:cubicBezTo>
                    <a:pt x="578168" y="1596390"/>
                    <a:pt x="579120" y="1592580"/>
                    <a:pt x="580073" y="1587817"/>
                  </a:cubicBezTo>
                  <a:close/>
                  <a:moveTo>
                    <a:pt x="1245870" y="1585913"/>
                  </a:moveTo>
                  <a:cubicBezTo>
                    <a:pt x="1253490" y="1587818"/>
                    <a:pt x="1259205" y="1592580"/>
                    <a:pt x="1263015" y="1600200"/>
                  </a:cubicBezTo>
                  <a:cubicBezTo>
                    <a:pt x="1267778" y="1610678"/>
                    <a:pt x="1264920" y="1621155"/>
                    <a:pt x="1256347" y="1632585"/>
                  </a:cubicBezTo>
                  <a:cubicBezTo>
                    <a:pt x="1266825" y="1631633"/>
                    <a:pt x="1274445" y="1633538"/>
                    <a:pt x="1280160" y="1636395"/>
                  </a:cubicBezTo>
                  <a:cubicBezTo>
                    <a:pt x="1284922" y="1639253"/>
                    <a:pt x="1288733" y="1644968"/>
                    <a:pt x="1292543" y="1651635"/>
                  </a:cubicBezTo>
                  <a:cubicBezTo>
                    <a:pt x="1295400" y="1658303"/>
                    <a:pt x="1296353" y="1664970"/>
                    <a:pt x="1296353" y="1670685"/>
                  </a:cubicBezTo>
                  <a:cubicBezTo>
                    <a:pt x="1295400" y="1682115"/>
                    <a:pt x="1290638" y="1692593"/>
                    <a:pt x="1280160" y="1701165"/>
                  </a:cubicBezTo>
                  <a:cubicBezTo>
                    <a:pt x="1276350" y="1704975"/>
                    <a:pt x="1270635" y="1707833"/>
                    <a:pt x="1263968" y="1710690"/>
                  </a:cubicBezTo>
                  <a:cubicBezTo>
                    <a:pt x="1249680" y="1716405"/>
                    <a:pt x="1237297" y="1716405"/>
                    <a:pt x="1224915" y="1710690"/>
                  </a:cubicBezTo>
                  <a:cubicBezTo>
                    <a:pt x="1219200" y="1707833"/>
                    <a:pt x="1215390" y="1703070"/>
                    <a:pt x="1212533" y="1696403"/>
                  </a:cubicBezTo>
                  <a:cubicBezTo>
                    <a:pt x="1208723" y="1687830"/>
                    <a:pt x="1208723" y="1679258"/>
                    <a:pt x="1212533" y="1671638"/>
                  </a:cubicBezTo>
                  <a:cubicBezTo>
                    <a:pt x="1213485" y="1668780"/>
                    <a:pt x="1217295" y="1664970"/>
                    <a:pt x="1222058" y="1658303"/>
                  </a:cubicBezTo>
                  <a:cubicBezTo>
                    <a:pt x="1206818" y="1657350"/>
                    <a:pt x="1196340" y="1651635"/>
                    <a:pt x="1191578" y="1639253"/>
                  </a:cubicBezTo>
                  <a:cubicBezTo>
                    <a:pt x="1185863" y="1625918"/>
                    <a:pt x="1188720" y="1613535"/>
                    <a:pt x="1199198" y="1602105"/>
                  </a:cubicBezTo>
                  <a:cubicBezTo>
                    <a:pt x="1203960" y="1597343"/>
                    <a:pt x="1209675" y="1592580"/>
                    <a:pt x="1217295" y="1589723"/>
                  </a:cubicBezTo>
                  <a:cubicBezTo>
                    <a:pt x="1227772" y="1584960"/>
                    <a:pt x="1237297" y="1584008"/>
                    <a:pt x="1245870" y="1585913"/>
                  </a:cubicBezTo>
                  <a:close/>
                  <a:moveTo>
                    <a:pt x="156210" y="1192530"/>
                  </a:moveTo>
                  <a:cubicBezTo>
                    <a:pt x="147638" y="1195387"/>
                    <a:pt x="141923" y="1200150"/>
                    <a:pt x="139065" y="1204912"/>
                  </a:cubicBezTo>
                  <a:cubicBezTo>
                    <a:pt x="136208" y="1209675"/>
                    <a:pt x="136208" y="1217295"/>
                    <a:pt x="140018" y="1225867"/>
                  </a:cubicBezTo>
                  <a:lnTo>
                    <a:pt x="142875" y="1232535"/>
                  </a:lnTo>
                  <a:lnTo>
                    <a:pt x="193358" y="1213485"/>
                  </a:lnTo>
                  <a:lnTo>
                    <a:pt x="192405" y="1209675"/>
                  </a:lnTo>
                  <a:cubicBezTo>
                    <a:pt x="189548" y="1201102"/>
                    <a:pt x="184785" y="1195387"/>
                    <a:pt x="179070" y="1192530"/>
                  </a:cubicBezTo>
                  <a:cubicBezTo>
                    <a:pt x="171450" y="1188720"/>
                    <a:pt x="164783" y="1188720"/>
                    <a:pt x="156210" y="1192530"/>
                  </a:cubicBezTo>
                  <a:close/>
                  <a:moveTo>
                    <a:pt x="159068" y="1161097"/>
                  </a:moveTo>
                  <a:cubicBezTo>
                    <a:pt x="164783" y="1162050"/>
                    <a:pt x="169545" y="1163955"/>
                    <a:pt x="174308" y="1167765"/>
                  </a:cubicBezTo>
                  <a:cubicBezTo>
                    <a:pt x="179070" y="1171575"/>
                    <a:pt x="183833" y="1176337"/>
                    <a:pt x="186690" y="1182052"/>
                  </a:cubicBezTo>
                  <a:cubicBezTo>
                    <a:pt x="190500" y="1187767"/>
                    <a:pt x="193358" y="1194435"/>
                    <a:pt x="196215" y="1202055"/>
                  </a:cubicBezTo>
                  <a:lnTo>
                    <a:pt x="200025" y="1211580"/>
                  </a:lnTo>
                  <a:lnTo>
                    <a:pt x="232410" y="1199197"/>
                  </a:lnTo>
                  <a:cubicBezTo>
                    <a:pt x="234315" y="1198245"/>
                    <a:pt x="236220" y="1197292"/>
                    <a:pt x="237173" y="1196340"/>
                  </a:cubicBezTo>
                  <a:cubicBezTo>
                    <a:pt x="238125" y="1195387"/>
                    <a:pt x="239078" y="1193482"/>
                    <a:pt x="239078" y="1190625"/>
                  </a:cubicBezTo>
                  <a:cubicBezTo>
                    <a:pt x="239078" y="1189672"/>
                    <a:pt x="239078" y="1187767"/>
                    <a:pt x="238125" y="1184910"/>
                  </a:cubicBezTo>
                  <a:cubicBezTo>
                    <a:pt x="238125" y="1182052"/>
                    <a:pt x="237173" y="1180147"/>
                    <a:pt x="237173" y="1178242"/>
                  </a:cubicBezTo>
                  <a:lnTo>
                    <a:pt x="243840" y="1175385"/>
                  </a:lnTo>
                  <a:lnTo>
                    <a:pt x="267653" y="1237297"/>
                  </a:lnTo>
                  <a:lnTo>
                    <a:pt x="260985" y="1239202"/>
                  </a:lnTo>
                  <a:cubicBezTo>
                    <a:pt x="260033" y="1237297"/>
                    <a:pt x="259080" y="1235392"/>
                    <a:pt x="258128" y="1233487"/>
                  </a:cubicBezTo>
                  <a:cubicBezTo>
                    <a:pt x="257175" y="1230630"/>
                    <a:pt x="256223" y="1229677"/>
                    <a:pt x="255270" y="1228725"/>
                  </a:cubicBezTo>
                  <a:cubicBezTo>
                    <a:pt x="253365" y="1226820"/>
                    <a:pt x="252413" y="1225867"/>
                    <a:pt x="250508" y="1225867"/>
                  </a:cubicBezTo>
                  <a:cubicBezTo>
                    <a:pt x="248603" y="1225867"/>
                    <a:pt x="247650" y="1225867"/>
                    <a:pt x="244793" y="1226820"/>
                  </a:cubicBezTo>
                  <a:lnTo>
                    <a:pt x="164783" y="1257300"/>
                  </a:lnTo>
                  <a:cubicBezTo>
                    <a:pt x="162878" y="1258252"/>
                    <a:pt x="160973" y="1259205"/>
                    <a:pt x="160020" y="1260157"/>
                  </a:cubicBezTo>
                  <a:cubicBezTo>
                    <a:pt x="159068" y="1261110"/>
                    <a:pt x="158115" y="1263015"/>
                    <a:pt x="158115" y="1265872"/>
                  </a:cubicBezTo>
                  <a:cubicBezTo>
                    <a:pt x="158115" y="1267777"/>
                    <a:pt x="158115" y="1269682"/>
                    <a:pt x="159068" y="1272540"/>
                  </a:cubicBezTo>
                  <a:cubicBezTo>
                    <a:pt x="159068" y="1275397"/>
                    <a:pt x="160020" y="1277302"/>
                    <a:pt x="160020" y="1278255"/>
                  </a:cubicBezTo>
                  <a:lnTo>
                    <a:pt x="153353" y="1281112"/>
                  </a:lnTo>
                  <a:lnTo>
                    <a:pt x="129540" y="1218247"/>
                  </a:lnTo>
                  <a:cubicBezTo>
                    <a:pt x="123825" y="1203960"/>
                    <a:pt x="121920" y="1191577"/>
                    <a:pt x="123825" y="1183005"/>
                  </a:cubicBezTo>
                  <a:cubicBezTo>
                    <a:pt x="124778" y="1172527"/>
                    <a:pt x="130493" y="1166812"/>
                    <a:pt x="140970" y="1163002"/>
                  </a:cubicBezTo>
                  <a:cubicBezTo>
                    <a:pt x="147638" y="1160145"/>
                    <a:pt x="153353" y="1160145"/>
                    <a:pt x="159068" y="1161097"/>
                  </a:cubicBezTo>
                  <a:close/>
                  <a:moveTo>
                    <a:pt x="1615440" y="1152525"/>
                  </a:moveTo>
                  <a:lnTo>
                    <a:pt x="1622107" y="1154430"/>
                  </a:lnTo>
                  <a:cubicBezTo>
                    <a:pt x="1621155" y="1156335"/>
                    <a:pt x="1621155" y="1158240"/>
                    <a:pt x="1620202" y="1161097"/>
                  </a:cubicBezTo>
                  <a:cubicBezTo>
                    <a:pt x="1619250" y="1163955"/>
                    <a:pt x="1619250" y="1165860"/>
                    <a:pt x="1619250" y="1167765"/>
                  </a:cubicBezTo>
                  <a:cubicBezTo>
                    <a:pt x="1619250" y="1169670"/>
                    <a:pt x="1620202" y="1171575"/>
                    <a:pt x="1621155" y="1173480"/>
                  </a:cubicBezTo>
                  <a:cubicBezTo>
                    <a:pt x="1622107" y="1174432"/>
                    <a:pt x="1624012" y="1175385"/>
                    <a:pt x="1625917" y="1176337"/>
                  </a:cubicBezTo>
                  <a:lnTo>
                    <a:pt x="1645920" y="1183957"/>
                  </a:lnTo>
                  <a:cubicBezTo>
                    <a:pt x="1647825" y="1184910"/>
                    <a:pt x="1648777" y="1184910"/>
                    <a:pt x="1650682" y="1185862"/>
                  </a:cubicBezTo>
                  <a:cubicBezTo>
                    <a:pt x="1651635" y="1185862"/>
                    <a:pt x="1653540" y="1186815"/>
                    <a:pt x="1654492" y="1186815"/>
                  </a:cubicBezTo>
                  <a:cubicBezTo>
                    <a:pt x="1655445" y="1186815"/>
                    <a:pt x="1657350" y="1186815"/>
                    <a:pt x="1659255" y="1186815"/>
                  </a:cubicBezTo>
                  <a:cubicBezTo>
                    <a:pt x="1661160" y="1186815"/>
                    <a:pt x="1664017" y="1185862"/>
                    <a:pt x="1666875" y="1185862"/>
                  </a:cubicBezTo>
                  <a:cubicBezTo>
                    <a:pt x="1675447" y="1184910"/>
                    <a:pt x="1684020" y="1183005"/>
                    <a:pt x="1691640" y="1182052"/>
                  </a:cubicBezTo>
                  <a:cubicBezTo>
                    <a:pt x="1699260" y="1181100"/>
                    <a:pt x="1706880" y="1179195"/>
                    <a:pt x="1714500" y="1178242"/>
                  </a:cubicBezTo>
                  <a:cubicBezTo>
                    <a:pt x="1718310" y="1177290"/>
                    <a:pt x="1721167" y="1176337"/>
                    <a:pt x="1724025" y="1175385"/>
                  </a:cubicBezTo>
                  <a:cubicBezTo>
                    <a:pt x="1726882" y="1174432"/>
                    <a:pt x="1728787" y="1172527"/>
                    <a:pt x="1730692" y="1171575"/>
                  </a:cubicBezTo>
                  <a:cubicBezTo>
                    <a:pt x="1731645" y="1170622"/>
                    <a:pt x="1733550" y="1168717"/>
                    <a:pt x="1734502" y="1166812"/>
                  </a:cubicBezTo>
                  <a:cubicBezTo>
                    <a:pt x="1735455" y="1164907"/>
                    <a:pt x="1736407" y="1163002"/>
                    <a:pt x="1737360" y="1162050"/>
                  </a:cubicBezTo>
                  <a:lnTo>
                    <a:pt x="1744027" y="1164907"/>
                  </a:lnTo>
                  <a:lnTo>
                    <a:pt x="1719262" y="1229677"/>
                  </a:lnTo>
                  <a:lnTo>
                    <a:pt x="1712595" y="1226820"/>
                  </a:lnTo>
                  <a:cubicBezTo>
                    <a:pt x="1714500" y="1221105"/>
                    <a:pt x="1715452" y="1216342"/>
                    <a:pt x="1716405" y="1214437"/>
                  </a:cubicBezTo>
                  <a:cubicBezTo>
                    <a:pt x="1716405" y="1212532"/>
                    <a:pt x="1716405" y="1210627"/>
                    <a:pt x="1714500" y="1210627"/>
                  </a:cubicBezTo>
                  <a:cubicBezTo>
                    <a:pt x="1713547" y="1210627"/>
                    <a:pt x="1712595" y="1210627"/>
                    <a:pt x="1710690" y="1210627"/>
                  </a:cubicBezTo>
                  <a:cubicBezTo>
                    <a:pt x="1708785" y="1210627"/>
                    <a:pt x="1704975" y="1211580"/>
                    <a:pt x="1701165" y="1211580"/>
                  </a:cubicBezTo>
                  <a:cubicBezTo>
                    <a:pt x="1697355" y="1211580"/>
                    <a:pt x="1691640" y="1212532"/>
                    <a:pt x="1684020" y="1214437"/>
                  </a:cubicBezTo>
                  <a:cubicBezTo>
                    <a:pt x="1676400" y="1215390"/>
                    <a:pt x="1667827" y="1217295"/>
                    <a:pt x="1657350" y="1219200"/>
                  </a:cubicBezTo>
                  <a:cubicBezTo>
                    <a:pt x="1669732" y="1235392"/>
                    <a:pt x="1678305" y="1246822"/>
                    <a:pt x="1683067" y="1253490"/>
                  </a:cubicBezTo>
                  <a:cubicBezTo>
                    <a:pt x="1687830" y="1260157"/>
                    <a:pt x="1691640" y="1263015"/>
                    <a:pt x="1692592" y="1263967"/>
                  </a:cubicBezTo>
                  <a:cubicBezTo>
                    <a:pt x="1694497" y="1264920"/>
                    <a:pt x="1696402" y="1263967"/>
                    <a:pt x="1698307" y="1262062"/>
                  </a:cubicBezTo>
                  <a:cubicBezTo>
                    <a:pt x="1700212" y="1260157"/>
                    <a:pt x="1702117" y="1257300"/>
                    <a:pt x="1704022" y="1251585"/>
                  </a:cubicBezTo>
                  <a:lnTo>
                    <a:pt x="1710690" y="1253490"/>
                  </a:lnTo>
                  <a:lnTo>
                    <a:pt x="1694497" y="1295400"/>
                  </a:lnTo>
                  <a:lnTo>
                    <a:pt x="1686877" y="1292542"/>
                  </a:lnTo>
                  <a:cubicBezTo>
                    <a:pt x="1687830" y="1290637"/>
                    <a:pt x="1687830" y="1288732"/>
                    <a:pt x="1687830" y="1286827"/>
                  </a:cubicBezTo>
                  <a:cubicBezTo>
                    <a:pt x="1687830" y="1284922"/>
                    <a:pt x="1687830" y="1283017"/>
                    <a:pt x="1687830" y="1281112"/>
                  </a:cubicBezTo>
                  <a:cubicBezTo>
                    <a:pt x="1687830" y="1278255"/>
                    <a:pt x="1686877" y="1275397"/>
                    <a:pt x="1684972" y="1273492"/>
                  </a:cubicBezTo>
                  <a:cubicBezTo>
                    <a:pt x="1684020" y="1270635"/>
                    <a:pt x="1682115" y="1268730"/>
                    <a:pt x="1680210" y="1265872"/>
                  </a:cubicBezTo>
                  <a:cubicBezTo>
                    <a:pt x="1676400" y="1260157"/>
                    <a:pt x="1672590" y="1254442"/>
                    <a:pt x="1667827" y="1248727"/>
                  </a:cubicBezTo>
                  <a:cubicBezTo>
                    <a:pt x="1663065" y="1243012"/>
                    <a:pt x="1658302" y="1236345"/>
                    <a:pt x="1652587" y="1228725"/>
                  </a:cubicBezTo>
                  <a:cubicBezTo>
                    <a:pt x="1648777" y="1223962"/>
                    <a:pt x="1645920" y="1221105"/>
                    <a:pt x="1644015" y="1219200"/>
                  </a:cubicBezTo>
                  <a:cubicBezTo>
                    <a:pt x="1642110" y="1217295"/>
                    <a:pt x="1637347" y="1215390"/>
                    <a:pt x="1631632" y="1213485"/>
                  </a:cubicBezTo>
                  <a:lnTo>
                    <a:pt x="1615440" y="1206817"/>
                  </a:lnTo>
                  <a:cubicBezTo>
                    <a:pt x="1613535" y="1205865"/>
                    <a:pt x="1611630" y="1205865"/>
                    <a:pt x="1609725" y="1205865"/>
                  </a:cubicBezTo>
                  <a:cubicBezTo>
                    <a:pt x="1607820" y="1205865"/>
                    <a:pt x="1605915" y="1206817"/>
                    <a:pt x="1604962" y="1208722"/>
                  </a:cubicBezTo>
                  <a:cubicBezTo>
                    <a:pt x="1604010" y="1209675"/>
                    <a:pt x="1603057" y="1211580"/>
                    <a:pt x="1601152" y="1213485"/>
                  </a:cubicBezTo>
                  <a:cubicBezTo>
                    <a:pt x="1599247" y="1216342"/>
                    <a:pt x="1598295" y="1218247"/>
                    <a:pt x="1597342" y="1219200"/>
                  </a:cubicBezTo>
                  <a:lnTo>
                    <a:pt x="1590675" y="1216342"/>
                  </a:lnTo>
                  <a:close/>
                  <a:moveTo>
                    <a:pt x="1739265" y="964883"/>
                  </a:moveTo>
                  <a:lnTo>
                    <a:pt x="1773555" y="968693"/>
                  </a:lnTo>
                  <a:lnTo>
                    <a:pt x="1759267" y="1085850"/>
                  </a:lnTo>
                  <a:lnTo>
                    <a:pt x="1726882" y="1081088"/>
                  </a:lnTo>
                  <a:lnTo>
                    <a:pt x="1727835" y="1074420"/>
                  </a:lnTo>
                  <a:cubicBezTo>
                    <a:pt x="1733550" y="1073468"/>
                    <a:pt x="1739265" y="1071563"/>
                    <a:pt x="1744980" y="1067753"/>
                  </a:cubicBezTo>
                  <a:cubicBezTo>
                    <a:pt x="1751647" y="1064895"/>
                    <a:pt x="1755457" y="1061085"/>
                    <a:pt x="1755457" y="1058228"/>
                  </a:cubicBezTo>
                  <a:cubicBezTo>
                    <a:pt x="1755457" y="1056323"/>
                    <a:pt x="1756410" y="1054418"/>
                    <a:pt x="1756410" y="1051560"/>
                  </a:cubicBezTo>
                  <a:cubicBezTo>
                    <a:pt x="1756410" y="1048703"/>
                    <a:pt x="1757362" y="1046798"/>
                    <a:pt x="1757362" y="1044893"/>
                  </a:cubicBezTo>
                  <a:lnTo>
                    <a:pt x="1757362" y="1041083"/>
                  </a:lnTo>
                  <a:lnTo>
                    <a:pt x="1662112" y="1029653"/>
                  </a:lnTo>
                  <a:cubicBezTo>
                    <a:pt x="1660207" y="1029653"/>
                    <a:pt x="1658302" y="1029653"/>
                    <a:pt x="1656397" y="1030605"/>
                  </a:cubicBezTo>
                  <a:cubicBezTo>
                    <a:pt x="1654492" y="1031558"/>
                    <a:pt x="1653540" y="1032510"/>
                    <a:pt x="1652587" y="1034415"/>
                  </a:cubicBezTo>
                  <a:cubicBezTo>
                    <a:pt x="1651635" y="1035368"/>
                    <a:pt x="1651635" y="1037273"/>
                    <a:pt x="1650682" y="1040130"/>
                  </a:cubicBezTo>
                  <a:cubicBezTo>
                    <a:pt x="1649730" y="1042988"/>
                    <a:pt x="1648777" y="1044893"/>
                    <a:pt x="1648777" y="1046798"/>
                  </a:cubicBezTo>
                  <a:lnTo>
                    <a:pt x="1642110" y="1045845"/>
                  </a:lnTo>
                  <a:lnTo>
                    <a:pt x="1649730" y="978218"/>
                  </a:lnTo>
                  <a:lnTo>
                    <a:pt x="1656397" y="979170"/>
                  </a:lnTo>
                  <a:cubicBezTo>
                    <a:pt x="1656397" y="981075"/>
                    <a:pt x="1656397" y="982980"/>
                    <a:pt x="1656397" y="985838"/>
                  </a:cubicBezTo>
                  <a:cubicBezTo>
                    <a:pt x="1656397" y="988695"/>
                    <a:pt x="1656397" y="990600"/>
                    <a:pt x="1656397" y="992505"/>
                  </a:cubicBezTo>
                  <a:cubicBezTo>
                    <a:pt x="1657350" y="994410"/>
                    <a:pt x="1658302" y="996315"/>
                    <a:pt x="1659255" y="997268"/>
                  </a:cubicBezTo>
                  <a:cubicBezTo>
                    <a:pt x="1660207" y="998220"/>
                    <a:pt x="1662112" y="999173"/>
                    <a:pt x="1664970" y="999173"/>
                  </a:cubicBezTo>
                  <a:lnTo>
                    <a:pt x="1761172" y="1010603"/>
                  </a:lnTo>
                  <a:lnTo>
                    <a:pt x="1761172" y="1006793"/>
                  </a:lnTo>
                  <a:cubicBezTo>
                    <a:pt x="1761172" y="1004888"/>
                    <a:pt x="1761172" y="1002983"/>
                    <a:pt x="1762125" y="1000125"/>
                  </a:cubicBezTo>
                  <a:cubicBezTo>
                    <a:pt x="1762125" y="997268"/>
                    <a:pt x="1762125" y="995363"/>
                    <a:pt x="1762125" y="993458"/>
                  </a:cubicBezTo>
                  <a:cubicBezTo>
                    <a:pt x="1762125" y="990600"/>
                    <a:pt x="1759267" y="985838"/>
                    <a:pt x="1753552" y="982028"/>
                  </a:cubicBezTo>
                  <a:cubicBezTo>
                    <a:pt x="1747837" y="977265"/>
                    <a:pt x="1743075" y="974408"/>
                    <a:pt x="1738312" y="971550"/>
                  </a:cubicBezTo>
                  <a:close/>
                  <a:moveTo>
                    <a:pt x="199073" y="952500"/>
                  </a:moveTo>
                  <a:lnTo>
                    <a:pt x="212408" y="1065847"/>
                  </a:lnTo>
                  <a:lnTo>
                    <a:pt x="205740" y="1066800"/>
                  </a:lnTo>
                  <a:cubicBezTo>
                    <a:pt x="205740" y="1064895"/>
                    <a:pt x="204788" y="1062990"/>
                    <a:pt x="203835" y="1060132"/>
                  </a:cubicBezTo>
                  <a:cubicBezTo>
                    <a:pt x="202883" y="1057275"/>
                    <a:pt x="202883" y="1055370"/>
                    <a:pt x="201930" y="1054417"/>
                  </a:cubicBezTo>
                  <a:cubicBezTo>
                    <a:pt x="200978" y="1052512"/>
                    <a:pt x="199073" y="1050607"/>
                    <a:pt x="198120" y="1050607"/>
                  </a:cubicBezTo>
                  <a:cubicBezTo>
                    <a:pt x="196215" y="1049655"/>
                    <a:pt x="195263" y="1049655"/>
                    <a:pt x="192405" y="1050607"/>
                  </a:cubicBezTo>
                  <a:lnTo>
                    <a:pt x="106680" y="1060132"/>
                  </a:lnTo>
                  <a:cubicBezTo>
                    <a:pt x="104775" y="1060132"/>
                    <a:pt x="102870" y="1061085"/>
                    <a:pt x="101918" y="1062037"/>
                  </a:cubicBezTo>
                  <a:cubicBezTo>
                    <a:pt x="100965" y="1062990"/>
                    <a:pt x="100013" y="1064895"/>
                    <a:pt x="99060" y="1066800"/>
                  </a:cubicBezTo>
                  <a:cubicBezTo>
                    <a:pt x="98108" y="1068705"/>
                    <a:pt x="98108" y="1070610"/>
                    <a:pt x="98108" y="1073467"/>
                  </a:cubicBezTo>
                  <a:cubicBezTo>
                    <a:pt x="98108" y="1076325"/>
                    <a:pt x="98108" y="1078230"/>
                    <a:pt x="98108" y="1080135"/>
                  </a:cubicBezTo>
                  <a:lnTo>
                    <a:pt x="91440" y="1081087"/>
                  </a:lnTo>
                  <a:lnTo>
                    <a:pt x="79058" y="973455"/>
                  </a:lnTo>
                  <a:lnTo>
                    <a:pt x="108585" y="971550"/>
                  </a:lnTo>
                  <a:lnTo>
                    <a:pt x="109538" y="978217"/>
                  </a:lnTo>
                  <a:cubicBezTo>
                    <a:pt x="104775" y="980122"/>
                    <a:pt x="100965" y="983932"/>
                    <a:pt x="96203" y="988695"/>
                  </a:cubicBezTo>
                  <a:cubicBezTo>
                    <a:pt x="92393" y="993457"/>
                    <a:pt x="89535" y="997267"/>
                    <a:pt x="89535" y="1002030"/>
                  </a:cubicBezTo>
                  <a:cubicBezTo>
                    <a:pt x="89535" y="1003935"/>
                    <a:pt x="89535" y="1005840"/>
                    <a:pt x="89535" y="1008697"/>
                  </a:cubicBezTo>
                  <a:cubicBezTo>
                    <a:pt x="89535" y="1011555"/>
                    <a:pt x="90488" y="1014412"/>
                    <a:pt x="90488" y="1016317"/>
                  </a:cubicBezTo>
                  <a:lnTo>
                    <a:pt x="92393" y="1033462"/>
                  </a:lnTo>
                  <a:lnTo>
                    <a:pt x="139065" y="1027747"/>
                  </a:lnTo>
                  <a:lnTo>
                    <a:pt x="137160" y="1015365"/>
                  </a:lnTo>
                  <a:cubicBezTo>
                    <a:pt x="137160" y="1012507"/>
                    <a:pt x="136208" y="1009650"/>
                    <a:pt x="135255" y="1006792"/>
                  </a:cubicBezTo>
                  <a:cubicBezTo>
                    <a:pt x="134303" y="1003935"/>
                    <a:pt x="132398" y="1002030"/>
                    <a:pt x="130493" y="1000125"/>
                  </a:cubicBezTo>
                  <a:cubicBezTo>
                    <a:pt x="129540" y="999172"/>
                    <a:pt x="126683" y="998220"/>
                    <a:pt x="122873" y="997267"/>
                  </a:cubicBezTo>
                  <a:cubicBezTo>
                    <a:pt x="119063" y="996315"/>
                    <a:pt x="116205" y="996315"/>
                    <a:pt x="114300" y="995362"/>
                  </a:cubicBezTo>
                  <a:lnTo>
                    <a:pt x="113348" y="988695"/>
                  </a:lnTo>
                  <a:lnTo>
                    <a:pt x="163830" y="982980"/>
                  </a:lnTo>
                  <a:lnTo>
                    <a:pt x="164783" y="989647"/>
                  </a:lnTo>
                  <a:cubicBezTo>
                    <a:pt x="162878" y="989647"/>
                    <a:pt x="159068" y="991552"/>
                    <a:pt x="156210" y="993457"/>
                  </a:cubicBezTo>
                  <a:cubicBezTo>
                    <a:pt x="152400" y="995362"/>
                    <a:pt x="150495" y="997267"/>
                    <a:pt x="149543" y="998220"/>
                  </a:cubicBezTo>
                  <a:cubicBezTo>
                    <a:pt x="147638" y="1000125"/>
                    <a:pt x="146685" y="1002982"/>
                    <a:pt x="145733" y="1004887"/>
                  </a:cubicBezTo>
                  <a:cubicBezTo>
                    <a:pt x="144780" y="1007745"/>
                    <a:pt x="144780" y="1010602"/>
                    <a:pt x="145733" y="1013460"/>
                  </a:cubicBezTo>
                  <a:lnTo>
                    <a:pt x="146685" y="1025842"/>
                  </a:lnTo>
                  <a:lnTo>
                    <a:pt x="181928" y="1022032"/>
                  </a:lnTo>
                  <a:cubicBezTo>
                    <a:pt x="185738" y="1022032"/>
                    <a:pt x="188595" y="1021080"/>
                    <a:pt x="190500" y="1020127"/>
                  </a:cubicBezTo>
                  <a:cubicBezTo>
                    <a:pt x="192405" y="1019175"/>
                    <a:pt x="194310" y="1018222"/>
                    <a:pt x="195263" y="1016317"/>
                  </a:cubicBezTo>
                  <a:cubicBezTo>
                    <a:pt x="196215" y="1014412"/>
                    <a:pt x="196215" y="1012507"/>
                    <a:pt x="196215" y="1010602"/>
                  </a:cubicBezTo>
                  <a:cubicBezTo>
                    <a:pt x="196215" y="1007745"/>
                    <a:pt x="196215" y="1004887"/>
                    <a:pt x="195263" y="1000125"/>
                  </a:cubicBezTo>
                  <a:cubicBezTo>
                    <a:pt x="195263" y="998220"/>
                    <a:pt x="195263" y="995362"/>
                    <a:pt x="194310" y="992505"/>
                  </a:cubicBezTo>
                  <a:cubicBezTo>
                    <a:pt x="194310" y="989647"/>
                    <a:pt x="193358" y="987742"/>
                    <a:pt x="193358" y="984885"/>
                  </a:cubicBezTo>
                  <a:cubicBezTo>
                    <a:pt x="192405" y="982980"/>
                    <a:pt x="192405" y="980122"/>
                    <a:pt x="191453" y="978217"/>
                  </a:cubicBezTo>
                  <a:cubicBezTo>
                    <a:pt x="190500" y="976312"/>
                    <a:pt x="189548" y="974407"/>
                    <a:pt x="188595" y="973455"/>
                  </a:cubicBezTo>
                  <a:cubicBezTo>
                    <a:pt x="185738" y="970597"/>
                    <a:pt x="180975" y="968692"/>
                    <a:pt x="175260" y="965835"/>
                  </a:cubicBezTo>
                  <a:cubicBezTo>
                    <a:pt x="169545" y="962977"/>
                    <a:pt x="164783" y="961072"/>
                    <a:pt x="161925" y="961072"/>
                  </a:cubicBezTo>
                  <a:lnTo>
                    <a:pt x="160973" y="954405"/>
                  </a:lnTo>
                  <a:close/>
                  <a:moveTo>
                    <a:pt x="925830" y="826770"/>
                  </a:moveTo>
                  <a:cubicBezTo>
                    <a:pt x="898208" y="826770"/>
                    <a:pt x="876300" y="848678"/>
                    <a:pt x="876300" y="876300"/>
                  </a:cubicBezTo>
                  <a:lnTo>
                    <a:pt x="876300" y="905828"/>
                  </a:lnTo>
                  <a:cubicBezTo>
                    <a:pt x="850583" y="910590"/>
                    <a:pt x="825818" y="918210"/>
                    <a:pt x="801053" y="929640"/>
                  </a:cubicBezTo>
                  <a:cubicBezTo>
                    <a:pt x="763905" y="946785"/>
                    <a:pt x="727710" y="971550"/>
                    <a:pt x="693420" y="1003935"/>
                  </a:cubicBezTo>
                  <a:cubicBezTo>
                    <a:pt x="661988" y="1034415"/>
                    <a:pt x="632460" y="1070610"/>
                    <a:pt x="604838" y="1112520"/>
                  </a:cubicBezTo>
                  <a:cubicBezTo>
                    <a:pt x="579120" y="1152525"/>
                    <a:pt x="555308" y="1197293"/>
                    <a:pt x="534353" y="1245870"/>
                  </a:cubicBezTo>
                  <a:cubicBezTo>
                    <a:pt x="523875" y="1270635"/>
                    <a:pt x="535305" y="1298258"/>
                    <a:pt x="559118" y="1308735"/>
                  </a:cubicBezTo>
                  <a:cubicBezTo>
                    <a:pt x="583883" y="1319213"/>
                    <a:pt x="611505" y="1307783"/>
                    <a:pt x="621983" y="1283018"/>
                  </a:cubicBezTo>
                  <a:cubicBezTo>
                    <a:pt x="660083" y="1195388"/>
                    <a:pt x="706755" y="1122045"/>
                    <a:pt x="759143" y="1072515"/>
                  </a:cubicBezTo>
                  <a:cubicBezTo>
                    <a:pt x="796290" y="1036320"/>
                    <a:pt x="835343" y="1013460"/>
                    <a:pt x="875348" y="1002983"/>
                  </a:cubicBezTo>
                  <a:lnTo>
                    <a:pt x="875348" y="1081088"/>
                  </a:lnTo>
                  <a:cubicBezTo>
                    <a:pt x="875348" y="1107758"/>
                    <a:pt x="855345" y="1118235"/>
                    <a:pt x="846773" y="1123950"/>
                  </a:cubicBezTo>
                  <a:cubicBezTo>
                    <a:pt x="843915" y="1125855"/>
                    <a:pt x="837248" y="1129665"/>
                    <a:pt x="834390" y="1131570"/>
                  </a:cubicBezTo>
                  <a:cubicBezTo>
                    <a:pt x="816293" y="1143953"/>
                    <a:pt x="794385" y="1162050"/>
                    <a:pt x="775335" y="1187768"/>
                  </a:cubicBezTo>
                  <a:cubicBezTo>
                    <a:pt x="739140" y="1233488"/>
                    <a:pt x="711518" y="1296353"/>
                    <a:pt x="697230" y="1363980"/>
                  </a:cubicBezTo>
                  <a:cubicBezTo>
                    <a:pt x="691515" y="1389698"/>
                    <a:pt x="707708" y="1415415"/>
                    <a:pt x="734378" y="1421130"/>
                  </a:cubicBezTo>
                  <a:cubicBezTo>
                    <a:pt x="760095" y="1426845"/>
                    <a:pt x="785813" y="1410653"/>
                    <a:pt x="791528" y="1383983"/>
                  </a:cubicBezTo>
                  <a:cubicBezTo>
                    <a:pt x="802958" y="1329690"/>
                    <a:pt x="824865" y="1281113"/>
                    <a:pt x="851535" y="1246823"/>
                  </a:cubicBezTo>
                  <a:cubicBezTo>
                    <a:pt x="864870" y="1228725"/>
                    <a:pt x="893445" y="1199198"/>
                    <a:pt x="925830" y="1199198"/>
                  </a:cubicBezTo>
                  <a:cubicBezTo>
                    <a:pt x="958215" y="1199198"/>
                    <a:pt x="986790" y="1228725"/>
                    <a:pt x="1000125" y="1246823"/>
                  </a:cubicBezTo>
                  <a:cubicBezTo>
                    <a:pt x="1026795" y="1281113"/>
                    <a:pt x="1048703" y="1330643"/>
                    <a:pt x="1060133" y="1383983"/>
                  </a:cubicBezTo>
                  <a:cubicBezTo>
                    <a:pt x="1065848" y="1409700"/>
                    <a:pt x="1091565" y="1425893"/>
                    <a:pt x="1117283" y="1421130"/>
                  </a:cubicBezTo>
                  <a:cubicBezTo>
                    <a:pt x="1143000" y="1415415"/>
                    <a:pt x="1160145" y="1389698"/>
                    <a:pt x="1154430" y="1363980"/>
                  </a:cubicBezTo>
                  <a:cubicBezTo>
                    <a:pt x="1140143" y="1296353"/>
                    <a:pt x="1111568" y="1233488"/>
                    <a:pt x="1076325" y="1187768"/>
                  </a:cubicBezTo>
                  <a:cubicBezTo>
                    <a:pt x="1056323" y="1162050"/>
                    <a:pt x="1035368" y="1143953"/>
                    <a:pt x="1017270" y="1131570"/>
                  </a:cubicBezTo>
                  <a:cubicBezTo>
                    <a:pt x="1014413" y="1129665"/>
                    <a:pt x="1007745" y="1125855"/>
                    <a:pt x="1004888" y="1123950"/>
                  </a:cubicBezTo>
                  <a:cubicBezTo>
                    <a:pt x="995363" y="1118235"/>
                    <a:pt x="976313" y="1107758"/>
                    <a:pt x="976313" y="1081088"/>
                  </a:cubicBezTo>
                  <a:lnTo>
                    <a:pt x="976313" y="1002983"/>
                  </a:lnTo>
                  <a:cubicBezTo>
                    <a:pt x="1016318" y="1013460"/>
                    <a:pt x="1055370" y="1036320"/>
                    <a:pt x="1092518" y="1072515"/>
                  </a:cubicBezTo>
                  <a:cubicBezTo>
                    <a:pt x="1144905" y="1122045"/>
                    <a:pt x="1191578" y="1194435"/>
                    <a:pt x="1229678" y="1283018"/>
                  </a:cubicBezTo>
                  <a:cubicBezTo>
                    <a:pt x="1240155" y="1307783"/>
                    <a:pt x="1268730" y="1318260"/>
                    <a:pt x="1292543" y="1308735"/>
                  </a:cubicBezTo>
                  <a:cubicBezTo>
                    <a:pt x="1316355" y="1298258"/>
                    <a:pt x="1327785" y="1270635"/>
                    <a:pt x="1317308" y="1245870"/>
                  </a:cubicBezTo>
                  <a:cubicBezTo>
                    <a:pt x="1296353" y="1197293"/>
                    <a:pt x="1272540" y="1152525"/>
                    <a:pt x="1246823" y="1112520"/>
                  </a:cubicBezTo>
                  <a:cubicBezTo>
                    <a:pt x="1219200" y="1070610"/>
                    <a:pt x="1189673" y="1034415"/>
                    <a:pt x="1158240" y="1003935"/>
                  </a:cubicBezTo>
                  <a:cubicBezTo>
                    <a:pt x="1124903" y="971550"/>
                    <a:pt x="1088708" y="946785"/>
                    <a:pt x="1050608" y="929640"/>
                  </a:cubicBezTo>
                  <a:cubicBezTo>
                    <a:pt x="1025843" y="918210"/>
                    <a:pt x="1001078" y="910590"/>
                    <a:pt x="975360" y="905828"/>
                  </a:cubicBezTo>
                  <a:lnTo>
                    <a:pt x="975360" y="876300"/>
                  </a:lnTo>
                  <a:cubicBezTo>
                    <a:pt x="975360" y="848678"/>
                    <a:pt x="953453" y="826770"/>
                    <a:pt x="925830" y="826770"/>
                  </a:cubicBezTo>
                  <a:close/>
                  <a:moveTo>
                    <a:pt x="1765935" y="802958"/>
                  </a:moveTo>
                  <a:lnTo>
                    <a:pt x="1772603" y="870585"/>
                  </a:lnTo>
                  <a:lnTo>
                    <a:pt x="1765935" y="871538"/>
                  </a:lnTo>
                  <a:cubicBezTo>
                    <a:pt x="1765935" y="869633"/>
                    <a:pt x="1764983" y="867728"/>
                    <a:pt x="1764983" y="864870"/>
                  </a:cubicBezTo>
                  <a:cubicBezTo>
                    <a:pt x="1764030" y="862013"/>
                    <a:pt x="1764030" y="860108"/>
                    <a:pt x="1763078" y="858203"/>
                  </a:cubicBezTo>
                  <a:cubicBezTo>
                    <a:pt x="1762125" y="856298"/>
                    <a:pt x="1761173" y="854393"/>
                    <a:pt x="1759268" y="854393"/>
                  </a:cubicBezTo>
                  <a:cubicBezTo>
                    <a:pt x="1757363" y="853440"/>
                    <a:pt x="1755458" y="853440"/>
                    <a:pt x="1753553" y="853440"/>
                  </a:cubicBezTo>
                  <a:lnTo>
                    <a:pt x="1667828" y="862013"/>
                  </a:lnTo>
                  <a:cubicBezTo>
                    <a:pt x="1665923" y="862013"/>
                    <a:pt x="1664018" y="862965"/>
                    <a:pt x="1662113" y="863918"/>
                  </a:cubicBezTo>
                  <a:cubicBezTo>
                    <a:pt x="1661160" y="864870"/>
                    <a:pt x="1660208" y="866775"/>
                    <a:pt x="1659255" y="868680"/>
                  </a:cubicBezTo>
                  <a:cubicBezTo>
                    <a:pt x="1659255" y="869633"/>
                    <a:pt x="1658303" y="871538"/>
                    <a:pt x="1658303" y="874395"/>
                  </a:cubicBezTo>
                  <a:cubicBezTo>
                    <a:pt x="1658303" y="877253"/>
                    <a:pt x="1658303" y="879158"/>
                    <a:pt x="1658303" y="881063"/>
                  </a:cubicBezTo>
                  <a:lnTo>
                    <a:pt x="1651635" y="883920"/>
                  </a:lnTo>
                  <a:lnTo>
                    <a:pt x="1644968" y="816293"/>
                  </a:lnTo>
                  <a:lnTo>
                    <a:pt x="1651635" y="815340"/>
                  </a:lnTo>
                  <a:cubicBezTo>
                    <a:pt x="1651635" y="817245"/>
                    <a:pt x="1652588" y="819150"/>
                    <a:pt x="1652588" y="822008"/>
                  </a:cubicBezTo>
                  <a:cubicBezTo>
                    <a:pt x="1653540" y="824865"/>
                    <a:pt x="1653540" y="826770"/>
                    <a:pt x="1654493" y="827723"/>
                  </a:cubicBezTo>
                  <a:cubicBezTo>
                    <a:pt x="1655445" y="829628"/>
                    <a:pt x="1656398" y="831533"/>
                    <a:pt x="1658303" y="831533"/>
                  </a:cubicBezTo>
                  <a:cubicBezTo>
                    <a:pt x="1659255" y="832485"/>
                    <a:pt x="1661160" y="832485"/>
                    <a:pt x="1664018" y="832485"/>
                  </a:cubicBezTo>
                  <a:lnTo>
                    <a:pt x="1749743" y="823913"/>
                  </a:lnTo>
                  <a:cubicBezTo>
                    <a:pt x="1751648" y="823913"/>
                    <a:pt x="1753553" y="822960"/>
                    <a:pt x="1754505" y="822008"/>
                  </a:cubicBezTo>
                  <a:cubicBezTo>
                    <a:pt x="1755458" y="821055"/>
                    <a:pt x="1757363" y="819150"/>
                    <a:pt x="1757363" y="817245"/>
                  </a:cubicBezTo>
                  <a:cubicBezTo>
                    <a:pt x="1758315" y="816293"/>
                    <a:pt x="1758315" y="813435"/>
                    <a:pt x="1758315" y="810578"/>
                  </a:cubicBezTo>
                  <a:cubicBezTo>
                    <a:pt x="1758315" y="807720"/>
                    <a:pt x="1759268" y="805815"/>
                    <a:pt x="1759268" y="803910"/>
                  </a:cubicBezTo>
                  <a:close/>
                  <a:moveTo>
                    <a:pt x="94297" y="735330"/>
                  </a:moveTo>
                  <a:lnTo>
                    <a:pt x="100965" y="736282"/>
                  </a:lnTo>
                  <a:cubicBezTo>
                    <a:pt x="100965" y="742950"/>
                    <a:pt x="100965" y="747712"/>
                    <a:pt x="101917" y="752475"/>
                  </a:cubicBezTo>
                  <a:cubicBezTo>
                    <a:pt x="102870" y="757237"/>
                    <a:pt x="104775" y="762000"/>
                    <a:pt x="108585" y="766762"/>
                  </a:cubicBezTo>
                  <a:cubicBezTo>
                    <a:pt x="113347" y="773430"/>
                    <a:pt x="117157" y="779145"/>
                    <a:pt x="120967" y="783907"/>
                  </a:cubicBezTo>
                  <a:cubicBezTo>
                    <a:pt x="124777" y="788670"/>
                    <a:pt x="128587" y="794385"/>
                    <a:pt x="134302" y="801052"/>
                  </a:cubicBezTo>
                  <a:cubicBezTo>
                    <a:pt x="141922" y="796290"/>
                    <a:pt x="150495" y="791527"/>
                    <a:pt x="161925" y="784860"/>
                  </a:cubicBezTo>
                  <a:cubicBezTo>
                    <a:pt x="172402" y="778192"/>
                    <a:pt x="182880" y="772477"/>
                    <a:pt x="193357" y="765810"/>
                  </a:cubicBezTo>
                  <a:cubicBezTo>
                    <a:pt x="196215" y="763905"/>
                    <a:pt x="198120" y="762000"/>
                    <a:pt x="200977" y="760095"/>
                  </a:cubicBezTo>
                  <a:cubicBezTo>
                    <a:pt x="203835" y="758190"/>
                    <a:pt x="205740" y="755332"/>
                    <a:pt x="207645" y="752475"/>
                  </a:cubicBezTo>
                  <a:cubicBezTo>
                    <a:pt x="208597" y="751522"/>
                    <a:pt x="209550" y="749617"/>
                    <a:pt x="209550" y="747712"/>
                  </a:cubicBezTo>
                  <a:cubicBezTo>
                    <a:pt x="210502" y="745807"/>
                    <a:pt x="210502" y="744855"/>
                    <a:pt x="210502" y="742950"/>
                  </a:cubicBezTo>
                  <a:lnTo>
                    <a:pt x="218122" y="745807"/>
                  </a:lnTo>
                  <a:lnTo>
                    <a:pt x="211455" y="793432"/>
                  </a:lnTo>
                  <a:cubicBezTo>
                    <a:pt x="199072" y="799147"/>
                    <a:pt x="189547" y="803910"/>
                    <a:pt x="180975" y="808672"/>
                  </a:cubicBezTo>
                  <a:cubicBezTo>
                    <a:pt x="172402" y="813435"/>
                    <a:pt x="161925" y="819150"/>
                    <a:pt x="149542" y="826770"/>
                  </a:cubicBezTo>
                  <a:lnTo>
                    <a:pt x="148590" y="831532"/>
                  </a:lnTo>
                  <a:lnTo>
                    <a:pt x="186690" y="837247"/>
                  </a:lnTo>
                  <a:cubicBezTo>
                    <a:pt x="188595" y="837247"/>
                    <a:pt x="190500" y="837247"/>
                    <a:pt x="192405" y="837247"/>
                  </a:cubicBezTo>
                  <a:cubicBezTo>
                    <a:pt x="194310" y="836295"/>
                    <a:pt x="195262" y="835342"/>
                    <a:pt x="196215" y="833437"/>
                  </a:cubicBezTo>
                  <a:cubicBezTo>
                    <a:pt x="197167" y="832485"/>
                    <a:pt x="197167" y="831532"/>
                    <a:pt x="198120" y="829627"/>
                  </a:cubicBezTo>
                  <a:cubicBezTo>
                    <a:pt x="199072" y="827722"/>
                    <a:pt x="199072" y="825817"/>
                    <a:pt x="200025" y="823912"/>
                  </a:cubicBezTo>
                  <a:lnTo>
                    <a:pt x="206692" y="824865"/>
                  </a:lnTo>
                  <a:lnTo>
                    <a:pt x="197167" y="888682"/>
                  </a:lnTo>
                  <a:lnTo>
                    <a:pt x="190500" y="886777"/>
                  </a:lnTo>
                  <a:cubicBezTo>
                    <a:pt x="190500" y="884872"/>
                    <a:pt x="190500" y="882967"/>
                    <a:pt x="190500" y="880110"/>
                  </a:cubicBezTo>
                  <a:cubicBezTo>
                    <a:pt x="190500" y="877252"/>
                    <a:pt x="190500" y="875347"/>
                    <a:pt x="190500" y="874395"/>
                  </a:cubicBezTo>
                  <a:cubicBezTo>
                    <a:pt x="189547" y="872490"/>
                    <a:pt x="189547" y="870585"/>
                    <a:pt x="187642" y="869632"/>
                  </a:cubicBezTo>
                  <a:cubicBezTo>
                    <a:pt x="186690" y="868680"/>
                    <a:pt x="184785" y="867727"/>
                    <a:pt x="182880" y="867727"/>
                  </a:cubicBezTo>
                  <a:lnTo>
                    <a:pt x="97155" y="855345"/>
                  </a:lnTo>
                  <a:cubicBezTo>
                    <a:pt x="95250" y="855345"/>
                    <a:pt x="93345" y="855345"/>
                    <a:pt x="92392" y="855345"/>
                  </a:cubicBezTo>
                  <a:cubicBezTo>
                    <a:pt x="90487" y="855345"/>
                    <a:pt x="89535" y="857250"/>
                    <a:pt x="88582" y="859155"/>
                  </a:cubicBezTo>
                  <a:cubicBezTo>
                    <a:pt x="87630" y="861060"/>
                    <a:pt x="86677" y="862965"/>
                    <a:pt x="85725" y="864870"/>
                  </a:cubicBezTo>
                  <a:cubicBezTo>
                    <a:pt x="84772" y="866775"/>
                    <a:pt x="83820" y="869632"/>
                    <a:pt x="83820" y="870585"/>
                  </a:cubicBezTo>
                  <a:lnTo>
                    <a:pt x="76200" y="869632"/>
                  </a:lnTo>
                  <a:lnTo>
                    <a:pt x="85725" y="802957"/>
                  </a:lnTo>
                  <a:lnTo>
                    <a:pt x="92392" y="803910"/>
                  </a:lnTo>
                  <a:cubicBezTo>
                    <a:pt x="92392" y="805815"/>
                    <a:pt x="92392" y="807720"/>
                    <a:pt x="92392" y="810577"/>
                  </a:cubicBezTo>
                  <a:cubicBezTo>
                    <a:pt x="92392" y="813435"/>
                    <a:pt x="92392" y="815340"/>
                    <a:pt x="92392" y="817245"/>
                  </a:cubicBezTo>
                  <a:cubicBezTo>
                    <a:pt x="92392" y="819150"/>
                    <a:pt x="93345" y="821055"/>
                    <a:pt x="95250" y="822007"/>
                  </a:cubicBezTo>
                  <a:cubicBezTo>
                    <a:pt x="97155" y="822960"/>
                    <a:pt x="98107" y="823912"/>
                    <a:pt x="100012" y="823912"/>
                  </a:cubicBezTo>
                  <a:lnTo>
                    <a:pt x="140970" y="829627"/>
                  </a:lnTo>
                  <a:lnTo>
                    <a:pt x="141922" y="825817"/>
                  </a:lnTo>
                  <a:cubicBezTo>
                    <a:pt x="138112" y="821055"/>
                    <a:pt x="134302" y="815340"/>
                    <a:pt x="129540" y="808672"/>
                  </a:cubicBezTo>
                  <a:cubicBezTo>
                    <a:pt x="124777" y="802005"/>
                    <a:pt x="120967" y="796290"/>
                    <a:pt x="117157" y="792480"/>
                  </a:cubicBezTo>
                  <a:cubicBezTo>
                    <a:pt x="112395" y="787717"/>
                    <a:pt x="109537" y="782955"/>
                    <a:pt x="106680" y="781050"/>
                  </a:cubicBezTo>
                  <a:cubicBezTo>
                    <a:pt x="103822" y="778192"/>
                    <a:pt x="101917" y="777240"/>
                    <a:pt x="99060" y="776287"/>
                  </a:cubicBezTo>
                  <a:cubicBezTo>
                    <a:pt x="98107" y="776287"/>
                    <a:pt x="97155" y="777240"/>
                    <a:pt x="96202" y="779145"/>
                  </a:cubicBezTo>
                  <a:cubicBezTo>
                    <a:pt x="95250" y="781050"/>
                    <a:pt x="94297" y="783907"/>
                    <a:pt x="93345" y="788670"/>
                  </a:cubicBezTo>
                  <a:lnTo>
                    <a:pt x="86677" y="787717"/>
                  </a:lnTo>
                  <a:close/>
                  <a:moveTo>
                    <a:pt x="1698308" y="618173"/>
                  </a:moveTo>
                  <a:cubicBezTo>
                    <a:pt x="1703070" y="619125"/>
                    <a:pt x="1707833" y="620078"/>
                    <a:pt x="1712595" y="622935"/>
                  </a:cubicBezTo>
                  <a:cubicBezTo>
                    <a:pt x="1717358" y="625793"/>
                    <a:pt x="1721168" y="629603"/>
                    <a:pt x="1724978" y="634365"/>
                  </a:cubicBezTo>
                  <a:cubicBezTo>
                    <a:pt x="1728788" y="639128"/>
                    <a:pt x="1731645" y="644843"/>
                    <a:pt x="1734503" y="651510"/>
                  </a:cubicBezTo>
                  <a:cubicBezTo>
                    <a:pt x="1736408" y="658178"/>
                    <a:pt x="1737360" y="663893"/>
                    <a:pt x="1738313" y="670560"/>
                  </a:cubicBezTo>
                  <a:cubicBezTo>
                    <a:pt x="1738313" y="677228"/>
                    <a:pt x="1738313" y="681990"/>
                    <a:pt x="1737360" y="685800"/>
                  </a:cubicBezTo>
                  <a:lnTo>
                    <a:pt x="1744028" y="688658"/>
                  </a:lnTo>
                  <a:lnTo>
                    <a:pt x="1746885" y="695325"/>
                  </a:lnTo>
                  <a:lnTo>
                    <a:pt x="1707833" y="709613"/>
                  </a:lnTo>
                  <a:lnTo>
                    <a:pt x="1705928" y="702945"/>
                  </a:lnTo>
                  <a:cubicBezTo>
                    <a:pt x="1709738" y="700088"/>
                    <a:pt x="1713548" y="696278"/>
                    <a:pt x="1717358" y="692468"/>
                  </a:cubicBezTo>
                  <a:cubicBezTo>
                    <a:pt x="1721168" y="688658"/>
                    <a:pt x="1724025" y="684848"/>
                    <a:pt x="1725930" y="681990"/>
                  </a:cubicBezTo>
                  <a:cubicBezTo>
                    <a:pt x="1727835" y="678180"/>
                    <a:pt x="1729740" y="674370"/>
                    <a:pt x="1730693" y="670560"/>
                  </a:cubicBezTo>
                  <a:cubicBezTo>
                    <a:pt x="1731645" y="666750"/>
                    <a:pt x="1730693" y="661988"/>
                    <a:pt x="1729740" y="657225"/>
                  </a:cubicBezTo>
                  <a:cubicBezTo>
                    <a:pt x="1727835" y="651510"/>
                    <a:pt x="1724978" y="646748"/>
                    <a:pt x="1720215" y="644843"/>
                  </a:cubicBezTo>
                  <a:cubicBezTo>
                    <a:pt x="1715453" y="641985"/>
                    <a:pt x="1710690" y="641985"/>
                    <a:pt x="1705928" y="642938"/>
                  </a:cubicBezTo>
                  <a:cubicBezTo>
                    <a:pt x="1701165" y="644843"/>
                    <a:pt x="1698308" y="647700"/>
                    <a:pt x="1696403" y="651510"/>
                  </a:cubicBezTo>
                  <a:cubicBezTo>
                    <a:pt x="1694498" y="655320"/>
                    <a:pt x="1693545" y="661988"/>
                    <a:pt x="1693545" y="669608"/>
                  </a:cubicBezTo>
                  <a:cubicBezTo>
                    <a:pt x="1693545" y="674370"/>
                    <a:pt x="1693545" y="679133"/>
                    <a:pt x="1693545" y="682943"/>
                  </a:cubicBezTo>
                  <a:cubicBezTo>
                    <a:pt x="1693545" y="687705"/>
                    <a:pt x="1693545" y="691515"/>
                    <a:pt x="1693545" y="695325"/>
                  </a:cubicBezTo>
                  <a:cubicBezTo>
                    <a:pt x="1693545" y="703898"/>
                    <a:pt x="1690688" y="711518"/>
                    <a:pt x="1686878" y="717233"/>
                  </a:cubicBezTo>
                  <a:cubicBezTo>
                    <a:pt x="1683068" y="722948"/>
                    <a:pt x="1677353" y="727710"/>
                    <a:pt x="1668780" y="730568"/>
                  </a:cubicBezTo>
                  <a:cubicBezTo>
                    <a:pt x="1664018" y="732473"/>
                    <a:pt x="1658303" y="732473"/>
                    <a:pt x="1653540" y="731520"/>
                  </a:cubicBezTo>
                  <a:cubicBezTo>
                    <a:pt x="1647825" y="730568"/>
                    <a:pt x="1643063" y="728663"/>
                    <a:pt x="1638300" y="725805"/>
                  </a:cubicBezTo>
                  <a:cubicBezTo>
                    <a:pt x="1633538" y="722948"/>
                    <a:pt x="1628775" y="718185"/>
                    <a:pt x="1624965" y="713423"/>
                  </a:cubicBezTo>
                  <a:cubicBezTo>
                    <a:pt x="1617345" y="710565"/>
                    <a:pt x="1614488" y="703898"/>
                    <a:pt x="1611630" y="696278"/>
                  </a:cubicBezTo>
                  <a:cubicBezTo>
                    <a:pt x="1608773" y="689610"/>
                    <a:pt x="1607820" y="681990"/>
                    <a:pt x="1607820" y="675323"/>
                  </a:cubicBezTo>
                  <a:cubicBezTo>
                    <a:pt x="1607820" y="668655"/>
                    <a:pt x="1607820" y="662940"/>
                    <a:pt x="1608773" y="658178"/>
                  </a:cubicBezTo>
                  <a:lnTo>
                    <a:pt x="1601153" y="654368"/>
                  </a:lnTo>
                  <a:lnTo>
                    <a:pt x="1599248" y="647700"/>
                  </a:lnTo>
                  <a:lnTo>
                    <a:pt x="1641158" y="632460"/>
                  </a:lnTo>
                  <a:lnTo>
                    <a:pt x="1643063" y="639128"/>
                  </a:lnTo>
                  <a:cubicBezTo>
                    <a:pt x="1639253" y="641985"/>
                    <a:pt x="1636395" y="645795"/>
                    <a:pt x="1632585" y="649605"/>
                  </a:cubicBezTo>
                  <a:cubicBezTo>
                    <a:pt x="1628775" y="653415"/>
                    <a:pt x="1625918" y="658178"/>
                    <a:pt x="1624013" y="661988"/>
                  </a:cubicBezTo>
                  <a:cubicBezTo>
                    <a:pt x="1621155" y="666750"/>
                    <a:pt x="1620203" y="671513"/>
                    <a:pt x="1619250" y="676275"/>
                  </a:cubicBezTo>
                  <a:cubicBezTo>
                    <a:pt x="1618298" y="681038"/>
                    <a:pt x="1619250" y="685800"/>
                    <a:pt x="1620203" y="691515"/>
                  </a:cubicBezTo>
                  <a:cubicBezTo>
                    <a:pt x="1623060" y="699135"/>
                    <a:pt x="1625918" y="703898"/>
                    <a:pt x="1631633" y="706755"/>
                  </a:cubicBezTo>
                  <a:cubicBezTo>
                    <a:pt x="1636395" y="709613"/>
                    <a:pt x="1642110" y="709613"/>
                    <a:pt x="1646873" y="707708"/>
                  </a:cubicBezTo>
                  <a:cubicBezTo>
                    <a:pt x="1651635" y="705803"/>
                    <a:pt x="1654493" y="702945"/>
                    <a:pt x="1656398" y="699135"/>
                  </a:cubicBezTo>
                  <a:cubicBezTo>
                    <a:pt x="1658303" y="694373"/>
                    <a:pt x="1659255" y="688658"/>
                    <a:pt x="1659255" y="681038"/>
                  </a:cubicBezTo>
                  <a:cubicBezTo>
                    <a:pt x="1659255" y="676275"/>
                    <a:pt x="1659255" y="671513"/>
                    <a:pt x="1659255" y="666750"/>
                  </a:cubicBezTo>
                  <a:cubicBezTo>
                    <a:pt x="1659255" y="662940"/>
                    <a:pt x="1659255" y="658178"/>
                    <a:pt x="1659255" y="654368"/>
                  </a:cubicBezTo>
                  <a:cubicBezTo>
                    <a:pt x="1660208" y="645795"/>
                    <a:pt x="1662113" y="638175"/>
                    <a:pt x="1666875" y="632460"/>
                  </a:cubicBezTo>
                  <a:cubicBezTo>
                    <a:pt x="1671638" y="626745"/>
                    <a:pt x="1677353" y="622935"/>
                    <a:pt x="1684020" y="620078"/>
                  </a:cubicBezTo>
                  <a:cubicBezTo>
                    <a:pt x="1688783" y="618173"/>
                    <a:pt x="1693545" y="618173"/>
                    <a:pt x="1698308" y="618173"/>
                  </a:cubicBezTo>
                  <a:close/>
                  <a:moveTo>
                    <a:pt x="148590" y="579120"/>
                  </a:moveTo>
                  <a:lnTo>
                    <a:pt x="155257" y="581977"/>
                  </a:lnTo>
                  <a:cubicBezTo>
                    <a:pt x="155257" y="583882"/>
                    <a:pt x="154305" y="585787"/>
                    <a:pt x="153352" y="588645"/>
                  </a:cubicBezTo>
                  <a:cubicBezTo>
                    <a:pt x="152400" y="591502"/>
                    <a:pt x="152400" y="593407"/>
                    <a:pt x="152400" y="595312"/>
                  </a:cubicBezTo>
                  <a:cubicBezTo>
                    <a:pt x="152400" y="598170"/>
                    <a:pt x="152400" y="599122"/>
                    <a:pt x="154305" y="601027"/>
                  </a:cubicBezTo>
                  <a:cubicBezTo>
                    <a:pt x="155257" y="601980"/>
                    <a:pt x="157162" y="602932"/>
                    <a:pt x="159067" y="603885"/>
                  </a:cubicBezTo>
                  <a:lnTo>
                    <a:pt x="239077" y="636270"/>
                  </a:lnTo>
                  <a:cubicBezTo>
                    <a:pt x="240982" y="637222"/>
                    <a:pt x="242887" y="637222"/>
                    <a:pt x="243840" y="637222"/>
                  </a:cubicBezTo>
                  <a:cubicBezTo>
                    <a:pt x="245745" y="637222"/>
                    <a:pt x="247650" y="636270"/>
                    <a:pt x="248602" y="634365"/>
                  </a:cubicBezTo>
                  <a:cubicBezTo>
                    <a:pt x="249555" y="633412"/>
                    <a:pt x="250507" y="631507"/>
                    <a:pt x="252412" y="629602"/>
                  </a:cubicBezTo>
                  <a:cubicBezTo>
                    <a:pt x="254317" y="627697"/>
                    <a:pt x="255270" y="624840"/>
                    <a:pt x="256222" y="622935"/>
                  </a:cubicBezTo>
                  <a:lnTo>
                    <a:pt x="263842" y="624840"/>
                  </a:lnTo>
                  <a:lnTo>
                    <a:pt x="238125" y="687705"/>
                  </a:lnTo>
                  <a:lnTo>
                    <a:pt x="231457" y="684847"/>
                  </a:lnTo>
                  <a:cubicBezTo>
                    <a:pt x="232410" y="682942"/>
                    <a:pt x="232410" y="681037"/>
                    <a:pt x="233362" y="678180"/>
                  </a:cubicBezTo>
                  <a:cubicBezTo>
                    <a:pt x="234315" y="675322"/>
                    <a:pt x="234315" y="673417"/>
                    <a:pt x="234315" y="672465"/>
                  </a:cubicBezTo>
                  <a:cubicBezTo>
                    <a:pt x="234315" y="670560"/>
                    <a:pt x="233362" y="668655"/>
                    <a:pt x="232410" y="667702"/>
                  </a:cubicBezTo>
                  <a:cubicBezTo>
                    <a:pt x="231457" y="666750"/>
                    <a:pt x="229552" y="665797"/>
                    <a:pt x="227647" y="664845"/>
                  </a:cubicBezTo>
                  <a:lnTo>
                    <a:pt x="147637" y="632460"/>
                  </a:lnTo>
                  <a:cubicBezTo>
                    <a:pt x="145732" y="631507"/>
                    <a:pt x="143827" y="631507"/>
                    <a:pt x="142875" y="631507"/>
                  </a:cubicBezTo>
                  <a:cubicBezTo>
                    <a:pt x="140970" y="631507"/>
                    <a:pt x="140017" y="632460"/>
                    <a:pt x="138112" y="634365"/>
                  </a:cubicBezTo>
                  <a:cubicBezTo>
                    <a:pt x="137160" y="635317"/>
                    <a:pt x="136207" y="637222"/>
                    <a:pt x="134302" y="639127"/>
                  </a:cubicBezTo>
                  <a:cubicBezTo>
                    <a:pt x="132397" y="641032"/>
                    <a:pt x="131445" y="643890"/>
                    <a:pt x="130492" y="644842"/>
                  </a:cubicBezTo>
                  <a:lnTo>
                    <a:pt x="123825" y="641985"/>
                  </a:lnTo>
                  <a:close/>
                  <a:moveTo>
                    <a:pt x="1624013" y="458153"/>
                  </a:moveTo>
                  <a:lnTo>
                    <a:pt x="1581150" y="485775"/>
                  </a:lnTo>
                  <a:lnTo>
                    <a:pt x="1584960" y="491490"/>
                  </a:lnTo>
                  <a:cubicBezTo>
                    <a:pt x="1589723" y="498158"/>
                    <a:pt x="1594485" y="502920"/>
                    <a:pt x="1601153" y="503873"/>
                  </a:cubicBezTo>
                  <a:cubicBezTo>
                    <a:pt x="1606868" y="504825"/>
                    <a:pt x="1614488" y="502920"/>
                    <a:pt x="1622108" y="498158"/>
                  </a:cubicBezTo>
                  <a:cubicBezTo>
                    <a:pt x="1628775" y="493395"/>
                    <a:pt x="1632585" y="488633"/>
                    <a:pt x="1633538" y="482918"/>
                  </a:cubicBezTo>
                  <a:cubicBezTo>
                    <a:pt x="1634490" y="477203"/>
                    <a:pt x="1632585" y="470535"/>
                    <a:pt x="1627823" y="463868"/>
                  </a:cubicBezTo>
                  <a:close/>
                  <a:moveTo>
                    <a:pt x="1603058" y="412433"/>
                  </a:moveTo>
                  <a:lnTo>
                    <a:pt x="1640205" y="469583"/>
                  </a:lnTo>
                  <a:cubicBezTo>
                    <a:pt x="1648778" y="482918"/>
                    <a:pt x="1652588" y="493395"/>
                    <a:pt x="1653540" y="502920"/>
                  </a:cubicBezTo>
                  <a:cubicBezTo>
                    <a:pt x="1653540" y="512445"/>
                    <a:pt x="1649730" y="519113"/>
                    <a:pt x="1642110" y="524828"/>
                  </a:cubicBezTo>
                  <a:cubicBezTo>
                    <a:pt x="1634490" y="529590"/>
                    <a:pt x="1627823" y="531495"/>
                    <a:pt x="1621155" y="529590"/>
                  </a:cubicBezTo>
                  <a:cubicBezTo>
                    <a:pt x="1614488" y="528638"/>
                    <a:pt x="1606868" y="523875"/>
                    <a:pt x="1599248" y="517208"/>
                  </a:cubicBezTo>
                  <a:cubicBezTo>
                    <a:pt x="1597343" y="522923"/>
                    <a:pt x="1594485" y="530543"/>
                    <a:pt x="1591628" y="538163"/>
                  </a:cubicBezTo>
                  <a:cubicBezTo>
                    <a:pt x="1588770" y="545783"/>
                    <a:pt x="1585913" y="554355"/>
                    <a:pt x="1583055" y="562928"/>
                  </a:cubicBezTo>
                  <a:cubicBezTo>
                    <a:pt x="1582103" y="565785"/>
                    <a:pt x="1581150" y="569595"/>
                    <a:pt x="1580198" y="573405"/>
                  </a:cubicBezTo>
                  <a:cubicBezTo>
                    <a:pt x="1579245" y="578168"/>
                    <a:pt x="1579245" y="581025"/>
                    <a:pt x="1579245" y="583883"/>
                  </a:cubicBezTo>
                  <a:cubicBezTo>
                    <a:pt x="1579245" y="584835"/>
                    <a:pt x="1580198" y="586740"/>
                    <a:pt x="1581150" y="588645"/>
                  </a:cubicBezTo>
                  <a:cubicBezTo>
                    <a:pt x="1582103" y="590550"/>
                    <a:pt x="1583055" y="591503"/>
                    <a:pt x="1583055" y="592455"/>
                  </a:cubicBezTo>
                  <a:lnTo>
                    <a:pt x="1577340" y="596265"/>
                  </a:lnTo>
                  <a:lnTo>
                    <a:pt x="1551623" y="557213"/>
                  </a:lnTo>
                  <a:cubicBezTo>
                    <a:pt x="1557338" y="543878"/>
                    <a:pt x="1562100" y="532448"/>
                    <a:pt x="1565910" y="524828"/>
                  </a:cubicBezTo>
                  <a:cubicBezTo>
                    <a:pt x="1568768" y="516255"/>
                    <a:pt x="1572578" y="505778"/>
                    <a:pt x="1576388" y="494348"/>
                  </a:cubicBezTo>
                  <a:lnTo>
                    <a:pt x="1573530" y="490538"/>
                  </a:lnTo>
                  <a:lnTo>
                    <a:pt x="1542098" y="510540"/>
                  </a:lnTo>
                  <a:cubicBezTo>
                    <a:pt x="1540193" y="511493"/>
                    <a:pt x="1539240" y="512445"/>
                    <a:pt x="1538288" y="514350"/>
                  </a:cubicBezTo>
                  <a:cubicBezTo>
                    <a:pt x="1537335" y="515303"/>
                    <a:pt x="1537335" y="517208"/>
                    <a:pt x="1537335" y="520065"/>
                  </a:cubicBezTo>
                  <a:cubicBezTo>
                    <a:pt x="1537335" y="521018"/>
                    <a:pt x="1538288" y="522923"/>
                    <a:pt x="1539240" y="524828"/>
                  </a:cubicBezTo>
                  <a:cubicBezTo>
                    <a:pt x="1540193" y="526733"/>
                    <a:pt x="1541145" y="528638"/>
                    <a:pt x="1541145" y="530543"/>
                  </a:cubicBezTo>
                  <a:lnTo>
                    <a:pt x="1535430" y="534353"/>
                  </a:lnTo>
                  <a:lnTo>
                    <a:pt x="1500188" y="479108"/>
                  </a:lnTo>
                  <a:lnTo>
                    <a:pt x="1505903" y="475298"/>
                  </a:lnTo>
                  <a:cubicBezTo>
                    <a:pt x="1506855" y="476250"/>
                    <a:pt x="1508760" y="478155"/>
                    <a:pt x="1509713" y="481013"/>
                  </a:cubicBezTo>
                  <a:cubicBezTo>
                    <a:pt x="1511618" y="482918"/>
                    <a:pt x="1512570" y="484823"/>
                    <a:pt x="1513523" y="484823"/>
                  </a:cubicBezTo>
                  <a:cubicBezTo>
                    <a:pt x="1515428" y="485775"/>
                    <a:pt x="1517333" y="486728"/>
                    <a:pt x="1519238" y="486728"/>
                  </a:cubicBezTo>
                  <a:cubicBezTo>
                    <a:pt x="1521143" y="486728"/>
                    <a:pt x="1523048" y="485775"/>
                    <a:pt x="1524000" y="484823"/>
                  </a:cubicBezTo>
                  <a:lnTo>
                    <a:pt x="1596390" y="438150"/>
                  </a:lnTo>
                  <a:cubicBezTo>
                    <a:pt x="1598295" y="437198"/>
                    <a:pt x="1599248" y="436245"/>
                    <a:pt x="1600200" y="434340"/>
                  </a:cubicBezTo>
                  <a:cubicBezTo>
                    <a:pt x="1601153" y="433388"/>
                    <a:pt x="1601153" y="431483"/>
                    <a:pt x="1601153" y="428625"/>
                  </a:cubicBezTo>
                  <a:cubicBezTo>
                    <a:pt x="1601153" y="426720"/>
                    <a:pt x="1600200" y="424815"/>
                    <a:pt x="1599248" y="421958"/>
                  </a:cubicBezTo>
                  <a:cubicBezTo>
                    <a:pt x="1598295" y="420053"/>
                    <a:pt x="1597343" y="418148"/>
                    <a:pt x="1597343" y="416243"/>
                  </a:cubicBezTo>
                  <a:close/>
                  <a:moveTo>
                    <a:pt x="1016318" y="398145"/>
                  </a:moveTo>
                  <a:cubicBezTo>
                    <a:pt x="990600" y="398145"/>
                    <a:pt x="968693" y="420053"/>
                    <a:pt x="968693" y="447675"/>
                  </a:cubicBezTo>
                  <a:lnTo>
                    <a:pt x="968693" y="449580"/>
                  </a:lnTo>
                  <a:cubicBezTo>
                    <a:pt x="968693" y="449580"/>
                    <a:pt x="968693" y="659130"/>
                    <a:pt x="968693" y="733425"/>
                  </a:cubicBezTo>
                  <a:cubicBezTo>
                    <a:pt x="968693" y="746760"/>
                    <a:pt x="968693" y="756285"/>
                    <a:pt x="968693" y="758190"/>
                  </a:cubicBezTo>
                  <a:cubicBezTo>
                    <a:pt x="968693" y="774383"/>
                    <a:pt x="980123" y="798195"/>
                    <a:pt x="1005840" y="803910"/>
                  </a:cubicBezTo>
                  <a:cubicBezTo>
                    <a:pt x="1063943" y="816293"/>
                    <a:pt x="1129665" y="849630"/>
                    <a:pt x="1188720" y="899160"/>
                  </a:cubicBezTo>
                  <a:cubicBezTo>
                    <a:pt x="1246823" y="947738"/>
                    <a:pt x="1302068" y="1010603"/>
                    <a:pt x="1351598" y="1087755"/>
                  </a:cubicBezTo>
                  <a:cubicBezTo>
                    <a:pt x="1365885" y="1109663"/>
                    <a:pt x="1395413" y="1116330"/>
                    <a:pt x="1418273" y="1102043"/>
                  </a:cubicBezTo>
                  <a:cubicBezTo>
                    <a:pt x="1432560" y="1092518"/>
                    <a:pt x="1440180" y="1077278"/>
                    <a:pt x="1440180" y="1062038"/>
                  </a:cubicBezTo>
                  <a:cubicBezTo>
                    <a:pt x="1440180" y="1053465"/>
                    <a:pt x="1437323" y="1043940"/>
                    <a:pt x="1432560" y="1035368"/>
                  </a:cubicBezTo>
                  <a:cubicBezTo>
                    <a:pt x="1377315" y="950595"/>
                    <a:pt x="1316355" y="880110"/>
                    <a:pt x="1249680" y="825818"/>
                  </a:cubicBezTo>
                  <a:cubicBezTo>
                    <a:pt x="1190625" y="777240"/>
                    <a:pt x="1129665" y="742950"/>
                    <a:pt x="1066800" y="721995"/>
                  </a:cubicBezTo>
                  <a:lnTo>
                    <a:pt x="1066800" y="611505"/>
                  </a:lnTo>
                  <a:cubicBezTo>
                    <a:pt x="1157288" y="636270"/>
                    <a:pt x="1250633" y="687705"/>
                    <a:pt x="1331595" y="757238"/>
                  </a:cubicBezTo>
                  <a:cubicBezTo>
                    <a:pt x="1351598" y="774383"/>
                    <a:pt x="1382078" y="772478"/>
                    <a:pt x="1399223" y="751523"/>
                  </a:cubicBezTo>
                  <a:cubicBezTo>
                    <a:pt x="1416368" y="731520"/>
                    <a:pt x="1414463" y="701040"/>
                    <a:pt x="1393508" y="683895"/>
                  </a:cubicBezTo>
                  <a:cubicBezTo>
                    <a:pt x="1342073" y="639128"/>
                    <a:pt x="1283018" y="600075"/>
                    <a:pt x="1223010" y="570548"/>
                  </a:cubicBezTo>
                  <a:cubicBezTo>
                    <a:pt x="1170623" y="543878"/>
                    <a:pt x="1117283" y="524828"/>
                    <a:pt x="1065848" y="512445"/>
                  </a:cubicBezTo>
                  <a:lnTo>
                    <a:pt x="1065848" y="447675"/>
                  </a:lnTo>
                  <a:cubicBezTo>
                    <a:pt x="1065848" y="420053"/>
                    <a:pt x="1043940" y="398145"/>
                    <a:pt x="1016318" y="398145"/>
                  </a:cubicBezTo>
                  <a:close/>
                  <a:moveTo>
                    <a:pt x="833438" y="398145"/>
                  </a:moveTo>
                  <a:cubicBezTo>
                    <a:pt x="805815" y="398145"/>
                    <a:pt x="783908" y="420053"/>
                    <a:pt x="783908" y="447675"/>
                  </a:cubicBezTo>
                  <a:lnTo>
                    <a:pt x="783908" y="512445"/>
                  </a:lnTo>
                  <a:cubicBezTo>
                    <a:pt x="732473" y="524828"/>
                    <a:pt x="679133" y="543878"/>
                    <a:pt x="626745" y="570548"/>
                  </a:cubicBezTo>
                  <a:cubicBezTo>
                    <a:pt x="566738" y="601028"/>
                    <a:pt x="507683" y="640080"/>
                    <a:pt x="456248" y="683895"/>
                  </a:cubicBezTo>
                  <a:cubicBezTo>
                    <a:pt x="436245" y="701040"/>
                    <a:pt x="433388" y="731520"/>
                    <a:pt x="451485" y="751523"/>
                  </a:cubicBezTo>
                  <a:cubicBezTo>
                    <a:pt x="468630" y="771525"/>
                    <a:pt x="499110" y="774383"/>
                    <a:pt x="519113" y="757238"/>
                  </a:cubicBezTo>
                  <a:cubicBezTo>
                    <a:pt x="600075" y="687705"/>
                    <a:pt x="694373" y="636270"/>
                    <a:pt x="783908" y="611505"/>
                  </a:cubicBezTo>
                  <a:lnTo>
                    <a:pt x="783908" y="721995"/>
                  </a:lnTo>
                  <a:cubicBezTo>
                    <a:pt x="721043" y="741998"/>
                    <a:pt x="660083" y="777240"/>
                    <a:pt x="601028" y="825818"/>
                  </a:cubicBezTo>
                  <a:cubicBezTo>
                    <a:pt x="535305" y="880110"/>
                    <a:pt x="473393" y="950595"/>
                    <a:pt x="418148" y="1035368"/>
                  </a:cubicBezTo>
                  <a:cubicBezTo>
                    <a:pt x="413385" y="1043940"/>
                    <a:pt x="410528" y="1052513"/>
                    <a:pt x="410528" y="1062038"/>
                  </a:cubicBezTo>
                  <a:cubicBezTo>
                    <a:pt x="410528" y="1078230"/>
                    <a:pt x="418148" y="1093470"/>
                    <a:pt x="432435" y="1102043"/>
                  </a:cubicBezTo>
                  <a:cubicBezTo>
                    <a:pt x="454343" y="1116330"/>
                    <a:pt x="484823" y="1110615"/>
                    <a:pt x="499110" y="1087755"/>
                  </a:cubicBezTo>
                  <a:cubicBezTo>
                    <a:pt x="548640" y="1010603"/>
                    <a:pt x="603885" y="947738"/>
                    <a:pt x="661988" y="899160"/>
                  </a:cubicBezTo>
                  <a:cubicBezTo>
                    <a:pt x="721995" y="849630"/>
                    <a:pt x="787718" y="816293"/>
                    <a:pt x="844868" y="803910"/>
                  </a:cubicBezTo>
                  <a:cubicBezTo>
                    <a:pt x="870585" y="798195"/>
                    <a:pt x="882015" y="774383"/>
                    <a:pt x="882015" y="758190"/>
                  </a:cubicBezTo>
                  <a:cubicBezTo>
                    <a:pt x="882015" y="755333"/>
                    <a:pt x="882015" y="746760"/>
                    <a:pt x="882015" y="733425"/>
                  </a:cubicBezTo>
                  <a:cubicBezTo>
                    <a:pt x="882015" y="659130"/>
                    <a:pt x="882015" y="449580"/>
                    <a:pt x="882015" y="449580"/>
                  </a:cubicBezTo>
                  <a:lnTo>
                    <a:pt x="882015" y="447675"/>
                  </a:lnTo>
                  <a:cubicBezTo>
                    <a:pt x="882968" y="420053"/>
                    <a:pt x="861060" y="398145"/>
                    <a:pt x="833438" y="398145"/>
                  </a:cubicBezTo>
                  <a:close/>
                  <a:moveTo>
                    <a:pt x="278130" y="373380"/>
                  </a:moveTo>
                  <a:lnTo>
                    <a:pt x="283845" y="377190"/>
                  </a:lnTo>
                  <a:cubicBezTo>
                    <a:pt x="282892" y="378142"/>
                    <a:pt x="281940" y="380047"/>
                    <a:pt x="280987" y="382905"/>
                  </a:cubicBezTo>
                  <a:cubicBezTo>
                    <a:pt x="280035" y="385762"/>
                    <a:pt x="279082" y="388620"/>
                    <a:pt x="279082" y="391477"/>
                  </a:cubicBezTo>
                  <a:cubicBezTo>
                    <a:pt x="279082" y="394335"/>
                    <a:pt x="280035" y="397192"/>
                    <a:pt x="282892" y="400050"/>
                  </a:cubicBezTo>
                  <a:cubicBezTo>
                    <a:pt x="285750" y="402907"/>
                    <a:pt x="289560" y="406717"/>
                    <a:pt x="295275" y="410527"/>
                  </a:cubicBezTo>
                  <a:lnTo>
                    <a:pt x="366712" y="461962"/>
                  </a:lnTo>
                  <a:lnTo>
                    <a:pt x="358140" y="474345"/>
                  </a:lnTo>
                  <a:lnTo>
                    <a:pt x="237172" y="481012"/>
                  </a:lnTo>
                  <a:lnTo>
                    <a:pt x="283845" y="514350"/>
                  </a:lnTo>
                  <a:cubicBezTo>
                    <a:pt x="289560" y="518160"/>
                    <a:pt x="294322" y="521017"/>
                    <a:pt x="298132" y="522922"/>
                  </a:cubicBezTo>
                  <a:cubicBezTo>
                    <a:pt x="301942" y="523875"/>
                    <a:pt x="304800" y="524827"/>
                    <a:pt x="307657" y="523875"/>
                  </a:cubicBezTo>
                  <a:cubicBezTo>
                    <a:pt x="309562" y="523875"/>
                    <a:pt x="312420" y="521970"/>
                    <a:pt x="314325" y="520065"/>
                  </a:cubicBezTo>
                  <a:cubicBezTo>
                    <a:pt x="317182" y="518160"/>
                    <a:pt x="319087" y="516255"/>
                    <a:pt x="320992" y="514350"/>
                  </a:cubicBezTo>
                  <a:lnTo>
                    <a:pt x="326707" y="518160"/>
                  </a:lnTo>
                  <a:lnTo>
                    <a:pt x="296227" y="561022"/>
                  </a:lnTo>
                  <a:lnTo>
                    <a:pt x="290512" y="557212"/>
                  </a:lnTo>
                  <a:cubicBezTo>
                    <a:pt x="291465" y="555307"/>
                    <a:pt x="292417" y="553402"/>
                    <a:pt x="294322" y="550545"/>
                  </a:cubicBezTo>
                  <a:cubicBezTo>
                    <a:pt x="295275" y="547687"/>
                    <a:pt x="296227" y="544830"/>
                    <a:pt x="296227" y="542925"/>
                  </a:cubicBezTo>
                  <a:cubicBezTo>
                    <a:pt x="296227" y="540067"/>
                    <a:pt x="295275" y="537210"/>
                    <a:pt x="292417" y="534352"/>
                  </a:cubicBezTo>
                  <a:cubicBezTo>
                    <a:pt x="290512" y="531495"/>
                    <a:pt x="285750" y="527685"/>
                    <a:pt x="279082" y="523875"/>
                  </a:cubicBezTo>
                  <a:lnTo>
                    <a:pt x="232410" y="490537"/>
                  </a:lnTo>
                  <a:cubicBezTo>
                    <a:pt x="230505" y="488632"/>
                    <a:pt x="227647" y="487680"/>
                    <a:pt x="224790" y="486727"/>
                  </a:cubicBezTo>
                  <a:cubicBezTo>
                    <a:pt x="221932" y="485775"/>
                    <a:pt x="220027" y="485775"/>
                    <a:pt x="217170" y="485775"/>
                  </a:cubicBezTo>
                  <a:cubicBezTo>
                    <a:pt x="214312" y="486727"/>
                    <a:pt x="211455" y="487680"/>
                    <a:pt x="209550" y="488632"/>
                  </a:cubicBezTo>
                  <a:cubicBezTo>
                    <a:pt x="206692" y="489585"/>
                    <a:pt x="204787" y="491490"/>
                    <a:pt x="201930" y="494347"/>
                  </a:cubicBezTo>
                  <a:lnTo>
                    <a:pt x="196215" y="490537"/>
                  </a:lnTo>
                  <a:lnTo>
                    <a:pt x="222885" y="453390"/>
                  </a:lnTo>
                  <a:lnTo>
                    <a:pt x="328612" y="447675"/>
                  </a:lnTo>
                  <a:lnTo>
                    <a:pt x="290512" y="421005"/>
                  </a:lnTo>
                  <a:cubicBezTo>
                    <a:pt x="284797" y="417195"/>
                    <a:pt x="280035" y="414337"/>
                    <a:pt x="276225" y="412432"/>
                  </a:cubicBezTo>
                  <a:cubicBezTo>
                    <a:pt x="272415" y="411480"/>
                    <a:pt x="269557" y="410527"/>
                    <a:pt x="266700" y="411480"/>
                  </a:cubicBezTo>
                  <a:cubicBezTo>
                    <a:pt x="264795" y="412432"/>
                    <a:pt x="261937" y="413385"/>
                    <a:pt x="260032" y="415290"/>
                  </a:cubicBezTo>
                  <a:cubicBezTo>
                    <a:pt x="257175" y="417195"/>
                    <a:pt x="255270" y="419100"/>
                    <a:pt x="253365" y="420052"/>
                  </a:cubicBezTo>
                  <a:lnTo>
                    <a:pt x="247650" y="415290"/>
                  </a:lnTo>
                  <a:close/>
                  <a:moveTo>
                    <a:pt x="925830" y="296228"/>
                  </a:moveTo>
                  <a:cubicBezTo>
                    <a:pt x="1273493" y="296228"/>
                    <a:pt x="1555433" y="578168"/>
                    <a:pt x="1555433" y="925830"/>
                  </a:cubicBezTo>
                  <a:cubicBezTo>
                    <a:pt x="1555433" y="1273493"/>
                    <a:pt x="1273493" y="1555433"/>
                    <a:pt x="925830" y="1555433"/>
                  </a:cubicBezTo>
                  <a:cubicBezTo>
                    <a:pt x="578168" y="1555433"/>
                    <a:pt x="296228" y="1273493"/>
                    <a:pt x="296228" y="925830"/>
                  </a:cubicBezTo>
                  <a:cubicBezTo>
                    <a:pt x="296228" y="578168"/>
                    <a:pt x="578168" y="296228"/>
                    <a:pt x="925830" y="296228"/>
                  </a:cubicBezTo>
                  <a:close/>
                  <a:moveTo>
                    <a:pt x="925830" y="261937"/>
                  </a:moveTo>
                  <a:cubicBezTo>
                    <a:pt x="836295" y="261937"/>
                    <a:pt x="749617" y="280035"/>
                    <a:pt x="667702" y="314325"/>
                  </a:cubicBezTo>
                  <a:cubicBezTo>
                    <a:pt x="588645" y="347662"/>
                    <a:pt x="517207" y="395287"/>
                    <a:pt x="456247" y="456247"/>
                  </a:cubicBezTo>
                  <a:cubicBezTo>
                    <a:pt x="395287" y="517207"/>
                    <a:pt x="347662" y="588645"/>
                    <a:pt x="314325" y="667702"/>
                  </a:cubicBezTo>
                  <a:cubicBezTo>
                    <a:pt x="279082" y="749617"/>
                    <a:pt x="261937" y="836295"/>
                    <a:pt x="261937" y="925830"/>
                  </a:cubicBezTo>
                  <a:cubicBezTo>
                    <a:pt x="261937" y="1015365"/>
                    <a:pt x="280035" y="1102042"/>
                    <a:pt x="314325" y="1183957"/>
                  </a:cubicBezTo>
                  <a:cubicBezTo>
                    <a:pt x="347662" y="1263015"/>
                    <a:pt x="395287" y="1334452"/>
                    <a:pt x="456247" y="1395412"/>
                  </a:cubicBezTo>
                  <a:cubicBezTo>
                    <a:pt x="517207" y="1456372"/>
                    <a:pt x="588645" y="1503997"/>
                    <a:pt x="667702" y="1537335"/>
                  </a:cubicBezTo>
                  <a:cubicBezTo>
                    <a:pt x="749617" y="1571625"/>
                    <a:pt x="836295" y="1589722"/>
                    <a:pt x="925830" y="1589722"/>
                  </a:cubicBezTo>
                  <a:cubicBezTo>
                    <a:pt x="1015365" y="1589722"/>
                    <a:pt x="1102042" y="1571625"/>
                    <a:pt x="1183957" y="1537335"/>
                  </a:cubicBezTo>
                  <a:cubicBezTo>
                    <a:pt x="1263015" y="1503997"/>
                    <a:pt x="1334452" y="1456372"/>
                    <a:pt x="1395412" y="1395412"/>
                  </a:cubicBezTo>
                  <a:cubicBezTo>
                    <a:pt x="1456372" y="1333500"/>
                    <a:pt x="1503997" y="1263015"/>
                    <a:pt x="1537335" y="1183957"/>
                  </a:cubicBezTo>
                  <a:cubicBezTo>
                    <a:pt x="1572577" y="1102042"/>
                    <a:pt x="1589722" y="1015365"/>
                    <a:pt x="1589722" y="925830"/>
                  </a:cubicBezTo>
                  <a:cubicBezTo>
                    <a:pt x="1589722" y="836295"/>
                    <a:pt x="1571625" y="749617"/>
                    <a:pt x="1537335" y="667702"/>
                  </a:cubicBezTo>
                  <a:cubicBezTo>
                    <a:pt x="1503997" y="587692"/>
                    <a:pt x="1456372" y="517207"/>
                    <a:pt x="1395412" y="456247"/>
                  </a:cubicBezTo>
                  <a:cubicBezTo>
                    <a:pt x="1334452" y="395287"/>
                    <a:pt x="1263015" y="347662"/>
                    <a:pt x="1183957" y="314325"/>
                  </a:cubicBezTo>
                  <a:cubicBezTo>
                    <a:pt x="1102042" y="279082"/>
                    <a:pt x="1015365" y="261937"/>
                    <a:pt x="925830" y="261937"/>
                  </a:cubicBezTo>
                  <a:close/>
                  <a:moveTo>
                    <a:pt x="1454467" y="259080"/>
                  </a:moveTo>
                  <a:lnTo>
                    <a:pt x="1534477" y="331470"/>
                  </a:lnTo>
                  <a:lnTo>
                    <a:pt x="1514475" y="356235"/>
                  </a:lnTo>
                  <a:lnTo>
                    <a:pt x="1509712" y="351472"/>
                  </a:lnTo>
                  <a:cubicBezTo>
                    <a:pt x="1511617" y="346710"/>
                    <a:pt x="1512570" y="341947"/>
                    <a:pt x="1512570" y="335280"/>
                  </a:cubicBezTo>
                  <a:cubicBezTo>
                    <a:pt x="1512570" y="329565"/>
                    <a:pt x="1511617" y="323850"/>
                    <a:pt x="1509712" y="320992"/>
                  </a:cubicBezTo>
                  <a:cubicBezTo>
                    <a:pt x="1508760" y="319087"/>
                    <a:pt x="1506855" y="318135"/>
                    <a:pt x="1504950" y="315277"/>
                  </a:cubicBezTo>
                  <a:cubicBezTo>
                    <a:pt x="1503045" y="313372"/>
                    <a:pt x="1501140" y="311467"/>
                    <a:pt x="1499235" y="309562"/>
                  </a:cubicBezTo>
                  <a:lnTo>
                    <a:pt x="1485900" y="298132"/>
                  </a:lnTo>
                  <a:lnTo>
                    <a:pt x="1454467" y="332422"/>
                  </a:lnTo>
                  <a:lnTo>
                    <a:pt x="1463992" y="340995"/>
                  </a:lnTo>
                  <a:cubicBezTo>
                    <a:pt x="1465897" y="342900"/>
                    <a:pt x="1468755" y="344805"/>
                    <a:pt x="1470660" y="345757"/>
                  </a:cubicBezTo>
                  <a:cubicBezTo>
                    <a:pt x="1472565" y="346710"/>
                    <a:pt x="1475422" y="347662"/>
                    <a:pt x="1479232" y="347662"/>
                  </a:cubicBezTo>
                  <a:cubicBezTo>
                    <a:pt x="1481137" y="347662"/>
                    <a:pt x="1483995" y="346710"/>
                    <a:pt x="1486852" y="344805"/>
                  </a:cubicBezTo>
                  <a:cubicBezTo>
                    <a:pt x="1489710" y="342900"/>
                    <a:pt x="1492567" y="341947"/>
                    <a:pt x="1494472" y="340042"/>
                  </a:cubicBezTo>
                  <a:lnTo>
                    <a:pt x="1499235" y="344805"/>
                  </a:lnTo>
                  <a:lnTo>
                    <a:pt x="1464945" y="381952"/>
                  </a:lnTo>
                  <a:lnTo>
                    <a:pt x="1460182" y="377190"/>
                  </a:lnTo>
                  <a:cubicBezTo>
                    <a:pt x="1461135" y="375285"/>
                    <a:pt x="1463040" y="372427"/>
                    <a:pt x="1463992" y="368617"/>
                  </a:cubicBezTo>
                  <a:cubicBezTo>
                    <a:pt x="1465897" y="364807"/>
                    <a:pt x="1465897" y="361950"/>
                    <a:pt x="1465897" y="360045"/>
                  </a:cubicBezTo>
                  <a:cubicBezTo>
                    <a:pt x="1465897" y="357187"/>
                    <a:pt x="1464945" y="354330"/>
                    <a:pt x="1463992" y="352425"/>
                  </a:cubicBezTo>
                  <a:cubicBezTo>
                    <a:pt x="1463040" y="350520"/>
                    <a:pt x="1461135" y="347662"/>
                    <a:pt x="1458277" y="345757"/>
                  </a:cubicBezTo>
                  <a:lnTo>
                    <a:pt x="1448752" y="337185"/>
                  </a:lnTo>
                  <a:lnTo>
                    <a:pt x="1424940" y="362902"/>
                  </a:lnTo>
                  <a:cubicBezTo>
                    <a:pt x="1422082" y="365760"/>
                    <a:pt x="1421130" y="367665"/>
                    <a:pt x="1419225" y="369570"/>
                  </a:cubicBezTo>
                  <a:cubicBezTo>
                    <a:pt x="1418272" y="371475"/>
                    <a:pt x="1418272" y="373380"/>
                    <a:pt x="1418272" y="375285"/>
                  </a:cubicBezTo>
                  <a:cubicBezTo>
                    <a:pt x="1418272" y="377190"/>
                    <a:pt x="1419225" y="379095"/>
                    <a:pt x="1421130" y="381000"/>
                  </a:cubicBezTo>
                  <a:cubicBezTo>
                    <a:pt x="1423035" y="382905"/>
                    <a:pt x="1424940" y="385762"/>
                    <a:pt x="1428750" y="388620"/>
                  </a:cubicBezTo>
                  <a:cubicBezTo>
                    <a:pt x="1430655" y="389572"/>
                    <a:pt x="1431607" y="391477"/>
                    <a:pt x="1434465" y="393382"/>
                  </a:cubicBezTo>
                  <a:cubicBezTo>
                    <a:pt x="1436370" y="395287"/>
                    <a:pt x="1438275" y="396240"/>
                    <a:pt x="1440180" y="398145"/>
                  </a:cubicBezTo>
                  <a:cubicBezTo>
                    <a:pt x="1442085" y="400050"/>
                    <a:pt x="1443990" y="401002"/>
                    <a:pt x="1445895" y="401955"/>
                  </a:cubicBezTo>
                  <a:cubicBezTo>
                    <a:pt x="1447800" y="402907"/>
                    <a:pt x="1449705" y="402907"/>
                    <a:pt x="1450657" y="402907"/>
                  </a:cubicBezTo>
                  <a:cubicBezTo>
                    <a:pt x="1454467" y="402907"/>
                    <a:pt x="1459230" y="401955"/>
                    <a:pt x="1465897" y="400050"/>
                  </a:cubicBezTo>
                  <a:cubicBezTo>
                    <a:pt x="1472565" y="398145"/>
                    <a:pt x="1477327" y="396240"/>
                    <a:pt x="1479232" y="395287"/>
                  </a:cubicBezTo>
                  <a:lnTo>
                    <a:pt x="1483995" y="399097"/>
                  </a:lnTo>
                  <a:lnTo>
                    <a:pt x="1456372" y="425767"/>
                  </a:lnTo>
                  <a:lnTo>
                    <a:pt x="1371600" y="348615"/>
                  </a:lnTo>
                  <a:lnTo>
                    <a:pt x="1376362" y="343852"/>
                  </a:lnTo>
                  <a:cubicBezTo>
                    <a:pt x="1377315" y="344805"/>
                    <a:pt x="1379220" y="345757"/>
                    <a:pt x="1382077" y="347662"/>
                  </a:cubicBezTo>
                  <a:cubicBezTo>
                    <a:pt x="1383982" y="349567"/>
                    <a:pt x="1385887" y="350520"/>
                    <a:pt x="1386840" y="350520"/>
                  </a:cubicBezTo>
                  <a:cubicBezTo>
                    <a:pt x="1388745" y="351472"/>
                    <a:pt x="1390650" y="351472"/>
                    <a:pt x="1392555" y="351472"/>
                  </a:cubicBezTo>
                  <a:cubicBezTo>
                    <a:pt x="1394460" y="350520"/>
                    <a:pt x="1395412" y="349567"/>
                    <a:pt x="1397317" y="348615"/>
                  </a:cubicBezTo>
                  <a:lnTo>
                    <a:pt x="1455420" y="284797"/>
                  </a:lnTo>
                  <a:cubicBezTo>
                    <a:pt x="1456372" y="282892"/>
                    <a:pt x="1457325" y="281940"/>
                    <a:pt x="1458277" y="280035"/>
                  </a:cubicBezTo>
                  <a:cubicBezTo>
                    <a:pt x="1459230" y="278130"/>
                    <a:pt x="1458277" y="276225"/>
                    <a:pt x="1457325" y="274320"/>
                  </a:cubicBezTo>
                  <a:cubicBezTo>
                    <a:pt x="1456372" y="272415"/>
                    <a:pt x="1455420" y="271462"/>
                    <a:pt x="1453515" y="268605"/>
                  </a:cubicBezTo>
                  <a:cubicBezTo>
                    <a:pt x="1451610" y="266700"/>
                    <a:pt x="1450657" y="264795"/>
                    <a:pt x="1449705" y="263842"/>
                  </a:cubicBezTo>
                  <a:close/>
                  <a:moveTo>
                    <a:pt x="925830" y="241935"/>
                  </a:moveTo>
                  <a:cubicBezTo>
                    <a:pt x="1018222" y="241935"/>
                    <a:pt x="1107757" y="259080"/>
                    <a:pt x="1192530" y="295275"/>
                  </a:cubicBezTo>
                  <a:cubicBezTo>
                    <a:pt x="1273492" y="329565"/>
                    <a:pt x="1346835" y="379095"/>
                    <a:pt x="1409700" y="441960"/>
                  </a:cubicBezTo>
                  <a:cubicBezTo>
                    <a:pt x="1472565" y="504825"/>
                    <a:pt x="1522095" y="577215"/>
                    <a:pt x="1556385" y="659130"/>
                  </a:cubicBezTo>
                  <a:cubicBezTo>
                    <a:pt x="1592580" y="743902"/>
                    <a:pt x="1610677" y="833437"/>
                    <a:pt x="1610677" y="925830"/>
                  </a:cubicBezTo>
                  <a:cubicBezTo>
                    <a:pt x="1610677" y="1018222"/>
                    <a:pt x="1591627" y="1107757"/>
                    <a:pt x="1556385" y="1192530"/>
                  </a:cubicBezTo>
                  <a:cubicBezTo>
                    <a:pt x="1522095" y="1273492"/>
                    <a:pt x="1472565" y="1346835"/>
                    <a:pt x="1409700" y="1409700"/>
                  </a:cubicBezTo>
                  <a:cubicBezTo>
                    <a:pt x="1346835" y="1472565"/>
                    <a:pt x="1274445" y="1522095"/>
                    <a:pt x="1192530" y="1556385"/>
                  </a:cubicBezTo>
                  <a:cubicBezTo>
                    <a:pt x="1107757" y="1592580"/>
                    <a:pt x="1018222" y="1610677"/>
                    <a:pt x="925830" y="1610677"/>
                  </a:cubicBezTo>
                  <a:cubicBezTo>
                    <a:pt x="833437" y="1610677"/>
                    <a:pt x="743902" y="1592580"/>
                    <a:pt x="659130" y="1556385"/>
                  </a:cubicBezTo>
                  <a:cubicBezTo>
                    <a:pt x="578167" y="1522095"/>
                    <a:pt x="504825" y="1472565"/>
                    <a:pt x="441960" y="1409700"/>
                  </a:cubicBezTo>
                  <a:cubicBezTo>
                    <a:pt x="379095" y="1346835"/>
                    <a:pt x="329565" y="1274445"/>
                    <a:pt x="295275" y="1192530"/>
                  </a:cubicBezTo>
                  <a:cubicBezTo>
                    <a:pt x="260032" y="1107757"/>
                    <a:pt x="241935" y="1018222"/>
                    <a:pt x="241935" y="925830"/>
                  </a:cubicBezTo>
                  <a:cubicBezTo>
                    <a:pt x="241935" y="833437"/>
                    <a:pt x="260032" y="743902"/>
                    <a:pt x="295275" y="659130"/>
                  </a:cubicBezTo>
                  <a:cubicBezTo>
                    <a:pt x="329565" y="577215"/>
                    <a:pt x="379095" y="504825"/>
                    <a:pt x="441960" y="441960"/>
                  </a:cubicBezTo>
                  <a:cubicBezTo>
                    <a:pt x="504825" y="379095"/>
                    <a:pt x="577215" y="329565"/>
                    <a:pt x="659130" y="295275"/>
                  </a:cubicBezTo>
                  <a:cubicBezTo>
                    <a:pt x="743902" y="259080"/>
                    <a:pt x="833437" y="241935"/>
                    <a:pt x="925830" y="241935"/>
                  </a:cubicBezTo>
                  <a:close/>
                  <a:moveTo>
                    <a:pt x="435292" y="233363"/>
                  </a:moveTo>
                  <a:lnTo>
                    <a:pt x="463867" y="267653"/>
                  </a:lnTo>
                  <a:lnTo>
                    <a:pt x="458152" y="272415"/>
                  </a:lnTo>
                  <a:cubicBezTo>
                    <a:pt x="446722" y="264795"/>
                    <a:pt x="436245" y="260033"/>
                    <a:pt x="427672" y="259080"/>
                  </a:cubicBezTo>
                  <a:cubicBezTo>
                    <a:pt x="419100" y="258128"/>
                    <a:pt x="410527" y="260033"/>
                    <a:pt x="403860" y="265748"/>
                  </a:cubicBezTo>
                  <a:cubicBezTo>
                    <a:pt x="395287" y="272415"/>
                    <a:pt x="391477" y="281940"/>
                    <a:pt x="393382" y="293370"/>
                  </a:cubicBezTo>
                  <a:cubicBezTo>
                    <a:pt x="394335" y="304800"/>
                    <a:pt x="401002" y="317183"/>
                    <a:pt x="411480" y="329565"/>
                  </a:cubicBezTo>
                  <a:cubicBezTo>
                    <a:pt x="422910" y="343853"/>
                    <a:pt x="433387" y="352425"/>
                    <a:pt x="444817" y="357188"/>
                  </a:cubicBezTo>
                  <a:cubicBezTo>
                    <a:pt x="455295" y="360998"/>
                    <a:pt x="465772" y="360045"/>
                    <a:pt x="473392" y="353378"/>
                  </a:cubicBezTo>
                  <a:cubicBezTo>
                    <a:pt x="477202" y="350520"/>
                    <a:pt x="480060" y="346710"/>
                    <a:pt x="481965" y="342900"/>
                  </a:cubicBezTo>
                  <a:cubicBezTo>
                    <a:pt x="483870" y="339090"/>
                    <a:pt x="484822" y="336233"/>
                    <a:pt x="485775" y="333375"/>
                  </a:cubicBezTo>
                  <a:lnTo>
                    <a:pt x="470535" y="314325"/>
                  </a:lnTo>
                  <a:cubicBezTo>
                    <a:pt x="469582" y="312420"/>
                    <a:pt x="467677" y="311468"/>
                    <a:pt x="466725" y="311468"/>
                  </a:cubicBezTo>
                  <a:cubicBezTo>
                    <a:pt x="464820" y="310515"/>
                    <a:pt x="462915" y="310515"/>
                    <a:pt x="461010" y="311468"/>
                  </a:cubicBezTo>
                  <a:cubicBezTo>
                    <a:pt x="459105" y="312420"/>
                    <a:pt x="457200" y="312420"/>
                    <a:pt x="454342" y="314325"/>
                  </a:cubicBezTo>
                  <a:cubicBezTo>
                    <a:pt x="452437" y="315278"/>
                    <a:pt x="449580" y="316230"/>
                    <a:pt x="448627" y="317183"/>
                  </a:cubicBezTo>
                  <a:lnTo>
                    <a:pt x="444817" y="312420"/>
                  </a:lnTo>
                  <a:lnTo>
                    <a:pt x="494347" y="272415"/>
                  </a:lnTo>
                  <a:lnTo>
                    <a:pt x="495300" y="276225"/>
                  </a:lnTo>
                  <a:cubicBezTo>
                    <a:pt x="494347" y="277178"/>
                    <a:pt x="493395" y="279083"/>
                    <a:pt x="492442" y="280035"/>
                  </a:cubicBezTo>
                  <a:cubicBezTo>
                    <a:pt x="491490" y="280988"/>
                    <a:pt x="490537" y="282893"/>
                    <a:pt x="489585" y="283845"/>
                  </a:cubicBezTo>
                  <a:cubicBezTo>
                    <a:pt x="488632" y="285750"/>
                    <a:pt x="487680" y="287655"/>
                    <a:pt x="488632" y="289560"/>
                  </a:cubicBezTo>
                  <a:cubicBezTo>
                    <a:pt x="489585" y="291465"/>
                    <a:pt x="489585" y="293370"/>
                    <a:pt x="491490" y="294323"/>
                  </a:cubicBezTo>
                  <a:lnTo>
                    <a:pt x="500062" y="305753"/>
                  </a:lnTo>
                  <a:cubicBezTo>
                    <a:pt x="501967" y="307658"/>
                    <a:pt x="502920" y="309563"/>
                    <a:pt x="504825" y="311468"/>
                  </a:cubicBezTo>
                  <a:cubicBezTo>
                    <a:pt x="505777" y="312420"/>
                    <a:pt x="507682" y="314325"/>
                    <a:pt x="508635" y="316230"/>
                  </a:cubicBezTo>
                  <a:cubicBezTo>
                    <a:pt x="506730" y="322898"/>
                    <a:pt x="501967" y="330518"/>
                    <a:pt x="495300" y="340043"/>
                  </a:cubicBezTo>
                  <a:cubicBezTo>
                    <a:pt x="488632" y="349568"/>
                    <a:pt x="481012" y="357188"/>
                    <a:pt x="474345" y="362903"/>
                  </a:cubicBezTo>
                  <a:cubicBezTo>
                    <a:pt x="467677" y="368618"/>
                    <a:pt x="460057" y="372428"/>
                    <a:pt x="452437" y="375285"/>
                  </a:cubicBezTo>
                  <a:cubicBezTo>
                    <a:pt x="444817" y="378143"/>
                    <a:pt x="437197" y="379095"/>
                    <a:pt x="428625" y="378143"/>
                  </a:cubicBezTo>
                  <a:cubicBezTo>
                    <a:pt x="421005" y="377190"/>
                    <a:pt x="413385" y="375285"/>
                    <a:pt x="405765" y="371475"/>
                  </a:cubicBezTo>
                  <a:cubicBezTo>
                    <a:pt x="398145" y="367665"/>
                    <a:pt x="391477" y="361950"/>
                    <a:pt x="384810" y="353378"/>
                  </a:cubicBezTo>
                  <a:cubicBezTo>
                    <a:pt x="379095" y="345758"/>
                    <a:pt x="374332" y="338138"/>
                    <a:pt x="372427" y="329565"/>
                  </a:cubicBezTo>
                  <a:cubicBezTo>
                    <a:pt x="369570" y="320993"/>
                    <a:pt x="368617" y="313373"/>
                    <a:pt x="369570" y="304800"/>
                  </a:cubicBezTo>
                  <a:cubicBezTo>
                    <a:pt x="370522" y="296228"/>
                    <a:pt x="373380" y="288608"/>
                    <a:pt x="378142" y="280988"/>
                  </a:cubicBezTo>
                  <a:cubicBezTo>
                    <a:pt x="382905" y="273368"/>
                    <a:pt x="388620" y="266700"/>
                    <a:pt x="397192" y="260033"/>
                  </a:cubicBezTo>
                  <a:cubicBezTo>
                    <a:pt x="402907" y="255270"/>
                    <a:pt x="408622" y="252413"/>
                    <a:pt x="413385" y="249555"/>
                  </a:cubicBezTo>
                  <a:cubicBezTo>
                    <a:pt x="419100" y="246698"/>
                    <a:pt x="423862" y="245745"/>
                    <a:pt x="428625" y="244793"/>
                  </a:cubicBezTo>
                  <a:lnTo>
                    <a:pt x="429577" y="238125"/>
                  </a:lnTo>
                  <a:close/>
                  <a:moveTo>
                    <a:pt x="1258252" y="140970"/>
                  </a:moveTo>
                  <a:lnTo>
                    <a:pt x="1316355" y="172402"/>
                  </a:lnTo>
                  <a:lnTo>
                    <a:pt x="1313497" y="178117"/>
                  </a:lnTo>
                  <a:cubicBezTo>
                    <a:pt x="1307782" y="176212"/>
                    <a:pt x="1303020" y="174307"/>
                    <a:pt x="1301115" y="174307"/>
                  </a:cubicBezTo>
                  <a:cubicBezTo>
                    <a:pt x="1298257" y="174307"/>
                    <a:pt x="1297305" y="174307"/>
                    <a:pt x="1296352" y="175260"/>
                  </a:cubicBezTo>
                  <a:cubicBezTo>
                    <a:pt x="1296352" y="176212"/>
                    <a:pt x="1296352" y="176212"/>
                    <a:pt x="1295400" y="177165"/>
                  </a:cubicBezTo>
                  <a:cubicBezTo>
                    <a:pt x="1295400" y="178117"/>
                    <a:pt x="1295400" y="179070"/>
                    <a:pt x="1294447" y="180022"/>
                  </a:cubicBezTo>
                  <a:cubicBezTo>
                    <a:pt x="1293495" y="185737"/>
                    <a:pt x="1292542" y="194310"/>
                    <a:pt x="1291590" y="206692"/>
                  </a:cubicBezTo>
                  <a:cubicBezTo>
                    <a:pt x="1290637" y="219075"/>
                    <a:pt x="1288732" y="238125"/>
                    <a:pt x="1285875" y="263842"/>
                  </a:cubicBezTo>
                  <a:cubicBezTo>
                    <a:pt x="1298257" y="253365"/>
                    <a:pt x="1307782" y="245745"/>
                    <a:pt x="1316355" y="238125"/>
                  </a:cubicBezTo>
                  <a:cubicBezTo>
                    <a:pt x="1323975" y="231457"/>
                    <a:pt x="1331595" y="224790"/>
                    <a:pt x="1337310" y="220027"/>
                  </a:cubicBezTo>
                  <a:cubicBezTo>
                    <a:pt x="1340167" y="217170"/>
                    <a:pt x="1343025" y="215265"/>
                    <a:pt x="1344930" y="212407"/>
                  </a:cubicBezTo>
                  <a:cubicBezTo>
                    <a:pt x="1346835" y="210502"/>
                    <a:pt x="1348740" y="208597"/>
                    <a:pt x="1349692" y="206692"/>
                  </a:cubicBezTo>
                  <a:cubicBezTo>
                    <a:pt x="1350645" y="204787"/>
                    <a:pt x="1349692" y="202882"/>
                    <a:pt x="1347787" y="200977"/>
                  </a:cubicBezTo>
                  <a:cubicBezTo>
                    <a:pt x="1345882" y="199072"/>
                    <a:pt x="1342072" y="195262"/>
                    <a:pt x="1336357" y="191452"/>
                  </a:cubicBezTo>
                  <a:lnTo>
                    <a:pt x="1339215" y="185737"/>
                  </a:lnTo>
                  <a:lnTo>
                    <a:pt x="1383030" y="208597"/>
                  </a:lnTo>
                  <a:lnTo>
                    <a:pt x="1381125" y="214312"/>
                  </a:lnTo>
                  <a:cubicBezTo>
                    <a:pt x="1379220" y="213360"/>
                    <a:pt x="1377315" y="213360"/>
                    <a:pt x="1375410" y="212407"/>
                  </a:cubicBezTo>
                  <a:cubicBezTo>
                    <a:pt x="1373505" y="212407"/>
                    <a:pt x="1371600" y="211455"/>
                    <a:pt x="1369695" y="212407"/>
                  </a:cubicBezTo>
                  <a:cubicBezTo>
                    <a:pt x="1366837" y="212407"/>
                    <a:pt x="1364932" y="213360"/>
                    <a:pt x="1362075" y="213360"/>
                  </a:cubicBezTo>
                  <a:cubicBezTo>
                    <a:pt x="1360170" y="214312"/>
                    <a:pt x="1358265" y="215265"/>
                    <a:pt x="1355407" y="217170"/>
                  </a:cubicBezTo>
                  <a:cubicBezTo>
                    <a:pt x="1351597" y="220027"/>
                    <a:pt x="1346835" y="223837"/>
                    <a:pt x="1341120" y="228600"/>
                  </a:cubicBezTo>
                  <a:cubicBezTo>
                    <a:pt x="1334452" y="233362"/>
                    <a:pt x="1327785" y="239077"/>
                    <a:pt x="1319212" y="246697"/>
                  </a:cubicBezTo>
                  <a:cubicBezTo>
                    <a:pt x="1311592" y="252412"/>
                    <a:pt x="1303972" y="259080"/>
                    <a:pt x="1295400" y="266700"/>
                  </a:cubicBezTo>
                  <a:cubicBezTo>
                    <a:pt x="1286827" y="273367"/>
                    <a:pt x="1278255" y="280987"/>
                    <a:pt x="1270635" y="287655"/>
                  </a:cubicBezTo>
                  <a:lnTo>
                    <a:pt x="1255395" y="280035"/>
                  </a:lnTo>
                  <a:cubicBezTo>
                    <a:pt x="1257300" y="259080"/>
                    <a:pt x="1259205" y="237172"/>
                    <a:pt x="1262062" y="215265"/>
                  </a:cubicBezTo>
                  <a:cubicBezTo>
                    <a:pt x="1263967" y="193357"/>
                    <a:pt x="1265872" y="178117"/>
                    <a:pt x="1266825" y="169545"/>
                  </a:cubicBezTo>
                  <a:cubicBezTo>
                    <a:pt x="1266825" y="166687"/>
                    <a:pt x="1266825" y="163830"/>
                    <a:pt x="1266825" y="161925"/>
                  </a:cubicBezTo>
                  <a:cubicBezTo>
                    <a:pt x="1266825" y="160020"/>
                    <a:pt x="1265872" y="158115"/>
                    <a:pt x="1263967" y="155257"/>
                  </a:cubicBezTo>
                  <a:cubicBezTo>
                    <a:pt x="1263015" y="153352"/>
                    <a:pt x="1262062" y="152400"/>
                    <a:pt x="1260157" y="150495"/>
                  </a:cubicBezTo>
                  <a:cubicBezTo>
                    <a:pt x="1259205" y="149542"/>
                    <a:pt x="1257300" y="148590"/>
                    <a:pt x="1255395" y="146685"/>
                  </a:cubicBezTo>
                  <a:close/>
                  <a:moveTo>
                    <a:pt x="1105853" y="95250"/>
                  </a:moveTo>
                  <a:lnTo>
                    <a:pt x="1171575" y="112395"/>
                  </a:lnTo>
                  <a:lnTo>
                    <a:pt x="1169670" y="119062"/>
                  </a:lnTo>
                  <a:cubicBezTo>
                    <a:pt x="1167765" y="119062"/>
                    <a:pt x="1165860" y="118110"/>
                    <a:pt x="1163003" y="118110"/>
                  </a:cubicBezTo>
                  <a:cubicBezTo>
                    <a:pt x="1160145" y="118110"/>
                    <a:pt x="1158240" y="118110"/>
                    <a:pt x="1156335" y="118110"/>
                  </a:cubicBezTo>
                  <a:cubicBezTo>
                    <a:pt x="1154430" y="118110"/>
                    <a:pt x="1152525" y="119062"/>
                    <a:pt x="1151573" y="120015"/>
                  </a:cubicBezTo>
                  <a:cubicBezTo>
                    <a:pt x="1150620" y="120967"/>
                    <a:pt x="1149668" y="122872"/>
                    <a:pt x="1148715" y="124777"/>
                  </a:cubicBezTo>
                  <a:lnTo>
                    <a:pt x="1126808" y="208597"/>
                  </a:lnTo>
                  <a:cubicBezTo>
                    <a:pt x="1125855" y="210502"/>
                    <a:pt x="1125855" y="212407"/>
                    <a:pt x="1126808" y="214312"/>
                  </a:cubicBezTo>
                  <a:cubicBezTo>
                    <a:pt x="1126808" y="216217"/>
                    <a:pt x="1128713" y="217170"/>
                    <a:pt x="1130618" y="219075"/>
                  </a:cubicBezTo>
                  <a:cubicBezTo>
                    <a:pt x="1131570" y="220027"/>
                    <a:pt x="1133475" y="220980"/>
                    <a:pt x="1136333" y="221932"/>
                  </a:cubicBezTo>
                  <a:cubicBezTo>
                    <a:pt x="1139190" y="222885"/>
                    <a:pt x="1141095" y="223837"/>
                    <a:pt x="1143000" y="224790"/>
                  </a:cubicBezTo>
                  <a:lnTo>
                    <a:pt x="1141095" y="230505"/>
                  </a:lnTo>
                  <a:lnTo>
                    <a:pt x="1075373" y="213360"/>
                  </a:lnTo>
                  <a:lnTo>
                    <a:pt x="1077278" y="206692"/>
                  </a:lnTo>
                  <a:cubicBezTo>
                    <a:pt x="1079183" y="206692"/>
                    <a:pt x="1081088" y="207645"/>
                    <a:pt x="1083945" y="207645"/>
                  </a:cubicBezTo>
                  <a:cubicBezTo>
                    <a:pt x="1086803" y="208597"/>
                    <a:pt x="1088708" y="208597"/>
                    <a:pt x="1090613" y="208597"/>
                  </a:cubicBezTo>
                  <a:cubicBezTo>
                    <a:pt x="1092518" y="208597"/>
                    <a:pt x="1094423" y="207645"/>
                    <a:pt x="1095375" y="206692"/>
                  </a:cubicBezTo>
                  <a:cubicBezTo>
                    <a:pt x="1096328" y="205740"/>
                    <a:pt x="1097280" y="203835"/>
                    <a:pt x="1098233" y="201930"/>
                  </a:cubicBezTo>
                  <a:lnTo>
                    <a:pt x="1120140" y="118110"/>
                  </a:lnTo>
                  <a:cubicBezTo>
                    <a:pt x="1120140" y="116205"/>
                    <a:pt x="1121093" y="114300"/>
                    <a:pt x="1120140" y="112395"/>
                  </a:cubicBezTo>
                  <a:cubicBezTo>
                    <a:pt x="1120140" y="110490"/>
                    <a:pt x="1118235" y="109537"/>
                    <a:pt x="1116330" y="107632"/>
                  </a:cubicBezTo>
                  <a:cubicBezTo>
                    <a:pt x="1115378" y="106680"/>
                    <a:pt x="1113473" y="105727"/>
                    <a:pt x="1110615" y="104775"/>
                  </a:cubicBezTo>
                  <a:cubicBezTo>
                    <a:pt x="1107758" y="103822"/>
                    <a:pt x="1105853" y="102870"/>
                    <a:pt x="1103948" y="101917"/>
                  </a:cubicBezTo>
                  <a:close/>
                  <a:moveTo>
                    <a:pt x="777240" y="88583"/>
                  </a:moveTo>
                  <a:lnTo>
                    <a:pt x="779145" y="93345"/>
                  </a:lnTo>
                  <a:cubicBezTo>
                    <a:pt x="777240" y="94298"/>
                    <a:pt x="775335" y="95250"/>
                    <a:pt x="772477" y="96203"/>
                  </a:cubicBezTo>
                  <a:cubicBezTo>
                    <a:pt x="769620" y="97155"/>
                    <a:pt x="767715" y="99060"/>
                    <a:pt x="765810" y="100965"/>
                  </a:cubicBezTo>
                  <a:cubicBezTo>
                    <a:pt x="763905" y="102870"/>
                    <a:pt x="762952" y="105728"/>
                    <a:pt x="762952" y="109538"/>
                  </a:cubicBezTo>
                  <a:cubicBezTo>
                    <a:pt x="762952" y="113348"/>
                    <a:pt x="763905" y="119063"/>
                    <a:pt x="765810" y="125730"/>
                  </a:cubicBezTo>
                  <a:lnTo>
                    <a:pt x="777240" y="169545"/>
                  </a:lnTo>
                  <a:cubicBezTo>
                    <a:pt x="781050" y="182880"/>
                    <a:pt x="779145" y="194310"/>
                    <a:pt x="772477" y="203835"/>
                  </a:cubicBezTo>
                  <a:cubicBezTo>
                    <a:pt x="765810" y="214313"/>
                    <a:pt x="755332" y="220980"/>
                    <a:pt x="741045" y="224790"/>
                  </a:cubicBezTo>
                  <a:cubicBezTo>
                    <a:pt x="723900" y="229553"/>
                    <a:pt x="710565" y="228600"/>
                    <a:pt x="699135" y="223838"/>
                  </a:cubicBezTo>
                  <a:cubicBezTo>
                    <a:pt x="687705" y="219075"/>
                    <a:pt x="680085" y="209550"/>
                    <a:pt x="677227" y="196215"/>
                  </a:cubicBezTo>
                  <a:lnTo>
                    <a:pt x="661035" y="136208"/>
                  </a:lnTo>
                  <a:cubicBezTo>
                    <a:pt x="661035" y="134303"/>
                    <a:pt x="660082" y="132398"/>
                    <a:pt x="658177" y="131445"/>
                  </a:cubicBezTo>
                  <a:cubicBezTo>
                    <a:pt x="657225" y="130493"/>
                    <a:pt x="655320" y="129540"/>
                    <a:pt x="653415" y="128588"/>
                  </a:cubicBezTo>
                  <a:cubicBezTo>
                    <a:pt x="651510" y="128588"/>
                    <a:pt x="649605" y="128588"/>
                    <a:pt x="647700" y="128588"/>
                  </a:cubicBezTo>
                  <a:cubicBezTo>
                    <a:pt x="645795" y="128588"/>
                    <a:pt x="643890" y="128588"/>
                    <a:pt x="641985" y="129540"/>
                  </a:cubicBezTo>
                  <a:lnTo>
                    <a:pt x="640080" y="123825"/>
                  </a:lnTo>
                  <a:lnTo>
                    <a:pt x="701992" y="107633"/>
                  </a:lnTo>
                  <a:lnTo>
                    <a:pt x="703897" y="114300"/>
                  </a:lnTo>
                  <a:cubicBezTo>
                    <a:pt x="701992" y="115253"/>
                    <a:pt x="700087" y="115253"/>
                    <a:pt x="699135" y="116205"/>
                  </a:cubicBezTo>
                  <a:cubicBezTo>
                    <a:pt x="697230" y="117158"/>
                    <a:pt x="695325" y="118110"/>
                    <a:pt x="694372" y="119063"/>
                  </a:cubicBezTo>
                  <a:cubicBezTo>
                    <a:pt x="692467" y="120015"/>
                    <a:pt x="691515" y="121920"/>
                    <a:pt x="690562" y="123825"/>
                  </a:cubicBezTo>
                  <a:cubicBezTo>
                    <a:pt x="690562" y="125730"/>
                    <a:pt x="690562" y="127635"/>
                    <a:pt x="690562" y="129540"/>
                  </a:cubicBezTo>
                  <a:lnTo>
                    <a:pt x="706755" y="188595"/>
                  </a:lnTo>
                  <a:cubicBezTo>
                    <a:pt x="709612" y="200025"/>
                    <a:pt x="714375" y="208598"/>
                    <a:pt x="721042" y="212408"/>
                  </a:cubicBezTo>
                  <a:cubicBezTo>
                    <a:pt x="727710" y="216218"/>
                    <a:pt x="736282" y="217170"/>
                    <a:pt x="745807" y="214313"/>
                  </a:cubicBezTo>
                  <a:cubicBezTo>
                    <a:pt x="755332" y="211455"/>
                    <a:pt x="762000" y="206693"/>
                    <a:pt x="765810" y="199073"/>
                  </a:cubicBezTo>
                  <a:cubicBezTo>
                    <a:pt x="769620" y="191453"/>
                    <a:pt x="770572" y="181928"/>
                    <a:pt x="766762" y="171450"/>
                  </a:cubicBezTo>
                  <a:lnTo>
                    <a:pt x="756285" y="131445"/>
                  </a:lnTo>
                  <a:cubicBezTo>
                    <a:pt x="754380" y="124778"/>
                    <a:pt x="752475" y="119063"/>
                    <a:pt x="750570" y="116205"/>
                  </a:cubicBezTo>
                  <a:cubicBezTo>
                    <a:pt x="748665" y="113348"/>
                    <a:pt x="746760" y="110490"/>
                    <a:pt x="743902" y="109538"/>
                  </a:cubicBezTo>
                  <a:cubicBezTo>
                    <a:pt x="741997" y="108585"/>
                    <a:pt x="739140" y="108585"/>
                    <a:pt x="735330" y="108585"/>
                  </a:cubicBezTo>
                  <a:cubicBezTo>
                    <a:pt x="731520" y="108585"/>
                    <a:pt x="728662" y="108585"/>
                    <a:pt x="727710" y="108585"/>
                  </a:cubicBezTo>
                  <a:lnTo>
                    <a:pt x="725805" y="101918"/>
                  </a:lnTo>
                  <a:close/>
                  <a:moveTo>
                    <a:pt x="867728" y="76200"/>
                  </a:moveTo>
                  <a:lnTo>
                    <a:pt x="913448" y="77152"/>
                  </a:lnTo>
                  <a:lnTo>
                    <a:pt x="979170" y="160972"/>
                  </a:lnTo>
                  <a:lnTo>
                    <a:pt x="980123" y="114300"/>
                  </a:lnTo>
                  <a:cubicBezTo>
                    <a:pt x="980123" y="106680"/>
                    <a:pt x="980123" y="101917"/>
                    <a:pt x="979170" y="98107"/>
                  </a:cubicBezTo>
                  <a:cubicBezTo>
                    <a:pt x="978218" y="94297"/>
                    <a:pt x="976313" y="91440"/>
                    <a:pt x="974408" y="90487"/>
                  </a:cubicBezTo>
                  <a:cubicBezTo>
                    <a:pt x="972503" y="89535"/>
                    <a:pt x="970598" y="87630"/>
                    <a:pt x="966788" y="86677"/>
                  </a:cubicBezTo>
                  <a:cubicBezTo>
                    <a:pt x="963930" y="85725"/>
                    <a:pt x="961073" y="84772"/>
                    <a:pt x="959168" y="84772"/>
                  </a:cubicBezTo>
                  <a:lnTo>
                    <a:pt x="959168" y="78105"/>
                  </a:lnTo>
                  <a:lnTo>
                    <a:pt x="1011555" y="79057"/>
                  </a:lnTo>
                  <a:lnTo>
                    <a:pt x="1009650" y="84772"/>
                  </a:lnTo>
                  <a:cubicBezTo>
                    <a:pt x="1007745" y="84772"/>
                    <a:pt x="1005840" y="84772"/>
                    <a:pt x="1002983" y="85725"/>
                  </a:cubicBezTo>
                  <a:cubicBezTo>
                    <a:pt x="1000125" y="85725"/>
                    <a:pt x="997268" y="87630"/>
                    <a:pt x="995363" y="88582"/>
                  </a:cubicBezTo>
                  <a:cubicBezTo>
                    <a:pt x="993458" y="90487"/>
                    <a:pt x="991553" y="92392"/>
                    <a:pt x="990600" y="96202"/>
                  </a:cubicBezTo>
                  <a:cubicBezTo>
                    <a:pt x="989648" y="100012"/>
                    <a:pt x="988695" y="105727"/>
                    <a:pt x="988695" y="112395"/>
                  </a:cubicBezTo>
                  <a:lnTo>
                    <a:pt x="987743" y="200025"/>
                  </a:lnTo>
                  <a:lnTo>
                    <a:pt x="972503" y="200025"/>
                  </a:lnTo>
                  <a:lnTo>
                    <a:pt x="898208" y="104775"/>
                  </a:lnTo>
                  <a:lnTo>
                    <a:pt x="897255" y="161925"/>
                  </a:lnTo>
                  <a:cubicBezTo>
                    <a:pt x="897255" y="168592"/>
                    <a:pt x="897255" y="174307"/>
                    <a:pt x="898208" y="178117"/>
                  </a:cubicBezTo>
                  <a:cubicBezTo>
                    <a:pt x="899160" y="181927"/>
                    <a:pt x="901065" y="184785"/>
                    <a:pt x="902970" y="186690"/>
                  </a:cubicBezTo>
                  <a:cubicBezTo>
                    <a:pt x="904875" y="187642"/>
                    <a:pt x="906780" y="189547"/>
                    <a:pt x="910590" y="190500"/>
                  </a:cubicBezTo>
                  <a:cubicBezTo>
                    <a:pt x="913448" y="191452"/>
                    <a:pt x="916305" y="192405"/>
                    <a:pt x="918210" y="192405"/>
                  </a:cubicBezTo>
                  <a:lnTo>
                    <a:pt x="918210" y="199072"/>
                  </a:lnTo>
                  <a:lnTo>
                    <a:pt x="865823" y="198120"/>
                  </a:lnTo>
                  <a:lnTo>
                    <a:pt x="865823" y="191452"/>
                  </a:lnTo>
                  <a:cubicBezTo>
                    <a:pt x="867728" y="191452"/>
                    <a:pt x="870585" y="190500"/>
                    <a:pt x="873443" y="190500"/>
                  </a:cubicBezTo>
                  <a:cubicBezTo>
                    <a:pt x="876300" y="189547"/>
                    <a:pt x="879158" y="188595"/>
                    <a:pt x="881063" y="187642"/>
                  </a:cubicBezTo>
                  <a:cubicBezTo>
                    <a:pt x="882968" y="185737"/>
                    <a:pt x="884873" y="183832"/>
                    <a:pt x="885825" y="180022"/>
                  </a:cubicBezTo>
                  <a:cubicBezTo>
                    <a:pt x="886778" y="177165"/>
                    <a:pt x="886778" y="171450"/>
                    <a:pt x="886778" y="162877"/>
                  </a:cubicBezTo>
                  <a:lnTo>
                    <a:pt x="887730" y="104775"/>
                  </a:lnTo>
                  <a:cubicBezTo>
                    <a:pt x="887730" y="101917"/>
                    <a:pt x="887730" y="99060"/>
                    <a:pt x="886778" y="96202"/>
                  </a:cubicBezTo>
                  <a:cubicBezTo>
                    <a:pt x="885825" y="93345"/>
                    <a:pt x="884873" y="91440"/>
                    <a:pt x="882968" y="89535"/>
                  </a:cubicBezTo>
                  <a:cubicBezTo>
                    <a:pt x="881063" y="87630"/>
                    <a:pt x="879158" y="85725"/>
                    <a:pt x="876300" y="84772"/>
                  </a:cubicBezTo>
                  <a:cubicBezTo>
                    <a:pt x="873443" y="83820"/>
                    <a:pt x="870585" y="82867"/>
                    <a:pt x="867728" y="81915"/>
                  </a:cubicBezTo>
                  <a:close/>
                  <a:moveTo>
                    <a:pt x="925830" y="29527"/>
                  </a:moveTo>
                  <a:cubicBezTo>
                    <a:pt x="804862" y="29527"/>
                    <a:pt x="687705" y="53340"/>
                    <a:pt x="577215" y="100012"/>
                  </a:cubicBezTo>
                  <a:cubicBezTo>
                    <a:pt x="470535" y="145732"/>
                    <a:pt x="374332" y="210502"/>
                    <a:pt x="292417" y="292417"/>
                  </a:cubicBezTo>
                  <a:cubicBezTo>
                    <a:pt x="210502" y="375285"/>
                    <a:pt x="145732" y="470535"/>
                    <a:pt x="100965" y="577215"/>
                  </a:cubicBezTo>
                  <a:cubicBezTo>
                    <a:pt x="54292" y="687705"/>
                    <a:pt x="30480" y="804862"/>
                    <a:pt x="30480" y="925830"/>
                  </a:cubicBezTo>
                  <a:cubicBezTo>
                    <a:pt x="30480" y="1046797"/>
                    <a:pt x="54292" y="1163955"/>
                    <a:pt x="100965" y="1274445"/>
                  </a:cubicBezTo>
                  <a:cubicBezTo>
                    <a:pt x="145732" y="1381125"/>
                    <a:pt x="210502" y="1477327"/>
                    <a:pt x="292417" y="1559242"/>
                  </a:cubicBezTo>
                  <a:cubicBezTo>
                    <a:pt x="375285" y="1641157"/>
                    <a:pt x="470535" y="1705927"/>
                    <a:pt x="577215" y="1750695"/>
                  </a:cubicBezTo>
                  <a:cubicBezTo>
                    <a:pt x="687705" y="1797367"/>
                    <a:pt x="804862" y="1821180"/>
                    <a:pt x="925830" y="1821180"/>
                  </a:cubicBezTo>
                  <a:cubicBezTo>
                    <a:pt x="1046797" y="1821180"/>
                    <a:pt x="1163955" y="1797367"/>
                    <a:pt x="1274445" y="1750695"/>
                  </a:cubicBezTo>
                  <a:cubicBezTo>
                    <a:pt x="1381125" y="1705927"/>
                    <a:pt x="1477327" y="1641157"/>
                    <a:pt x="1559242" y="1559242"/>
                  </a:cubicBezTo>
                  <a:cubicBezTo>
                    <a:pt x="1641157" y="1476375"/>
                    <a:pt x="1705927" y="1381125"/>
                    <a:pt x="1750695" y="1274445"/>
                  </a:cubicBezTo>
                  <a:cubicBezTo>
                    <a:pt x="1797367" y="1163955"/>
                    <a:pt x="1821180" y="1046797"/>
                    <a:pt x="1821180" y="925830"/>
                  </a:cubicBezTo>
                  <a:cubicBezTo>
                    <a:pt x="1821180" y="804862"/>
                    <a:pt x="1797367" y="687705"/>
                    <a:pt x="1750695" y="577215"/>
                  </a:cubicBezTo>
                  <a:cubicBezTo>
                    <a:pt x="1705927" y="470535"/>
                    <a:pt x="1641157" y="374332"/>
                    <a:pt x="1559242" y="292417"/>
                  </a:cubicBezTo>
                  <a:cubicBezTo>
                    <a:pt x="1476375" y="209550"/>
                    <a:pt x="1381125" y="144780"/>
                    <a:pt x="1274445" y="100012"/>
                  </a:cubicBezTo>
                  <a:cubicBezTo>
                    <a:pt x="1163955" y="53340"/>
                    <a:pt x="1046797" y="29527"/>
                    <a:pt x="925830" y="29527"/>
                  </a:cubicBezTo>
                  <a:close/>
                  <a:moveTo>
                    <a:pt x="925830" y="0"/>
                  </a:moveTo>
                  <a:cubicBezTo>
                    <a:pt x="1050607" y="0"/>
                    <a:pt x="1171575" y="24765"/>
                    <a:pt x="1285875" y="72390"/>
                  </a:cubicBezTo>
                  <a:cubicBezTo>
                    <a:pt x="1396365" y="119062"/>
                    <a:pt x="1495425" y="185737"/>
                    <a:pt x="1579245" y="271462"/>
                  </a:cubicBezTo>
                  <a:cubicBezTo>
                    <a:pt x="1664017" y="356235"/>
                    <a:pt x="1730692" y="455295"/>
                    <a:pt x="1777365" y="565785"/>
                  </a:cubicBezTo>
                  <a:cubicBezTo>
                    <a:pt x="1824990" y="680085"/>
                    <a:pt x="1849755" y="801052"/>
                    <a:pt x="1849755" y="925830"/>
                  </a:cubicBezTo>
                  <a:cubicBezTo>
                    <a:pt x="1849755" y="1050607"/>
                    <a:pt x="1825942" y="1171575"/>
                    <a:pt x="1777365" y="1285875"/>
                  </a:cubicBezTo>
                  <a:cubicBezTo>
                    <a:pt x="1730692" y="1396365"/>
                    <a:pt x="1664017" y="1495425"/>
                    <a:pt x="1579245" y="1580197"/>
                  </a:cubicBezTo>
                  <a:cubicBezTo>
                    <a:pt x="1494472" y="1664970"/>
                    <a:pt x="1395412" y="1731645"/>
                    <a:pt x="1284922" y="1778317"/>
                  </a:cubicBezTo>
                  <a:cubicBezTo>
                    <a:pt x="1171575" y="1825942"/>
                    <a:pt x="1049655" y="1850707"/>
                    <a:pt x="924877" y="1850707"/>
                  </a:cubicBezTo>
                  <a:cubicBezTo>
                    <a:pt x="800100" y="1850707"/>
                    <a:pt x="679132" y="1826895"/>
                    <a:pt x="564832" y="1778317"/>
                  </a:cubicBezTo>
                  <a:cubicBezTo>
                    <a:pt x="454342" y="1731645"/>
                    <a:pt x="355282" y="1664970"/>
                    <a:pt x="270510" y="1580197"/>
                  </a:cubicBezTo>
                  <a:cubicBezTo>
                    <a:pt x="185737" y="1495425"/>
                    <a:pt x="119062" y="1396365"/>
                    <a:pt x="72390" y="1285875"/>
                  </a:cubicBezTo>
                  <a:cubicBezTo>
                    <a:pt x="24765" y="1171575"/>
                    <a:pt x="0" y="1050607"/>
                    <a:pt x="0" y="925830"/>
                  </a:cubicBezTo>
                  <a:cubicBezTo>
                    <a:pt x="0" y="801052"/>
                    <a:pt x="24765" y="679132"/>
                    <a:pt x="73342" y="564832"/>
                  </a:cubicBezTo>
                  <a:cubicBezTo>
                    <a:pt x="120015" y="454342"/>
                    <a:pt x="186690" y="355282"/>
                    <a:pt x="271462" y="270510"/>
                  </a:cubicBezTo>
                  <a:cubicBezTo>
                    <a:pt x="356235" y="185737"/>
                    <a:pt x="455295" y="119062"/>
                    <a:pt x="565785" y="72390"/>
                  </a:cubicBezTo>
                  <a:cubicBezTo>
                    <a:pt x="679132" y="24765"/>
                    <a:pt x="801052" y="0"/>
                    <a:pt x="9258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6" name="îSḻíḍê"/>
            <p:cNvSpPr/>
            <p:nvPr/>
          </p:nvSpPr>
          <p:spPr>
            <a:xfrm>
              <a:off x="5033962" y="3989069"/>
              <a:ext cx="4351972" cy="310515"/>
            </a:xfrm>
            <a:custGeom>
              <a:avLst/>
              <a:gdLst>
                <a:gd name="connsiteX0" fmla="*/ 3189922 w 4351972"/>
                <a:gd name="connsiteY0" fmla="*/ 24765 h 310515"/>
                <a:gd name="connsiteX1" fmla="*/ 3189922 w 4351972"/>
                <a:gd name="connsiteY1" fmla="*/ 151448 h 310515"/>
                <a:gd name="connsiteX2" fmla="*/ 3217545 w 4351972"/>
                <a:gd name="connsiteY2" fmla="*/ 151448 h 310515"/>
                <a:gd name="connsiteX3" fmla="*/ 3266122 w 4351972"/>
                <a:gd name="connsiteY3" fmla="*/ 133350 h 310515"/>
                <a:gd name="connsiteX4" fmla="*/ 3284220 w 4351972"/>
                <a:gd name="connsiteY4" fmla="*/ 82868 h 310515"/>
                <a:gd name="connsiteX5" fmla="*/ 3268980 w 4351972"/>
                <a:gd name="connsiteY5" fmla="*/ 40005 h 310515"/>
                <a:gd name="connsiteX6" fmla="*/ 3225164 w 4351972"/>
                <a:gd name="connsiteY6" fmla="*/ 24765 h 310515"/>
                <a:gd name="connsiteX7" fmla="*/ 83820 w 4351972"/>
                <a:gd name="connsiteY7" fmla="*/ 24765 h 310515"/>
                <a:gd name="connsiteX8" fmla="*/ 83820 w 4351972"/>
                <a:gd name="connsiteY8" fmla="*/ 155258 h 310515"/>
                <a:gd name="connsiteX9" fmla="*/ 104775 w 4351972"/>
                <a:gd name="connsiteY9" fmla="*/ 155258 h 310515"/>
                <a:gd name="connsiteX10" fmla="*/ 140970 w 4351972"/>
                <a:gd name="connsiteY10" fmla="*/ 148590 h 310515"/>
                <a:gd name="connsiteX11" fmla="*/ 162877 w 4351972"/>
                <a:gd name="connsiteY11" fmla="*/ 130493 h 310515"/>
                <a:gd name="connsiteX12" fmla="*/ 172402 w 4351972"/>
                <a:gd name="connsiteY12" fmla="*/ 109538 h 310515"/>
                <a:gd name="connsiteX13" fmla="*/ 174307 w 4351972"/>
                <a:gd name="connsiteY13" fmla="*/ 90488 h 310515"/>
                <a:gd name="connsiteX14" fmla="*/ 171450 w 4351972"/>
                <a:gd name="connsiteY14" fmla="*/ 66675 h 310515"/>
                <a:gd name="connsiteX15" fmla="*/ 161925 w 4351972"/>
                <a:gd name="connsiteY15" fmla="*/ 45720 h 310515"/>
                <a:gd name="connsiteX16" fmla="*/ 142875 w 4351972"/>
                <a:gd name="connsiteY16" fmla="*/ 30480 h 310515"/>
                <a:gd name="connsiteX17" fmla="*/ 113347 w 4351972"/>
                <a:gd name="connsiteY17" fmla="*/ 24765 h 310515"/>
                <a:gd name="connsiteX18" fmla="*/ 4067175 w 4351972"/>
                <a:gd name="connsiteY18" fmla="*/ 7620 h 310515"/>
                <a:gd name="connsiteX19" fmla="*/ 4192905 w 4351972"/>
                <a:gd name="connsiteY19" fmla="*/ 7620 h 310515"/>
                <a:gd name="connsiteX20" fmla="*/ 4192905 w 4351972"/>
                <a:gd name="connsiteY20" fmla="*/ 22860 h 310515"/>
                <a:gd name="connsiteX21" fmla="*/ 4163377 w 4351972"/>
                <a:gd name="connsiteY21" fmla="*/ 25717 h 310515"/>
                <a:gd name="connsiteX22" fmla="*/ 4154805 w 4351972"/>
                <a:gd name="connsiteY22" fmla="*/ 32385 h 310515"/>
                <a:gd name="connsiteX23" fmla="*/ 4155757 w 4351972"/>
                <a:gd name="connsiteY23" fmla="*/ 37147 h 310515"/>
                <a:gd name="connsiteX24" fmla="*/ 4159567 w 4351972"/>
                <a:gd name="connsiteY24" fmla="*/ 44767 h 310515"/>
                <a:gd name="connsiteX25" fmla="*/ 4166235 w 4351972"/>
                <a:gd name="connsiteY25" fmla="*/ 57150 h 310515"/>
                <a:gd name="connsiteX26" fmla="*/ 4172902 w 4351972"/>
                <a:gd name="connsiteY26" fmla="*/ 70485 h 310515"/>
                <a:gd name="connsiteX27" fmla="*/ 4192905 w 4351972"/>
                <a:gd name="connsiteY27" fmla="*/ 107632 h 310515"/>
                <a:gd name="connsiteX28" fmla="*/ 4219575 w 4351972"/>
                <a:gd name="connsiteY28" fmla="*/ 155257 h 310515"/>
                <a:gd name="connsiteX29" fmla="*/ 4270057 w 4351972"/>
                <a:gd name="connsiteY29" fmla="*/ 73342 h 310515"/>
                <a:gd name="connsiteX30" fmla="*/ 4287202 w 4351972"/>
                <a:gd name="connsiteY30" fmla="*/ 38100 h 310515"/>
                <a:gd name="connsiteX31" fmla="*/ 4283392 w 4351972"/>
                <a:gd name="connsiteY31" fmla="*/ 30480 h 310515"/>
                <a:gd name="connsiteX32" fmla="*/ 4273867 w 4351972"/>
                <a:gd name="connsiteY32" fmla="*/ 25717 h 310515"/>
                <a:gd name="connsiteX33" fmla="*/ 4260532 w 4351972"/>
                <a:gd name="connsiteY33" fmla="*/ 23812 h 310515"/>
                <a:gd name="connsiteX34" fmla="*/ 4247197 w 4351972"/>
                <a:gd name="connsiteY34" fmla="*/ 22860 h 310515"/>
                <a:gd name="connsiteX35" fmla="*/ 4247197 w 4351972"/>
                <a:gd name="connsiteY35" fmla="*/ 7620 h 310515"/>
                <a:gd name="connsiteX36" fmla="*/ 4350067 w 4351972"/>
                <a:gd name="connsiteY36" fmla="*/ 7620 h 310515"/>
                <a:gd name="connsiteX37" fmla="*/ 4350067 w 4351972"/>
                <a:gd name="connsiteY37" fmla="*/ 22860 h 310515"/>
                <a:gd name="connsiteX38" fmla="*/ 4351972 w 4351972"/>
                <a:gd name="connsiteY38" fmla="*/ 22860 h 310515"/>
                <a:gd name="connsiteX39" fmla="*/ 4340542 w 4351972"/>
                <a:gd name="connsiteY39" fmla="*/ 25717 h 310515"/>
                <a:gd name="connsiteX40" fmla="*/ 4329112 w 4351972"/>
                <a:gd name="connsiteY40" fmla="*/ 30480 h 310515"/>
                <a:gd name="connsiteX41" fmla="*/ 4317682 w 4351972"/>
                <a:gd name="connsiteY41" fmla="*/ 38100 h 310515"/>
                <a:gd name="connsiteX42" fmla="*/ 4306252 w 4351972"/>
                <a:gd name="connsiteY42" fmla="*/ 52387 h 310515"/>
                <a:gd name="connsiteX43" fmla="*/ 4276725 w 4351972"/>
                <a:gd name="connsiteY43" fmla="*/ 99060 h 310515"/>
                <a:gd name="connsiteX44" fmla="*/ 4242435 w 4351972"/>
                <a:gd name="connsiteY44" fmla="*/ 159067 h 310515"/>
                <a:gd name="connsiteX45" fmla="*/ 4231957 w 4351972"/>
                <a:gd name="connsiteY45" fmla="*/ 180022 h 310515"/>
                <a:gd name="connsiteX46" fmla="*/ 4229100 w 4351972"/>
                <a:gd name="connsiteY46" fmla="*/ 203835 h 310515"/>
                <a:gd name="connsiteX47" fmla="*/ 4229100 w 4351972"/>
                <a:gd name="connsiteY47" fmla="*/ 260032 h 310515"/>
                <a:gd name="connsiteX48" fmla="*/ 4231957 w 4351972"/>
                <a:gd name="connsiteY48" fmla="*/ 273367 h 310515"/>
                <a:gd name="connsiteX49" fmla="*/ 4242435 w 4351972"/>
                <a:gd name="connsiteY49" fmla="*/ 281940 h 310515"/>
                <a:gd name="connsiteX50" fmla="*/ 4257675 w 4351972"/>
                <a:gd name="connsiteY50" fmla="*/ 285750 h 310515"/>
                <a:gd name="connsiteX51" fmla="*/ 4275772 w 4351972"/>
                <a:gd name="connsiteY51" fmla="*/ 288607 h 310515"/>
                <a:gd name="connsiteX52" fmla="*/ 4275772 w 4351972"/>
                <a:gd name="connsiteY52" fmla="*/ 303847 h 310515"/>
                <a:gd name="connsiteX53" fmla="*/ 4137660 w 4351972"/>
                <a:gd name="connsiteY53" fmla="*/ 303847 h 310515"/>
                <a:gd name="connsiteX54" fmla="*/ 4137660 w 4351972"/>
                <a:gd name="connsiteY54" fmla="*/ 288607 h 310515"/>
                <a:gd name="connsiteX55" fmla="*/ 4154805 w 4351972"/>
                <a:gd name="connsiteY55" fmla="*/ 286702 h 310515"/>
                <a:gd name="connsiteX56" fmla="*/ 4170997 w 4351972"/>
                <a:gd name="connsiteY56" fmla="*/ 283845 h 310515"/>
                <a:gd name="connsiteX57" fmla="*/ 4181475 w 4351972"/>
                <a:gd name="connsiteY57" fmla="*/ 275272 h 310515"/>
                <a:gd name="connsiteX58" fmla="*/ 4184332 w 4351972"/>
                <a:gd name="connsiteY58" fmla="*/ 261937 h 310515"/>
                <a:gd name="connsiteX59" fmla="*/ 4184332 w 4351972"/>
                <a:gd name="connsiteY59" fmla="*/ 190500 h 310515"/>
                <a:gd name="connsiteX60" fmla="*/ 4180522 w 4351972"/>
                <a:gd name="connsiteY60" fmla="*/ 178117 h 310515"/>
                <a:gd name="connsiteX61" fmla="*/ 4170997 w 4351972"/>
                <a:gd name="connsiteY61" fmla="*/ 158115 h 310515"/>
                <a:gd name="connsiteX62" fmla="*/ 4143375 w 4351972"/>
                <a:gd name="connsiteY62" fmla="*/ 105727 h 310515"/>
                <a:gd name="connsiteX63" fmla="*/ 4116705 w 4351972"/>
                <a:gd name="connsiteY63" fmla="*/ 58102 h 310515"/>
                <a:gd name="connsiteX64" fmla="*/ 4104322 w 4351972"/>
                <a:gd name="connsiteY64" fmla="*/ 40005 h 310515"/>
                <a:gd name="connsiteX65" fmla="*/ 4091940 w 4351972"/>
                <a:gd name="connsiteY65" fmla="*/ 29527 h 310515"/>
                <a:gd name="connsiteX66" fmla="*/ 4079557 w 4351972"/>
                <a:gd name="connsiteY66" fmla="*/ 24765 h 310515"/>
                <a:gd name="connsiteX67" fmla="*/ 4067175 w 4351972"/>
                <a:gd name="connsiteY67" fmla="*/ 22860 h 310515"/>
                <a:gd name="connsiteX68" fmla="*/ 3791903 w 4351972"/>
                <a:gd name="connsiteY68" fmla="*/ 7620 h 310515"/>
                <a:gd name="connsiteX69" fmla="*/ 4050031 w 4351972"/>
                <a:gd name="connsiteY69" fmla="*/ 7620 h 310515"/>
                <a:gd name="connsiteX70" fmla="*/ 4050031 w 4351972"/>
                <a:gd name="connsiteY70" fmla="*/ 87630 h 310515"/>
                <a:gd name="connsiteX71" fmla="*/ 4035743 w 4351972"/>
                <a:gd name="connsiteY71" fmla="*/ 87630 h 310515"/>
                <a:gd name="connsiteX72" fmla="*/ 4029075 w 4351972"/>
                <a:gd name="connsiteY72" fmla="*/ 69532 h 310515"/>
                <a:gd name="connsiteX73" fmla="*/ 4017645 w 4351972"/>
                <a:gd name="connsiteY73" fmla="*/ 50482 h 310515"/>
                <a:gd name="connsiteX74" fmla="*/ 4004311 w 4351972"/>
                <a:gd name="connsiteY74" fmla="*/ 33337 h 310515"/>
                <a:gd name="connsiteX75" fmla="*/ 3990023 w 4351972"/>
                <a:gd name="connsiteY75" fmla="*/ 24765 h 310515"/>
                <a:gd name="connsiteX76" fmla="*/ 3973831 w 4351972"/>
                <a:gd name="connsiteY76" fmla="*/ 23812 h 310515"/>
                <a:gd name="connsiteX77" fmla="*/ 3955733 w 4351972"/>
                <a:gd name="connsiteY77" fmla="*/ 23812 h 310515"/>
                <a:gd name="connsiteX78" fmla="*/ 3943350 w 4351972"/>
                <a:gd name="connsiteY78" fmla="*/ 23812 h 310515"/>
                <a:gd name="connsiteX79" fmla="*/ 3943350 w 4351972"/>
                <a:gd name="connsiteY79" fmla="*/ 260032 h 310515"/>
                <a:gd name="connsiteX80" fmla="*/ 3946208 w 4351972"/>
                <a:gd name="connsiteY80" fmla="*/ 272415 h 310515"/>
                <a:gd name="connsiteX81" fmla="*/ 3956686 w 4351972"/>
                <a:gd name="connsiteY81" fmla="*/ 280987 h 310515"/>
                <a:gd name="connsiteX82" fmla="*/ 3971925 w 4351972"/>
                <a:gd name="connsiteY82" fmla="*/ 284797 h 310515"/>
                <a:gd name="connsiteX83" fmla="*/ 3990975 w 4351972"/>
                <a:gd name="connsiteY83" fmla="*/ 287655 h 310515"/>
                <a:gd name="connsiteX84" fmla="*/ 3990975 w 4351972"/>
                <a:gd name="connsiteY84" fmla="*/ 302895 h 310515"/>
                <a:gd name="connsiteX85" fmla="*/ 3851911 w 4351972"/>
                <a:gd name="connsiteY85" fmla="*/ 302895 h 310515"/>
                <a:gd name="connsiteX86" fmla="*/ 3851911 w 4351972"/>
                <a:gd name="connsiteY86" fmla="*/ 287655 h 310515"/>
                <a:gd name="connsiteX87" fmla="*/ 3870008 w 4351972"/>
                <a:gd name="connsiteY87" fmla="*/ 285750 h 310515"/>
                <a:gd name="connsiteX88" fmla="*/ 3886200 w 4351972"/>
                <a:gd name="connsiteY88" fmla="*/ 282892 h 310515"/>
                <a:gd name="connsiteX89" fmla="*/ 3896678 w 4351972"/>
                <a:gd name="connsiteY89" fmla="*/ 275272 h 310515"/>
                <a:gd name="connsiteX90" fmla="*/ 3899536 w 4351972"/>
                <a:gd name="connsiteY90" fmla="*/ 261937 h 310515"/>
                <a:gd name="connsiteX91" fmla="*/ 3899536 w 4351972"/>
                <a:gd name="connsiteY91" fmla="*/ 23812 h 310515"/>
                <a:gd name="connsiteX92" fmla="*/ 3887153 w 4351972"/>
                <a:gd name="connsiteY92" fmla="*/ 23812 h 310515"/>
                <a:gd name="connsiteX93" fmla="*/ 3870961 w 4351972"/>
                <a:gd name="connsiteY93" fmla="*/ 23812 h 310515"/>
                <a:gd name="connsiteX94" fmla="*/ 3852863 w 4351972"/>
                <a:gd name="connsiteY94" fmla="*/ 24765 h 310515"/>
                <a:gd name="connsiteX95" fmla="*/ 3838575 w 4351972"/>
                <a:gd name="connsiteY95" fmla="*/ 33337 h 310515"/>
                <a:gd name="connsiteX96" fmla="*/ 3825240 w 4351972"/>
                <a:gd name="connsiteY96" fmla="*/ 50482 h 310515"/>
                <a:gd name="connsiteX97" fmla="*/ 3813811 w 4351972"/>
                <a:gd name="connsiteY97" fmla="*/ 70485 h 310515"/>
                <a:gd name="connsiteX98" fmla="*/ 3807143 w 4351972"/>
                <a:gd name="connsiteY98" fmla="*/ 87630 h 310515"/>
                <a:gd name="connsiteX99" fmla="*/ 3791903 w 4351972"/>
                <a:gd name="connsiteY99" fmla="*/ 87630 h 310515"/>
                <a:gd name="connsiteX100" fmla="*/ 3107055 w 4351972"/>
                <a:gd name="connsiteY100" fmla="*/ 6668 h 310515"/>
                <a:gd name="connsiteX101" fmla="*/ 3243262 w 4351972"/>
                <a:gd name="connsiteY101" fmla="*/ 6668 h 310515"/>
                <a:gd name="connsiteX102" fmla="*/ 3278505 w 4351972"/>
                <a:gd name="connsiteY102" fmla="*/ 10478 h 310515"/>
                <a:gd name="connsiteX103" fmla="*/ 3308032 w 4351972"/>
                <a:gd name="connsiteY103" fmla="*/ 22860 h 310515"/>
                <a:gd name="connsiteX104" fmla="*/ 3328987 w 4351972"/>
                <a:gd name="connsiteY104" fmla="*/ 44768 h 310515"/>
                <a:gd name="connsiteX105" fmla="*/ 3336607 w 4351972"/>
                <a:gd name="connsiteY105" fmla="*/ 77153 h 310515"/>
                <a:gd name="connsiteX106" fmla="*/ 3330892 w 4351972"/>
                <a:gd name="connsiteY106" fmla="*/ 107633 h 310515"/>
                <a:gd name="connsiteX107" fmla="*/ 3315652 w 4351972"/>
                <a:gd name="connsiteY107" fmla="*/ 130493 h 310515"/>
                <a:gd name="connsiteX108" fmla="*/ 3292792 w 4351972"/>
                <a:gd name="connsiteY108" fmla="*/ 145733 h 310515"/>
                <a:gd name="connsiteX109" fmla="*/ 3263264 w 4351972"/>
                <a:gd name="connsiteY109" fmla="*/ 157163 h 310515"/>
                <a:gd name="connsiteX110" fmla="*/ 3299460 w 4351972"/>
                <a:gd name="connsiteY110" fmla="*/ 205740 h 310515"/>
                <a:gd name="connsiteX111" fmla="*/ 3334702 w 4351972"/>
                <a:gd name="connsiteY111" fmla="*/ 253365 h 310515"/>
                <a:gd name="connsiteX112" fmla="*/ 3350895 w 4351972"/>
                <a:gd name="connsiteY112" fmla="*/ 271463 h 310515"/>
                <a:gd name="connsiteX113" fmla="*/ 3365182 w 4351972"/>
                <a:gd name="connsiteY113" fmla="*/ 280988 h 310515"/>
                <a:gd name="connsiteX114" fmla="*/ 3378517 w 4351972"/>
                <a:gd name="connsiteY114" fmla="*/ 284798 h 310515"/>
                <a:gd name="connsiteX115" fmla="*/ 3391852 w 4351972"/>
                <a:gd name="connsiteY115" fmla="*/ 286703 h 310515"/>
                <a:gd name="connsiteX116" fmla="*/ 3391852 w 4351972"/>
                <a:gd name="connsiteY116" fmla="*/ 302895 h 310515"/>
                <a:gd name="connsiteX117" fmla="*/ 3313747 w 4351972"/>
                <a:gd name="connsiteY117" fmla="*/ 302895 h 310515"/>
                <a:gd name="connsiteX118" fmla="*/ 3266122 w 4351972"/>
                <a:gd name="connsiteY118" fmla="*/ 231458 h 310515"/>
                <a:gd name="connsiteX119" fmla="*/ 3220402 w 4351972"/>
                <a:gd name="connsiteY119" fmla="*/ 169545 h 310515"/>
                <a:gd name="connsiteX120" fmla="*/ 3189922 w 4351972"/>
                <a:gd name="connsiteY120" fmla="*/ 169545 h 310515"/>
                <a:gd name="connsiteX121" fmla="*/ 3189922 w 4351972"/>
                <a:gd name="connsiteY121" fmla="*/ 262890 h 310515"/>
                <a:gd name="connsiteX122" fmla="*/ 3191827 w 4351972"/>
                <a:gd name="connsiteY122" fmla="*/ 275273 h 310515"/>
                <a:gd name="connsiteX123" fmla="*/ 3201352 w 4351972"/>
                <a:gd name="connsiteY123" fmla="*/ 283845 h 310515"/>
                <a:gd name="connsiteX124" fmla="*/ 3214687 w 4351972"/>
                <a:gd name="connsiteY124" fmla="*/ 286703 h 310515"/>
                <a:gd name="connsiteX125" fmla="*/ 3230880 w 4351972"/>
                <a:gd name="connsiteY125" fmla="*/ 287655 h 310515"/>
                <a:gd name="connsiteX126" fmla="*/ 3230880 w 4351972"/>
                <a:gd name="connsiteY126" fmla="*/ 302895 h 310515"/>
                <a:gd name="connsiteX127" fmla="*/ 3107055 w 4351972"/>
                <a:gd name="connsiteY127" fmla="*/ 302895 h 310515"/>
                <a:gd name="connsiteX128" fmla="*/ 3107055 w 4351972"/>
                <a:gd name="connsiteY128" fmla="*/ 287655 h 310515"/>
                <a:gd name="connsiteX129" fmla="*/ 3121342 w 4351972"/>
                <a:gd name="connsiteY129" fmla="*/ 285750 h 310515"/>
                <a:gd name="connsiteX130" fmla="*/ 3134677 w 4351972"/>
                <a:gd name="connsiteY130" fmla="*/ 282893 h 310515"/>
                <a:gd name="connsiteX131" fmla="*/ 3143250 w 4351972"/>
                <a:gd name="connsiteY131" fmla="*/ 275273 h 310515"/>
                <a:gd name="connsiteX132" fmla="*/ 3146107 w 4351972"/>
                <a:gd name="connsiteY132" fmla="*/ 261938 h 310515"/>
                <a:gd name="connsiteX133" fmla="*/ 3146107 w 4351972"/>
                <a:gd name="connsiteY133" fmla="*/ 49530 h 310515"/>
                <a:gd name="connsiteX134" fmla="*/ 3144202 w 4351972"/>
                <a:gd name="connsiteY134" fmla="*/ 36195 h 310515"/>
                <a:gd name="connsiteX135" fmla="*/ 3134677 w 4351972"/>
                <a:gd name="connsiteY135" fmla="*/ 27623 h 310515"/>
                <a:gd name="connsiteX136" fmla="*/ 3121342 w 4351972"/>
                <a:gd name="connsiteY136" fmla="*/ 23813 h 310515"/>
                <a:gd name="connsiteX137" fmla="*/ 3107055 w 4351972"/>
                <a:gd name="connsiteY137" fmla="*/ 21908 h 310515"/>
                <a:gd name="connsiteX138" fmla="*/ 2514600 w 4351972"/>
                <a:gd name="connsiteY138" fmla="*/ 6668 h 310515"/>
                <a:gd name="connsiteX139" fmla="*/ 2636520 w 4351972"/>
                <a:gd name="connsiteY139" fmla="*/ 6668 h 310515"/>
                <a:gd name="connsiteX140" fmla="*/ 2636520 w 4351972"/>
                <a:gd name="connsiteY140" fmla="*/ 21908 h 310515"/>
                <a:gd name="connsiteX141" fmla="*/ 2609850 w 4351972"/>
                <a:gd name="connsiteY141" fmla="*/ 24765 h 310515"/>
                <a:gd name="connsiteX142" fmla="*/ 2599372 w 4351972"/>
                <a:gd name="connsiteY142" fmla="*/ 33338 h 310515"/>
                <a:gd name="connsiteX143" fmla="*/ 2600325 w 4351972"/>
                <a:gd name="connsiteY143" fmla="*/ 39053 h 310515"/>
                <a:gd name="connsiteX144" fmla="*/ 2601277 w 4351972"/>
                <a:gd name="connsiteY144" fmla="*/ 43815 h 310515"/>
                <a:gd name="connsiteX145" fmla="*/ 2626042 w 4351972"/>
                <a:gd name="connsiteY145" fmla="*/ 110490 h 310515"/>
                <a:gd name="connsiteX146" fmla="*/ 2675572 w 4351972"/>
                <a:gd name="connsiteY146" fmla="*/ 241935 h 310515"/>
                <a:gd name="connsiteX147" fmla="*/ 2711767 w 4351972"/>
                <a:gd name="connsiteY147" fmla="*/ 150495 h 310515"/>
                <a:gd name="connsiteX148" fmla="*/ 2739390 w 4351972"/>
                <a:gd name="connsiteY148" fmla="*/ 78105 h 310515"/>
                <a:gd name="connsiteX149" fmla="*/ 2747010 w 4351972"/>
                <a:gd name="connsiteY149" fmla="*/ 51435 h 310515"/>
                <a:gd name="connsiteX150" fmla="*/ 2747962 w 4351972"/>
                <a:gd name="connsiteY150" fmla="*/ 40005 h 310515"/>
                <a:gd name="connsiteX151" fmla="*/ 2744152 w 4351972"/>
                <a:gd name="connsiteY151" fmla="*/ 32385 h 310515"/>
                <a:gd name="connsiteX152" fmla="*/ 2732722 w 4351972"/>
                <a:gd name="connsiteY152" fmla="*/ 26670 h 310515"/>
                <a:gd name="connsiteX153" fmla="*/ 2718435 w 4351972"/>
                <a:gd name="connsiteY153" fmla="*/ 23813 h 310515"/>
                <a:gd name="connsiteX154" fmla="*/ 2704147 w 4351972"/>
                <a:gd name="connsiteY154" fmla="*/ 21908 h 310515"/>
                <a:gd name="connsiteX155" fmla="*/ 2704147 w 4351972"/>
                <a:gd name="connsiteY155" fmla="*/ 6668 h 310515"/>
                <a:gd name="connsiteX156" fmla="*/ 2814637 w 4351972"/>
                <a:gd name="connsiteY156" fmla="*/ 6668 h 310515"/>
                <a:gd name="connsiteX157" fmla="*/ 2814637 w 4351972"/>
                <a:gd name="connsiteY157" fmla="*/ 22860 h 310515"/>
                <a:gd name="connsiteX158" fmla="*/ 2815590 w 4351972"/>
                <a:gd name="connsiteY158" fmla="*/ 22860 h 310515"/>
                <a:gd name="connsiteX159" fmla="*/ 2802255 w 4351972"/>
                <a:gd name="connsiteY159" fmla="*/ 24765 h 310515"/>
                <a:gd name="connsiteX160" fmla="*/ 2789872 w 4351972"/>
                <a:gd name="connsiteY160" fmla="*/ 30480 h 310515"/>
                <a:gd name="connsiteX161" fmla="*/ 2778442 w 4351972"/>
                <a:gd name="connsiteY161" fmla="*/ 41910 h 310515"/>
                <a:gd name="connsiteX162" fmla="*/ 2769870 w 4351972"/>
                <a:gd name="connsiteY162" fmla="*/ 58103 h 310515"/>
                <a:gd name="connsiteX163" fmla="*/ 2727960 w 4351972"/>
                <a:gd name="connsiteY163" fmla="*/ 160973 h 310515"/>
                <a:gd name="connsiteX164" fmla="*/ 2670810 w 4351972"/>
                <a:gd name="connsiteY164" fmla="*/ 306705 h 310515"/>
                <a:gd name="connsiteX165" fmla="*/ 2653665 w 4351972"/>
                <a:gd name="connsiteY165" fmla="*/ 306705 h 310515"/>
                <a:gd name="connsiteX166" fmla="*/ 2595562 w 4351972"/>
                <a:gd name="connsiteY166" fmla="*/ 151448 h 310515"/>
                <a:gd name="connsiteX167" fmla="*/ 2557462 w 4351972"/>
                <a:gd name="connsiteY167" fmla="*/ 50483 h 310515"/>
                <a:gd name="connsiteX168" fmla="*/ 2550795 w 4351972"/>
                <a:gd name="connsiteY168" fmla="*/ 39053 h 310515"/>
                <a:gd name="connsiteX169" fmla="*/ 2539365 w 4351972"/>
                <a:gd name="connsiteY169" fmla="*/ 29528 h 310515"/>
                <a:gd name="connsiteX170" fmla="*/ 2526982 w 4351972"/>
                <a:gd name="connsiteY170" fmla="*/ 23813 h 310515"/>
                <a:gd name="connsiteX171" fmla="*/ 2514600 w 4351972"/>
                <a:gd name="connsiteY171" fmla="*/ 21908 h 310515"/>
                <a:gd name="connsiteX172" fmla="*/ 2038350 w 4351972"/>
                <a:gd name="connsiteY172" fmla="*/ 6668 h 310515"/>
                <a:gd name="connsiteX173" fmla="*/ 2122170 w 4351972"/>
                <a:gd name="connsiteY173" fmla="*/ 6668 h 310515"/>
                <a:gd name="connsiteX174" fmla="*/ 2287905 w 4351972"/>
                <a:gd name="connsiteY174" fmla="*/ 232410 h 310515"/>
                <a:gd name="connsiteX175" fmla="*/ 2287905 w 4351972"/>
                <a:gd name="connsiteY175" fmla="*/ 91440 h 310515"/>
                <a:gd name="connsiteX176" fmla="*/ 2285047 w 4351972"/>
                <a:gd name="connsiteY176" fmla="*/ 51435 h 310515"/>
                <a:gd name="connsiteX177" fmla="*/ 2275522 w 4351972"/>
                <a:gd name="connsiteY177" fmla="*/ 33338 h 310515"/>
                <a:gd name="connsiteX178" fmla="*/ 2256472 w 4351972"/>
                <a:gd name="connsiteY178" fmla="*/ 25718 h 310515"/>
                <a:gd name="connsiteX179" fmla="*/ 2236470 w 4351972"/>
                <a:gd name="connsiteY179" fmla="*/ 21908 h 310515"/>
                <a:gd name="connsiteX180" fmla="*/ 2236470 w 4351972"/>
                <a:gd name="connsiteY180" fmla="*/ 6668 h 310515"/>
                <a:gd name="connsiteX181" fmla="*/ 2356485 w 4351972"/>
                <a:gd name="connsiteY181" fmla="*/ 6668 h 310515"/>
                <a:gd name="connsiteX182" fmla="*/ 2356485 w 4351972"/>
                <a:gd name="connsiteY182" fmla="*/ 22860 h 310515"/>
                <a:gd name="connsiteX183" fmla="*/ 2358390 w 4351972"/>
                <a:gd name="connsiteY183" fmla="*/ 22860 h 310515"/>
                <a:gd name="connsiteX184" fmla="*/ 2340292 w 4351972"/>
                <a:gd name="connsiteY184" fmla="*/ 25718 h 310515"/>
                <a:gd name="connsiteX185" fmla="*/ 2323147 w 4351972"/>
                <a:gd name="connsiteY185" fmla="*/ 32385 h 310515"/>
                <a:gd name="connsiteX186" fmla="*/ 2312670 w 4351972"/>
                <a:gd name="connsiteY186" fmla="*/ 52388 h 310515"/>
                <a:gd name="connsiteX187" fmla="*/ 2309812 w 4351972"/>
                <a:gd name="connsiteY187" fmla="*/ 89535 h 310515"/>
                <a:gd name="connsiteX188" fmla="*/ 2309812 w 4351972"/>
                <a:gd name="connsiteY188" fmla="*/ 306705 h 310515"/>
                <a:gd name="connsiteX189" fmla="*/ 2291715 w 4351972"/>
                <a:gd name="connsiteY189" fmla="*/ 306705 h 310515"/>
                <a:gd name="connsiteX190" fmla="*/ 2112645 w 4351972"/>
                <a:gd name="connsiteY190" fmla="*/ 64770 h 310515"/>
                <a:gd name="connsiteX191" fmla="*/ 2112645 w 4351972"/>
                <a:gd name="connsiteY191" fmla="*/ 217170 h 310515"/>
                <a:gd name="connsiteX192" fmla="*/ 2115502 w 4351972"/>
                <a:gd name="connsiteY192" fmla="*/ 256223 h 310515"/>
                <a:gd name="connsiteX193" fmla="*/ 2125027 w 4351972"/>
                <a:gd name="connsiteY193" fmla="*/ 276225 h 310515"/>
                <a:gd name="connsiteX194" fmla="*/ 2145030 w 4351972"/>
                <a:gd name="connsiteY194" fmla="*/ 284798 h 310515"/>
                <a:gd name="connsiteX195" fmla="*/ 2165032 w 4351972"/>
                <a:gd name="connsiteY195" fmla="*/ 288608 h 310515"/>
                <a:gd name="connsiteX196" fmla="*/ 2165032 w 4351972"/>
                <a:gd name="connsiteY196" fmla="*/ 303848 h 310515"/>
                <a:gd name="connsiteX197" fmla="*/ 2044065 w 4351972"/>
                <a:gd name="connsiteY197" fmla="*/ 303848 h 310515"/>
                <a:gd name="connsiteX198" fmla="*/ 2044065 w 4351972"/>
                <a:gd name="connsiteY198" fmla="*/ 288608 h 310515"/>
                <a:gd name="connsiteX199" fmla="*/ 2063115 w 4351972"/>
                <a:gd name="connsiteY199" fmla="*/ 284798 h 310515"/>
                <a:gd name="connsiteX200" fmla="*/ 2079307 w 4351972"/>
                <a:gd name="connsiteY200" fmla="*/ 278130 h 310515"/>
                <a:gd name="connsiteX201" fmla="*/ 2088832 w 4351972"/>
                <a:gd name="connsiteY201" fmla="*/ 260033 h 310515"/>
                <a:gd name="connsiteX202" fmla="*/ 2091690 w 4351972"/>
                <a:gd name="connsiteY202" fmla="*/ 219075 h 310515"/>
                <a:gd name="connsiteX203" fmla="*/ 2091690 w 4351972"/>
                <a:gd name="connsiteY203" fmla="*/ 73343 h 310515"/>
                <a:gd name="connsiteX204" fmla="*/ 2087880 w 4351972"/>
                <a:gd name="connsiteY204" fmla="*/ 54293 h 310515"/>
                <a:gd name="connsiteX205" fmla="*/ 2079307 w 4351972"/>
                <a:gd name="connsiteY205" fmla="*/ 39053 h 310515"/>
                <a:gd name="connsiteX206" fmla="*/ 2059305 w 4351972"/>
                <a:gd name="connsiteY206" fmla="*/ 27623 h 310515"/>
                <a:gd name="connsiteX207" fmla="*/ 2038350 w 4351972"/>
                <a:gd name="connsiteY207" fmla="*/ 21908 h 310515"/>
                <a:gd name="connsiteX208" fmla="*/ 1906905 w 4351972"/>
                <a:gd name="connsiteY208" fmla="*/ 6668 h 310515"/>
                <a:gd name="connsiteX209" fmla="*/ 2027872 w 4351972"/>
                <a:gd name="connsiteY209" fmla="*/ 6668 h 310515"/>
                <a:gd name="connsiteX210" fmla="*/ 2027872 w 4351972"/>
                <a:gd name="connsiteY210" fmla="*/ 22860 h 310515"/>
                <a:gd name="connsiteX211" fmla="*/ 2025967 w 4351972"/>
                <a:gd name="connsiteY211" fmla="*/ 22860 h 310515"/>
                <a:gd name="connsiteX212" fmla="*/ 2008822 w 4351972"/>
                <a:gd name="connsiteY212" fmla="*/ 25718 h 310515"/>
                <a:gd name="connsiteX213" fmla="*/ 1990725 w 4351972"/>
                <a:gd name="connsiteY213" fmla="*/ 32385 h 310515"/>
                <a:gd name="connsiteX214" fmla="*/ 1981200 w 4351972"/>
                <a:gd name="connsiteY214" fmla="*/ 52388 h 310515"/>
                <a:gd name="connsiteX215" fmla="*/ 1978342 w 4351972"/>
                <a:gd name="connsiteY215" fmla="*/ 88583 h 310515"/>
                <a:gd name="connsiteX216" fmla="*/ 1978342 w 4351972"/>
                <a:gd name="connsiteY216" fmla="*/ 217170 h 310515"/>
                <a:gd name="connsiteX217" fmla="*/ 1967865 w 4351972"/>
                <a:gd name="connsiteY217" fmla="*/ 260033 h 310515"/>
                <a:gd name="connsiteX218" fmla="*/ 1941195 w 4351972"/>
                <a:gd name="connsiteY218" fmla="*/ 289560 h 310515"/>
                <a:gd name="connsiteX219" fmla="*/ 1906905 w 4351972"/>
                <a:gd name="connsiteY219" fmla="*/ 305753 h 310515"/>
                <a:gd name="connsiteX220" fmla="*/ 1871662 w 4351972"/>
                <a:gd name="connsiteY220" fmla="*/ 310515 h 310515"/>
                <a:gd name="connsiteX221" fmla="*/ 1824037 w 4351972"/>
                <a:gd name="connsiteY221" fmla="*/ 303848 h 310515"/>
                <a:gd name="connsiteX222" fmla="*/ 1788795 w 4351972"/>
                <a:gd name="connsiteY222" fmla="*/ 284798 h 310515"/>
                <a:gd name="connsiteX223" fmla="*/ 1767840 w 4351972"/>
                <a:gd name="connsiteY223" fmla="*/ 258128 h 310515"/>
                <a:gd name="connsiteX224" fmla="*/ 1761172 w 4351972"/>
                <a:gd name="connsiteY224" fmla="*/ 225743 h 310515"/>
                <a:gd name="connsiteX225" fmla="*/ 1761172 w 4351972"/>
                <a:gd name="connsiteY225" fmla="*/ 51435 h 310515"/>
                <a:gd name="connsiteX226" fmla="*/ 1758315 w 4351972"/>
                <a:gd name="connsiteY226" fmla="*/ 39053 h 310515"/>
                <a:gd name="connsiteX227" fmla="*/ 1748790 w 4351972"/>
                <a:gd name="connsiteY227" fmla="*/ 29528 h 310515"/>
                <a:gd name="connsiteX228" fmla="*/ 1735455 w 4351972"/>
                <a:gd name="connsiteY228" fmla="*/ 24765 h 310515"/>
                <a:gd name="connsiteX229" fmla="*/ 1722120 w 4351972"/>
                <a:gd name="connsiteY229" fmla="*/ 22860 h 310515"/>
                <a:gd name="connsiteX230" fmla="*/ 1722120 w 4351972"/>
                <a:gd name="connsiteY230" fmla="*/ 7620 h 310515"/>
                <a:gd name="connsiteX231" fmla="*/ 1844040 w 4351972"/>
                <a:gd name="connsiteY231" fmla="*/ 7620 h 310515"/>
                <a:gd name="connsiteX232" fmla="*/ 1844040 w 4351972"/>
                <a:gd name="connsiteY232" fmla="*/ 22860 h 310515"/>
                <a:gd name="connsiteX233" fmla="*/ 1829752 w 4351972"/>
                <a:gd name="connsiteY233" fmla="*/ 24765 h 310515"/>
                <a:gd name="connsiteX234" fmla="*/ 1817370 w 4351972"/>
                <a:gd name="connsiteY234" fmla="*/ 27623 h 310515"/>
                <a:gd name="connsiteX235" fmla="*/ 1807845 w 4351972"/>
                <a:gd name="connsiteY235" fmla="*/ 36195 h 310515"/>
                <a:gd name="connsiteX236" fmla="*/ 1805940 w 4351972"/>
                <a:gd name="connsiteY236" fmla="*/ 48578 h 310515"/>
                <a:gd name="connsiteX237" fmla="*/ 1805940 w 4351972"/>
                <a:gd name="connsiteY237" fmla="*/ 211455 h 310515"/>
                <a:gd name="connsiteX238" fmla="*/ 1808797 w 4351972"/>
                <a:gd name="connsiteY238" fmla="*/ 236220 h 310515"/>
                <a:gd name="connsiteX239" fmla="*/ 1819275 w 4351972"/>
                <a:gd name="connsiteY239" fmla="*/ 260033 h 310515"/>
                <a:gd name="connsiteX240" fmla="*/ 1841182 w 4351972"/>
                <a:gd name="connsiteY240" fmla="*/ 279083 h 310515"/>
                <a:gd name="connsiteX241" fmla="*/ 1879282 w 4351972"/>
                <a:gd name="connsiteY241" fmla="*/ 286703 h 310515"/>
                <a:gd name="connsiteX242" fmla="*/ 1917382 w 4351972"/>
                <a:gd name="connsiteY242" fmla="*/ 279083 h 310515"/>
                <a:gd name="connsiteX243" fmla="*/ 1942147 w 4351972"/>
                <a:gd name="connsiteY243" fmla="*/ 260033 h 310515"/>
                <a:gd name="connsiteX244" fmla="*/ 1954530 w 4351972"/>
                <a:gd name="connsiteY244" fmla="*/ 236220 h 310515"/>
                <a:gd name="connsiteX245" fmla="*/ 1958340 w 4351972"/>
                <a:gd name="connsiteY245" fmla="*/ 211455 h 310515"/>
                <a:gd name="connsiteX246" fmla="*/ 1958340 w 4351972"/>
                <a:gd name="connsiteY246" fmla="*/ 90488 h 310515"/>
                <a:gd name="connsiteX247" fmla="*/ 1955482 w 4351972"/>
                <a:gd name="connsiteY247" fmla="*/ 52388 h 310515"/>
                <a:gd name="connsiteX248" fmla="*/ 1945957 w 4351972"/>
                <a:gd name="connsiteY248" fmla="*/ 33338 h 310515"/>
                <a:gd name="connsiteX249" fmla="*/ 1925955 w 4351972"/>
                <a:gd name="connsiteY249" fmla="*/ 24765 h 310515"/>
                <a:gd name="connsiteX250" fmla="*/ 1906905 w 4351972"/>
                <a:gd name="connsiteY250" fmla="*/ 21908 h 310515"/>
                <a:gd name="connsiteX251" fmla="*/ 972503 w 4351972"/>
                <a:gd name="connsiteY251" fmla="*/ 6668 h 310515"/>
                <a:gd name="connsiteX252" fmla="*/ 1056323 w 4351972"/>
                <a:gd name="connsiteY252" fmla="*/ 6668 h 310515"/>
                <a:gd name="connsiteX253" fmla="*/ 1222058 w 4351972"/>
                <a:gd name="connsiteY253" fmla="*/ 232410 h 310515"/>
                <a:gd name="connsiteX254" fmla="*/ 1222058 w 4351972"/>
                <a:gd name="connsiteY254" fmla="*/ 91440 h 310515"/>
                <a:gd name="connsiteX255" fmla="*/ 1219200 w 4351972"/>
                <a:gd name="connsiteY255" fmla="*/ 51435 h 310515"/>
                <a:gd name="connsiteX256" fmla="*/ 1209675 w 4351972"/>
                <a:gd name="connsiteY256" fmla="*/ 33338 h 310515"/>
                <a:gd name="connsiteX257" fmla="*/ 1190625 w 4351972"/>
                <a:gd name="connsiteY257" fmla="*/ 25718 h 310515"/>
                <a:gd name="connsiteX258" fmla="*/ 1170623 w 4351972"/>
                <a:gd name="connsiteY258" fmla="*/ 21908 h 310515"/>
                <a:gd name="connsiteX259" fmla="*/ 1170623 w 4351972"/>
                <a:gd name="connsiteY259" fmla="*/ 6668 h 310515"/>
                <a:gd name="connsiteX260" fmla="*/ 1290638 w 4351972"/>
                <a:gd name="connsiteY260" fmla="*/ 6668 h 310515"/>
                <a:gd name="connsiteX261" fmla="*/ 1290638 w 4351972"/>
                <a:gd name="connsiteY261" fmla="*/ 22860 h 310515"/>
                <a:gd name="connsiteX262" fmla="*/ 1291590 w 4351972"/>
                <a:gd name="connsiteY262" fmla="*/ 22860 h 310515"/>
                <a:gd name="connsiteX263" fmla="*/ 1273493 w 4351972"/>
                <a:gd name="connsiteY263" fmla="*/ 25718 h 310515"/>
                <a:gd name="connsiteX264" fmla="*/ 1256348 w 4351972"/>
                <a:gd name="connsiteY264" fmla="*/ 32385 h 310515"/>
                <a:gd name="connsiteX265" fmla="*/ 1245870 w 4351972"/>
                <a:gd name="connsiteY265" fmla="*/ 52388 h 310515"/>
                <a:gd name="connsiteX266" fmla="*/ 1243013 w 4351972"/>
                <a:gd name="connsiteY266" fmla="*/ 89535 h 310515"/>
                <a:gd name="connsiteX267" fmla="*/ 1243013 w 4351972"/>
                <a:gd name="connsiteY267" fmla="*/ 306705 h 310515"/>
                <a:gd name="connsiteX268" fmla="*/ 1224915 w 4351972"/>
                <a:gd name="connsiteY268" fmla="*/ 306705 h 310515"/>
                <a:gd name="connsiteX269" fmla="*/ 1045845 w 4351972"/>
                <a:gd name="connsiteY269" fmla="*/ 64770 h 310515"/>
                <a:gd name="connsiteX270" fmla="*/ 1045845 w 4351972"/>
                <a:gd name="connsiteY270" fmla="*/ 217170 h 310515"/>
                <a:gd name="connsiteX271" fmla="*/ 1048703 w 4351972"/>
                <a:gd name="connsiteY271" fmla="*/ 256223 h 310515"/>
                <a:gd name="connsiteX272" fmla="*/ 1058228 w 4351972"/>
                <a:gd name="connsiteY272" fmla="*/ 276225 h 310515"/>
                <a:gd name="connsiteX273" fmla="*/ 1078230 w 4351972"/>
                <a:gd name="connsiteY273" fmla="*/ 284798 h 310515"/>
                <a:gd name="connsiteX274" fmla="*/ 1098233 w 4351972"/>
                <a:gd name="connsiteY274" fmla="*/ 288608 h 310515"/>
                <a:gd name="connsiteX275" fmla="*/ 1098233 w 4351972"/>
                <a:gd name="connsiteY275" fmla="*/ 303848 h 310515"/>
                <a:gd name="connsiteX276" fmla="*/ 977265 w 4351972"/>
                <a:gd name="connsiteY276" fmla="*/ 303848 h 310515"/>
                <a:gd name="connsiteX277" fmla="*/ 977265 w 4351972"/>
                <a:gd name="connsiteY277" fmla="*/ 288608 h 310515"/>
                <a:gd name="connsiteX278" fmla="*/ 996315 w 4351972"/>
                <a:gd name="connsiteY278" fmla="*/ 284798 h 310515"/>
                <a:gd name="connsiteX279" fmla="*/ 1012508 w 4351972"/>
                <a:gd name="connsiteY279" fmla="*/ 278130 h 310515"/>
                <a:gd name="connsiteX280" fmla="*/ 1022033 w 4351972"/>
                <a:gd name="connsiteY280" fmla="*/ 260033 h 310515"/>
                <a:gd name="connsiteX281" fmla="*/ 1024890 w 4351972"/>
                <a:gd name="connsiteY281" fmla="*/ 219075 h 310515"/>
                <a:gd name="connsiteX282" fmla="*/ 1024890 w 4351972"/>
                <a:gd name="connsiteY282" fmla="*/ 73343 h 310515"/>
                <a:gd name="connsiteX283" fmla="*/ 1022033 w 4351972"/>
                <a:gd name="connsiteY283" fmla="*/ 54293 h 310515"/>
                <a:gd name="connsiteX284" fmla="*/ 1013460 w 4351972"/>
                <a:gd name="connsiteY284" fmla="*/ 39053 h 310515"/>
                <a:gd name="connsiteX285" fmla="*/ 993458 w 4351972"/>
                <a:gd name="connsiteY285" fmla="*/ 27623 h 310515"/>
                <a:gd name="connsiteX286" fmla="*/ 972503 w 4351972"/>
                <a:gd name="connsiteY286" fmla="*/ 21908 h 310515"/>
                <a:gd name="connsiteX287" fmla="*/ 687705 w 4351972"/>
                <a:gd name="connsiteY287" fmla="*/ 6668 h 310515"/>
                <a:gd name="connsiteX288" fmla="*/ 798195 w 4351972"/>
                <a:gd name="connsiteY288" fmla="*/ 6668 h 310515"/>
                <a:gd name="connsiteX289" fmla="*/ 798195 w 4351972"/>
                <a:gd name="connsiteY289" fmla="*/ 21908 h 310515"/>
                <a:gd name="connsiteX290" fmla="*/ 795338 w 4351972"/>
                <a:gd name="connsiteY290" fmla="*/ 21908 h 310515"/>
                <a:gd name="connsiteX291" fmla="*/ 790575 w 4351972"/>
                <a:gd name="connsiteY291" fmla="*/ 21908 h 310515"/>
                <a:gd name="connsiteX292" fmla="*/ 784860 w 4351972"/>
                <a:gd name="connsiteY292" fmla="*/ 22860 h 310515"/>
                <a:gd name="connsiteX293" fmla="*/ 777240 w 4351972"/>
                <a:gd name="connsiteY293" fmla="*/ 23813 h 310515"/>
                <a:gd name="connsiteX294" fmla="*/ 762000 w 4351972"/>
                <a:gd name="connsiteY294" fmla="*/ 29528 h 310515"/>
                <a:gd name="connsiteX295" fmla="*/ 749618 w 4351972"/>
                <a:gd name="connsiteY295" fmla="*/ 39053 h 310515"/>
                <a:gd name="connsiteX296" fmla="*/ 704850 w 4351972"/>
                <a:gd name="connsiteY296" fmla="*/ 89535 h 310515"/>
                <a:gd name="connsiteX297" fmla="*/ 658178 w 4351972"/>
                <a:gd name="connsiteY297" fmla="*/ 137160 h 310515"/>
                <a:gd name="connsiteX298" fmla="*/ 710565 w 4351972"/>
                <a:gd name="connsiteY298" fmla="*/ 199073 h 310515"/>
                <a:gd name="connsiteX299" fmla="*/ 754380 w 4351972"/>
                <a:gd name="connsiteY299" fmla="*/ 254318 h 310515"/>
                <a:gd name="connsiteX300" fmla="*/ 772478 w 4351972"/>
                <a:gd name="connsiteY300" fmla="*/ 272415 h 310515"/>
                <a:gd name="connsiteX301" fmla="*/ 787718 w 4351972"/>
                <a:gd name="connsiteY301" fmla="*/ 282893 h 310515"/>
                <a:gd name="connsiteX302" fmla="*/ 801053 w 4351972"/>
                <a:gd name="connsiteY302" fmla="*/ 286703 h 310515"/>
                <a:gd name="connsiteX303" fmla="*/ 814388 w 4351972"/>
                <a:gd name="connsiteY303" fmla="*/ 288608 h 310515"/>
                <a:gd name="connsiteX304" fmla="*/ 814388 w 4351972"/>
                <a:gd name="connsiteY304" fmla="*/ 302895 h 310515"/>
                <a:gd name="connsiteX305" fmla="*/ 813435 w 4351972"/>
                <a:gd name="connsiteY305" fmla="*/ 302895 h 310515"/>
                <a:gd name="connsiteX306" fmla="*/ 730568 w 4351972"/>
                <a:gd name="connsiteY306" fmla="*/ 302895 h 310515"/>
                <a:gd name="connsiteX307" fmla="*/ 677228 w 4351972"/>
                <a:gd name="connsiteY307" fmla="*/ 229553 h 310515"/>
                <a:gd name="connsiteX308" fmla="*/ 616268 w 4351972"/>
                <a:gd name="connsiteY308" fmla="*/ 159068 h 310515"/>
                <a:gd name="connsiteX309" fmla="*/ 610553 w 4351972"/>
                <a:gd name="connsiteY309" fmla="*/ 159068 h 310515"/>
                <a:gd name="connsiteX310" fmla="*/ 610553 w 4351972"/>
                <a:gd name="connsiteY310" fmla="*/ 261938 h 310515"/>
                <a:gd name="connsiteX311" fmla="*/ 613410 w 4351972"/>
                <a:gd name="connsiteY311" fmla="*/ 274320 h 310515"/>
                <a:gd name="connsiteX312" fmla="*/ 622935 w 4351972"/>
                <a:gd name="connsiteY312" fmla="*/ 282893 h 310515"/>
                <a:gd name="connsiteX313" fmla="*/ 635318 w 4351972"/>
                <a:gd name="connsiteY313" fmla="*/ 286703 h 310515"/>
                <a:gd name="connsiteX314" fmla="*/ 650558 w 4351972"/>
                <a:gd name="connsiteY314" fmla="*/ 288608 h 310515"/>
                <a:gd name="connsiteX315" fmla="*/ 650558 w 4351972"/>
                <a:gd name="connsiteY315" fmla="*/ 303848 h 310515"/>
                <a:gd name="connsiteX316" fmla="*/ 528638 w 4351972"/>
                <a:gd name="connsiteY316" fmla="*/ 303848 h 310515"/>
                <a:gd name="connsiteX317" fmla="*/ 528638 w 4351972"/>
                <a:gd name="connsiteY317" fmla="*/ 288608 h 310515"/>
                <a:gd name="connsiteX318" fmla="*/ 542925 w 4351972"/>
                <a:gd name="connsiteY318" fmla="*/ 287655 h 310515"/>
                <a:gd name="connsiteX319" fmla="*/ 556260 w 4351972"/>
                <a:gd name="connsiteY319" fmla="*/ 284798 h 310515"/>
                <a:gd name="connsiteX320" fmla="*/ 565785 w 4351972"/>
                <a:gd name="connsiteY320" fmla="*/ 277178 h 310515"/>
                <a:gd name="connsiteX321" fmla="*/ 568643 w 4351972"/>
                <a:gd name="connsiteY321" fmla="*/ 264795 h 310515"/>
                <a:gd name="connsiteX322" fmla="*/ 568643 w 4351972"/>
                <a:gd name="connsiteY322" fmla="*/ 51435 h 310515"/>
                <a:gd name="connsiteX323" fmla="*/ 565785 w 4351972"/>
                <a:gd name="connsiteY323" fmla="*/ 39053 h 310515"/>
                <a:gd name="connsiteX324" fmla="*/ 556260 w 4351972"/>
                <a:gd name="connsiteY324" fmla="*/ 30480 h 310515"/>
                <a:gd name="connsiteX325" fmla="*/ 542925 w 4351972"/>
                <a:gd name="connsiteY325" fmla="*/ 25718 h 310515"/>
                <a:gd name="connsiteX326" fmla="*/ 529590 w 4351972"/>
                <a:gd name="connsiteY326" fmla="*/ 22860 h 310515"/>
                <a:gd name="connsiteX327" fmla="*/ 529590 w 4351972"/>
                <a:gd name="connsiteY327" fmla="*/ 7620 h 310515"/>
                <a:gd name="connsiteX328" fmla="*/ 651510 w 4351972"/>
                <a:gd name="connsiteY328" fmla="*/ 7620 h 310515"/>
                <a:gd name="connsiteX329" fmla="*/ 651510 w 4351972"/>
                <a:gd name="connsiteY329" fmla="*/ 22860 h 310515"/>
                <a:gd name="connsiteX330" fmla="*/ 637223 w 4351972"/>
                <a:gd name="connsiteY330" fmla="*/ 24765 h 310515"/>
                <a:gd name="connsiteX331" fmla="*/ 624840 w 4351972"/>
                <a:gd name="connsiteY331" fmla="*/ 27623 h 310515"/>
                <a:gd name="connsiteX332" fmla="*/ 615315 w 4351972"/>
                <a:gd name="connsiteY332" fmla="*/ 36195 h 310515"/>
                <a:gd name="connsiteX333" fmla="*/ 612458 w 4351972"/>
                <a:gd name="connsiteY333" fmla="*/ 48578 h 310515"/>
                <a:gd name="connsiteX334" fmla="*/ 612458 w 4351972"/>
                <a:gd name="connsiteY334" fmla="*/ 150495 h 310515"/>
                <a:gd name="connsiteX335" fmla="*/ 616268 w 4351972"/>
                <a:gd name="connsiteY335" fmla="*/ 150495 h 310515"/>
                <a:gd name="connsiteX336" fmla="*/ 653415 w 4351972"/>
                <a:gd name="connsiteY336" fmla="*/ 117158 h 310515"/>
                <a:gd name="connsiteX337" fmla="*/ 686753 w 4351972"/>
                <a:gd name="connsiteY337" fmla="*/ 82868 h 310515"/>
                <a:gd name="connsiteX338" fmla="*/ 710565 w 4351972"/>
                <a:gd name="connsiteY338" fmla="*/ 52388 h 310515"/>
                <a:gd name="connsiteX339" fmla="*/ 718185 w 4351972"/>
                <a:gd name="connsiteY339" fmla="*/ 32385 h 310515"/>
                <a:gd name="connsiteX340" fmla="*/ 714375 w 4351972"/>
                <a:gd name="connsiteY340" fmla="*/ 27623 h 310515"/>
                <a:gd name="connsiteX341" fmla="*/ 705803 w 4351972"/>
                <a:gd name="connsiteY341" fmla="*/ 24765 h 310515"/>
                <a:gd name="connsiteX342" fmla="*/ 695325 w 4351972"/>
                <a:gd name="connsiteY342" fmla="*/ 22860 h 310515"/>
                <a:gd name="connsiteX343" fmla="*/ 687705 w 4351972"/>
                <a:gd name="connsiteY343" fmla="*/ 21908 h 310515"/>
                <a:gd name="connsiteX344" fmla="*/ 0 w 4351972"/>
                <a:gd name="connsiteY344" fmla="*/ 6668 h 310515"/>
                <a:gd name="connsiteX345" fmla="*/ 134302 w 4351972"/>
                <a:gd name="connsiteY345" fmla="*/ 6668 h 310515"/>
                <a:gd name="connsiteX346" fmla="*/ 200977 w 4351972"/>
                <a:gd name="connsiteY346" fmla="*/ 26670 h 310515"/>
                <a:gd name="connsiteX347" fmla="*/ 226695 w 4351972"/>
                <a:gd name="connsiteY347" fmla="*/ 80963 h 310515"/>
                <a:gd name="connsiteX348" fmla="*/ 217170 w 4351972"/>
                <a:gd name="connsiteY348" fmla="*/ 121920 h 310515"/>
                <a:gd name="connsiteX349" fmla="*/ 192405 w 4351972"/>
                <a:gd name="connsiteY349" fmla="*/ 151448 h 310515"/>
                <a:gd name="connsiteX350" fmla="*/ 158115 w 4351972"/>
                <a:gd name="connsiteY350" fmla="*/ 168593 h 310515"/>
                <a:gd name="connsiteX351" fmla="*/ 118110 w 4351972"/>
                <a:gd name="connsiteY351" fmla="*/ 174308 h 310515"/>
                <a:gd name="connsiteX352" fmla="*/ 84772 w 4351972"/>
                <a:gd name="connsiteY352" fmla="*/ 174308 h 310515"/>
                <a:gd name="connsiteX353" fmla="*/ 84772 w 4351972"/>
                <a:gd name="connsiteY353" fmla="*/ 263843 h 310515"/>
                <a:gd name="connsiteX354" fmla="*/ 87630 w 4351972"/>
                <a:gd name="connsiteY354" fmla="*/ 276225 h 310515"/>
                <a:gd name="connsiteX355" fmla="*/ 97155 w 4351972"/>
                <a:gd name="connsiteY355" fmla="*/ 284798 h 310515"/>
                <a:gd name="connsiteX356" fmla="*/ 110490 w 4351972"/>
                <a:gd name="connsiteY356" fmla="*/ 287655 h 310515"/>
                <a:gd name="connsiteX357" fmla="*/ 127635 w 4351972"/>
                <a:gd name="connsiteY357" fmla="*/ 289560 h 310515"/>
                <a:gd name="connsiteX358" fmla="*/ 127635 w 4351972"/>
                <a:gd name="connsiteY358" fmla="*/ 304800 h 310515"/>
                <a:gd name="connsiteX359" fmla="*/ 952 w 4351972"/>
                <a:gd name="connsiteY359" fmla="*/ 304800 h 310515"/>
                <a:gd name="connsiteX360" fmla="*/ 952 w 4351972"/>
                <a:gd name="connsiteY360" fmla="*/ 289560 h 310515"/>
                <a:gd name="connsiteX361" fmla="*/ 15240 w 4351972"/>
                <a:gd name="connsiteY361" fmla="*/ 287655 h 310515"/>
                <a:gd name="connsiteX362" fmla="*/ 28575 w 4351972"/>
                <a:gd name="connsiteY362" fmla="*/ 284798 h 310515"/>
                <a:gd name="connsiteX363" fmla="*/ 37147 w 4351972"/>
                <a:gd name="connsiteY363" fmla="*/ 277178 h 310515"/>
                <a:gd name="connsiteX364" fmla="*/ 40005 w 4351972"/>
                <a:gd name="connsiteY364" fmla="*/ 263843 h 310515"/>
                <a:gd name="connsiteX365" fmla="*/ 40005 w 4351972"/>
                <a:gd name="connsiteY365" fmla="*/ 49530 h 310515"/>
                <a:gd name="connsiteX366" fmla="*/ 38100 w 4351972"/>
                <a:gd name="connsiteY366" fmla="*/ 36195 h 310515"/>
                <a:gd name="connsiteX367" fmla="*/ 28575 w 4351972"/>
                <a:gd name="connsiteY367" fmla="*/ 27623 h 310515"/>
                <a:gd name="connsiteX368" fmla="*/ 13335 w 4351972"/>
                <a:gd name="connsiteY368" fmla="*/ 23813 h 310515"/>
                <a:gd name="connsiteX369" fmla="*/ 0 w 4351972"/>
                <a:gd name="connsiteY369" fmla="*/ 21908 h 310515"/>
                <a:gd name="connsiteX370" fmla="*/ 2824163 w 4351972"/>
                <a:gd name="connsiteY370" fmla="*/ 5715 h 310515"/>
                <a:gd name="connsiteX371" fmla="*/ 3052763 w 4351972"/>
                <a:gd name="connsiteY371" fmla="*/ 5715 h 310515"/>
                <a:gd name="connsiteX372" fmla="*/ 3052763 w 4351972"/>
                <a:gd name="connsiteY372" fmla="*/ 76200 h 310515"/>
                <a:gd name="connsiteX373" fmla="*/ 3037523 w 4351972"/>
                <a:gd name="connsiteY373" fmla="*/ 76200 h 310515"/>
                <a:gd name="connsiteX374" fmla="*/ 3019425 w 4351972"/>
                <a:gd name="connsiteY374" fmla="*/ 42862 h 310515"/>
                <a:gd name="connsiteX375" fmla="*/ 2992755 w 4351972"/>
                <a:gd name="connsiteY375" fmla="*/ 23812 h 310515"/>
                <a:gd name="connsiteX376" fmla="*/ 2977515 w 4351972"/>
                <a:gd name="connsiteY376" fmla="*/ 22860 h 310515"/>
                <a:gd name="connsiteX377" fmla="*/ 2957513 w 4351972"/>
                <a:gd name="connsiteY377" fmla="*/ 22860 h 310515"/>
                <a:gd name="connsiteX378" fmla="*/ 2910840 w 4351972"/>
                <a:gd name="connsiteY378" fmla="*/ 22860 h 310515"/>
                <a:gd name="connsiteX379" fmla="*/ 2910840 w 4351972"/>
                <a:gd name="connsiteY379" fmla="*/ 139065 h 310515"/>
                <a:gd name="connsiteX380" fmla="*/ 2944178 w 4351972"/>
                <a:gd name="connsiteY380" fmla="*/ 139065 h 310515"/>
                <a:gd name="connsiteX381" fmla="*/ 2967038 w 4351972"/>
                <a:gd name="connsiteY381" fmla="*/ 136207 h 310515"/>
                <a:gd name="connsiteX382" fmla="*/ 2980373 w 4351972"/>
                <a:gd name="connsiteY382" fmla="*/ 125730 h 310515"/>
                <a:gd name="connsiteX383" fmla="*/ 2987993 w 4351972"/>
                <a:gd name="connsiteY383" fmla="*/ 109537 h 310515"/>
                <a:gd name="connsiteX384" fmla="*/ 2992755 w 4351972"/>
                <a:gd name="connsiteY384" fmla="*/ 90487 h 310515"/>
                <a:gd name="connsiteX385" fmla="*/ 3007995 w 4351972"/>
                <a:gd name="connsiteY385" fmla="*/ 90487 h 310515"/>
                <a:gd name="connsiteX386" fmla="*/ 3007995 w 4351972"/>
                <a:gd name="connsiteY386" fmla="*/ 206692 h 310515"/>
                <a:gd name="connsiteX387" fmla="*/ 2992755 w 4351972"/>
                <a:gd name="connsiteY387" fmla="*/ 206692 h 310515"/>
                <a:gd name="connsiteX388" fmla="*/ 2987993 w 4351972"/>
                <a:gd name="connsiteY388" fmla="*/ 185737 h 310515"/>
                <a:gd name="connsiteX389" fmla="*/ 2980373 w 4351972"/>
                <a:gd name="connsiteY389" fmla="*/ 169545 h 310515"/>
                <a:gd name="connsiteX390" fmla="*/ 2966085 w 4351972"/>
                <a:gd name="connsiteY390" fmla="*/ 159067 h 310515"/>
                <a:gd name="connsiteX391" fmla="*/ 2944178 w 4351972"/>
                <a:gd name="connsiteY391" fmla="*/ 156210 h 310515"/>
                <a:gd name="connsiteX392" fmla="*/ 2910840 w 4351972"/>
                <a:gd name="connsiteY392" fmla="*/ 156210 h 310515"/>
                <a:gd name="connsiteX393" fmla="*/ 2910840 w 4351972"/>
                <a:gd name="connsiteY393" fmla="*/ 244792 h 310515"/>
                <a:gd name="connsiteX394" fmla="*/ 2912745 w 4351972"/>
                <a:gd name="connsiteY394" fmla="*/ 265747 h 310515"/>
                <a:gd name="connsiteX395" fmla="*/ 2920365 w 4351972"/>
                <a:gd name="connsiteY395" fmla="*/ 277177 h 310515"/>
                <a:gd name="connsiteX396" fmla="*/ 2934653 w 4351972"/>
                <a:gd name="connsiteY396" fmla="*/ 281940 h 310515"/>
                <a:gd name="connsiteX397" fmla="*/ 2961323 w 4351972"/>
                <a:gd name="connsiteY397" fmla="*/ 282892 h 310515"/>
                <a:gd name="connsiteX398" fmla="*/ 2979420 w 4351972"/>
                <a:gd name="connsiteY398" fmla="*/ 282892 h 310515"/>
                <a:gd name="connsiteX399" fmla="*/ 2998470 w 4351972"/>
                <a:gd name="connsiteY399" fmla="*/ 281940 h 310515"/>
                <a:gd name="connsiteX400" fmla="*/ 3014663 w 4351972"/>
                <a:gd name="connsiteY400" fmla="*/ 279082 h 310515"/>
                <a:gd name="connsiteX401" fmla="*/ 3026093 w 4351972"/>
                <a:gd name="connsiteY401" fmla="*/ 273367 h 310515"/>
                <a:gd name="connsiteX402" fmla="*/ 3046095 w 4351972"/>
                <a:gd name="connsiteY402" fmla="*/ 242887 h 310515"/>
                <a:gd name="connsiteX403" fmla="*/ 3059430 w 4351972"/>
                <a:gd name="connsiteY403" fmla="*/ 213360 h 310515"/>
                <a:gd name="connsiteX404" fmla="*/ 3074670 w 4351972"/>
                <a:gd name="connsiteY404" fmla="*/ 213360 h 310515"/>
                <a:gd name="connsiteX405" fmla="*/ 3074670 w 4351972"/>
                <a:gd name="connsiteY405" fmla="*/ 216217 h 310515"/>
                <a:gd name="connsiteX406" fmla="*/ 3068955 w 4351972"/>
                <a:gd name="connsiteY406" fmla="*/ 302895 h 310515"/>
                <a:gd name="connsiteX407" fmla="*/ 2824163 w 4351972"/>
                <a:gd name="connsiteY407" fmla="*/ 302895 h 310515"/>
                <a:gd name="connsiteX408" fmla="*/ 2824163 w 4351972"/>
                <a:gd name="connsiteY408" fmla="*/ 287655 h 310515"/>
                <a:gd name="connsiteX409" fmla="*/ 2840355 w 4351972"/>
                <a:gd name="connsiteY409" fmla="*/ 285750 h 310515"/>
                <a:gd name="connsiteX410" fmla="*/ 2853690 w 4351972"/>
                <a:gd name="connsiteY410" fmla="*/ 282892 h 310515"/>
                <a:gd name="connsiteX411" fmla="*/ 2863215 w 4351972"/>
                <a:gd name="connsiteY411" fmla="*/ 274320 h 310515"/>
                <a:gd name="connsiteX412" fmla="*/ 2866073 w 4351972"/>
                <a:gd name="connsiteY412" fmla="*/ 261937 h 310515"/>
                <a:gd name="connsiteX413" fmla="*/ 2866073 w 4351972"/>
                <a:gd name="connsiteY413" fmla="*/ 49530 h 310515"/>
                <a:gd name="connsiteX414" fmla="*/ 2864168 w 4351972"/>
                <a:gd name="connsiteY414" fmla="*/ 37147 h 310515"/>
                <a:gd name="connsiteX415" fmla="*/ 2854643 w 4351972"/>
                <a:gd name="connsiteY415" fmla="*/ 28575 h 310515"/>
                <a:gd name="connsiteX416" fmla="*/ 2839403 w 4351972"/>
                <a:gd name="connsiteY416" fmla="*/ 23812 h 310515"/>
                <a:gd name="connsiteX417" fmla="*/ 2824163 w 4351972"/>
                <a:gd name="connsiteY417" fmla="*/ 20955 h 310515"/>
                <a:gd name="connsiteX418" fmla="*/ 258128 w 4351972"/>
                <a:gd name="connsiteY418" fmla="*/ 5715 h 310515"/>
                <a:gd name="connsiteX419" fmla="*/ 486728 w 4351972"/>
                <a:gd name="connsiteY419" fmla="*/ 5715 h 310515"/>
                <a:gd name="connsiteX420" fmla="*/ 486728 w 4351972"/>
                <a:gd name="connsiteY420" fmla="*/ 76200 h 310515"/>
                <a:gd name="connsiteX421" fmla="*/ 471488 w 4351972"/>
                <a:gd name="connsiteY421" fmla="*/ 76200 h 310515"/>
                <a:gd name="connsiteX422" fmla="*/ 453390 w 4351972"/>
                <a:gd name="connsiteY422" fmla="*/ 42862 h 310515"/>
                <a:gd name="connsiteX423" fmla="*/ 426720 w 4351972"/>
                <a:gd name="connsiteY423" fmla="*/ 23812 h 310515"/>
                <a:gd name="connsiteX424" fmla="*/ 411480 w 4351972"/>
                <a:gd name="connsiteY424" fmla="*/ 22860 h 310515"/>
                <a:gd name="connsiteX425" fmla="*/ 391478 w 4351972"/>
                <a:gd name="connsiteY425" fmla="*/ 22860 h 310515"/>
                <a:gd name="connsiteX426" fmla="*/ 344805 w 4351972"/>
                <a:gd name="connsiteY426" fmla="*/ 22860 h 310515"/>
                <a:gd name="connsiteX427" fmla="*/ 344805 w 4351972"/>
                <a:gd name="connsiteY427" fmla="*/ 139065 h 310515"/>
                <a:gd name="connsiteX428" fmla="*/ 378143 w 4351972"/>
                <a:gd name="connsiteY428" fmla="*/ 139065 h 310515"/>
                <a:gd name="connsiteX429" fmla="*/ 401003 w 4351972"/>
                <a:gd name="connsiteY429" fmla="*/ 136207 h 310515"/>
                <a:gd name="connsiteX430" fmla="*/ 414338 w 4351972"/>
                <a:gd name="connsiteY430" fmla="*/ 125730 h 310515"/>
                <a:gd name="connsiteX431" fmla="*/ 421958 w 4351972"/>
                <a:gd name="connsiteY431" fmla="*/ 109537 h 310515"/>
                <a:gd name="connsiteX432" fmla="*/ 425768 w 4351972"/>
                <a:gd name="connsiteY432" fmla="*/ 90487 h 310515"/>
                <a:gd name="connsiteX433" fmla="*/ 441008 w 4351972"/>
                <a:gd name="connsiteY433" fmla="*/ 90487 h 310515"/>
                <a:gd name="connsiteX434" fmla="*/ 441008 w 4351972"/>
                <a:gd name="connsiteY434" fmla="*/ 206692 h 310515"/>
                <a:gd name="connsiteX435" fmla="*/ 425768 w 4351972"/>
                <a:gd name="connsiteY435" fmla="*/ 206692 h 310515"/>
                <a:gd name="connsiteX436" fmla="*/ 421005 w 4351972"/>
                <a:gd name="connsiteY436" fmla="*/ 185737 h 310515"/>
                <a:gd name="connsiteX437" fmla="*/ 413385 w 4351972"/>
                <a:gd name="connsiteY437" fmla="*/ 169545 h 310515"/>
                <a:gd name="connsiteX438" fmla="*/ 399098 w 4351972"/>
                <a:gd name="connsiteY438" fmla="*/ 159067 h 310515"/>
                <a:gd name="connsiteX439" fmla="*/ 377190 w 4351972"/>
                <a:gd name="connsiteY439" fmla="*/ 156210 h 310515"/>
                <a:gd name="connsiteX440" fmla="*/ 343853 w 4351972"/>
                <a:gd name="connsiteY440" fmla="*/ 156210 h 310515"/>
                <a:gd name="connsiteX441" fmla="*/ 343853 w 4351972"/>
                <a:gd name="connsiteY441" fmla="*/ 244792 h 310515"/>
                <a:gd name="connsiteX442" fmla="*/ 345758 w 4351972"/>
                <a:gd name="connsiteY442" fmla="*/ 265747 h 310515"/>
                <a:gd name="connsiteX443" fmla="*/ 353378 w 4351972"/>
                <a:gd name="connsiteY443" fmla="*/ 277177 h 310515"/>
                <a:gd name="connsiteX444" fmla="*/ 367665 w 4351972"/>
                <a:gd name="connsiteY444" fmla="*/ 281940 h 310515"/>
                <a:gd name="connsiteX445" fmla="*/ 394335 w 4351972"/>
                <a:gd name="connsiteY445" fmla="*/ 282892 h 310515"/>
                <a:gd name="connsiteX446" fmla="*/ 412433 w 4351972"/>
                <a:gd name="connsiteY446" fmla="*/ 282892 h 310515"/>
                <a:gd name="connsiteX447" fmla="*/ 431483 w 4351972"/>
                <a:gd name="connsiteY447" fmla="*/ 281940 h 310515"/>
                <a:gd name="connsiteX448" fmla="*/ 447675 w 4351972"/>
                <a:gd name="connsiteY448" fmla="*/ 279082 h 310515"/>
                <a:gd name="connsiteX449" fmla="*/ 460058 w 4351972"/>
                <a:gd name="connsiteY449" fmla="*/ 273367 h 310515"/>
                <a:gd name="connsiteX450" fmla="*/ 480060 w 4351972"/>
                <a:gd name="connsiteY450" fmla="*/ 242887 h 310515"/>
                <a:gd name="connsiteX451" fmla="*/ 493395 w 4351972"/>
                <a:gd name="connsiteY451" fmla="*/ 213360 h 310515"/>
                <a:gd name="connsiteX452" fmla="*/ 508635 w 4351972"/>
                <a:gd name="connsiteY452" fmla="*/ 213360 h 310515"/>
                <a:gd name="connsiteX453" fmla="*/ 508635 w 4351972"/>
                <a:gd name="connsiteY453" fmla="*/ 216217 h 310515"/>
                <a:gd name="connsiteX454" fmla="*/ 502920 w 4351972"/>
                <a:gd name="connsiteY454" fmla="*/ 302895 h 310515"/>
                <a:gd name="connsiteX455" fmla="*/ 258128 w 4351972"/>
                <a:gd name="connsiteY455" fmla="*/ 302895 h 310515"/>
                <a:gd name="connsiteX456" fmla="*/ 258128 w 4351972"/>
                <a:gd name="connsiteY456" fmla="*/ 287655 h 310515"/>
                <a:gd name="connsiteX457" fmla="*/ 274320 w 4351972"/>
                <a:gd name="connsiteY457" fmla="*/ 285750 h 310515"/>
                <a:gd name="connsiteX458" fmla="*/ 287655 w 4351972"/>
                <a:gd name="connsiteY458" fmla="*/ 282892 h 310515"/>
                <a:gd name="connsiteX459" fmla="*/ 297180 w 4351972"/>
                <a:gd name="connsiteY459" fmla="*/ 274320 h 310515"/>
                <a:gd name="connsiteX460" fmla="*/ 300038 w 4351972"/>
                <a:gd name="connsiteY460" fmla="*/ 261937 h 310515"/>
                <a:gd name="connsiteX461" fmla="*/ 300038 w 4351972"/>
                <a:gd name="connsiteY461" fmla="*/ 49530 h 310515"/>
                <a:gd name="connsiteX462" fmla="*/ 298133 w 4351972"/>
                <a:gd name="connsiteY462" fmla="*/ 37147 h 310515"/>
                <a:gd name="connsiteX463" fmla="*/ 288608 w 4351972"/>
                <a:gd name="connsiteY463" fmla="*/ 28575 h 310515"/>
                <a:gd name="connsiteX464" fmla="*/ 273368 w 4351972"/>
                <a:gd name="connsiteY464" fmla="*/ 23812 h 310515"/>
                <a:gd name="connsiteX465" fmla="*/ 258128 w 4351972"/>
                <a:gd name="connsiteY465" fmla="*/ 20955 h 310515"/>
                <a:gd name="connsiteX466" fmla="*/ 3640456 w 4351972"/>
                <a:gd name="connsiteY466" fmla="*/ 4763 h 310515"/>
                <a:gd name="connsiteX467" fmla="*/ 3773806 w 4351972"/>
                <a:gd name="connsiteY467" fmla="*/ 4763 h 310515"/>
                <a:gd name="connsiteX468" fmla="*/ 3773806 w 4351972"/>
                <a:gd name="connsiteY468" fmla="*/ 20003 h 310515"/>
                <a:gd name="connsiteX469" fmla="*/ 3758565 w 4351972"/>
                <a:gd name="connsiteY469" fmla="*/ 21908 h 310515"/>
                <a:gd name="connsiteX470" fmla="*/ 3743325 w 4351972"/>
                <a:gd name="connsiteY470" fmla="*/ 25718 h 310515"/>
                <a:gd name="connsiteX471" fmla="*/ 3732848 w 4351972"/>
                <a:gd name="connsiteY471" fmla="*/ 33338 h 310515"/>
                <a:gd name="connsiteX472" fmla="*/ 3729990 w 4351972"/>
                <a:gd name="connsiteY472" fmla="*/ 45720 h 310515"/>
                <a:gd name="connsiteX473" fmla="*/ 3729990 w 4351972"/>
                <a:gd name="connsiteY473" fmla="*/ 259080 h 310515"/>
                <a:gd name="connsiteX474" fmla="*/ 3732848 w 4351972"/>
                <a:gd name="connsiteY474" fmla="*/ 271463 h 310515"/>
                <a:gd name="connsiteX475" fmla="*/ 3743325 w 4351972"/>
                <a:gd name="connsiteY475" fmla="*/ 280035 h 310515"/>
                <a:gd name="connsiteX476" fmla="*/ 3757613 w 4351972"/>
                <a:gd name="connsiteY476" fmla="*/ 283845 h 310515"/>
                <a:gd name="connsiteX477" fmla="*/ 3774758 w 4351972"/>
                <a:gd name="connsiteY477" fmla="*/ 285750 h 310515"/>
                <a:gd name="connsiteX478" fmla="*/ 3774758 w 4351972"/>
                <a:gd name="connsiteY478" fmla="*/ 302895 h 310515"/>
                <a:gd name="connsiteX479" fmla="*/ 3772853 w 4351972"/>
                <a:gd name="connsiteY479" fmla="*/ 302895 h 310515"/>
                <a:gd name="connsiteX480" fmla="*/ 3639503 w 4351972"/>
                <a:gd name="connsiteY480" fmla="*/ 302895 h 310515"/>
                <a:gd name="connsiteX481" fmla="*/ 3639503 w 4351972"/>
                <a:gd name="connsiteY481" fmla="*/ 287655 h 310515"/>
                <a:gd name="connsiteX482" fmla="*/ 3655695 w 4351972"/>
                <a:gd name="connsiteY482" fmla="*/ 286703 h 310515"/>
                <a:gd name="connsiteX483" fmla="*/ 3670936 w 4351972"/>
                <a:gd name="connsiteY483" fmla="*/ 283845 h 310515"/>
                <a:gd name="connsiteX484" fmla="*/ 3681413 w 4351972"/>
                <a:gd name="connsiteY484" fmla="*/ 276225 h 310515"/>
                <a:gd name="connsiteX485" fmla="*/ 3684270 w 4351972"/>
                <a:gd name="connsiteY485" fmla="*/ 262890 h 310515"/>
                <a:gd name="connsiteX486" fmla="*/ 3684270 w 4351972"/>
                <a:gd name="connsiteY486" fmla="*/ 48578 h 310515"/>
                <a:gd name="connsiteX487" fmla="*/ 3682365 w 4351972"/>
                <a:gd name="connsiteY487" fmla="*/ 36195 h 310515"/>
                <a:gd name="connsiteX488" fmla="*/ 3671888 w 4351972"/>
                <a:gd name="connsiteY488" fmla="*/ 27623 h 310515"/>
                <a:gd name="connsiteX489" fmla="*/ 3655695 w 4351972"/>
                <a:gd name="connsiteY489" fmla="*/ 22860 h 310515"/>
                <a:gd name="connsiteX490" fmla="*/ 3640456 w 4351972"/>
                <a:gd name="connsiteY490" fmla="*/ 20003 h 310515"/>
                <a:gd name="connsiteX491" fmla="*/ 2371725 w 4351972"/>
                <a:gd name="connsiteY491" fmla="*/ 4763 h 310515"/>
                <a:gd name="connsiteX492" fmla="*/ 2505075 w 4351972"/>
                <a:gd name="connsiteY492" fmla="*/ 4763 h 310515"/>
                <a:gd name="connsiteX493" fmla="*/ 2505075 w 4351972"/>
                <a:gd name="connsiteY493" fmla="*/ 20003 h 310515"/>
                <a:gd name="connsiteX494" fmla="*/ 2489835 w 4351972"/>
                <a:gd name="connsiteY494" fmla="*/ 21908 h 310515"/>
                <a:gd name="connsiteX495" fmla="*/ 2474595 w 4351972"/>
                <a:gd name="connsiteY495" fmla="*/ 25718 h 310515"/>
                <a:gd name="connsiteX496" fmla="*/ 2464117 w 4351972"/>
                <a:gd name="connsiteY496" fmla="*/ 33338 h 310515"/>
                <a:gd name="connsiteX497" fmla="*/ 2461260 w 4351972"/>
                <a:gd name="connsiteY497" fmla="*/ 45720 h 310515"/>
                <a:gd name="connsiteX498" fmla="*/ 2461260 w 4351972"/>
                <a:gd name="connsiteY498" fmla="*/ 259080 h 310515"/>
                <a:gd name="connsiteX499" fmla="*/ 2464117 w 4351972"/>
                <a:gd name="connsiteY499" fmla="*/ 271463 h 310515"/>
                <a:gd name="connsiteX500" fmla="*/ 2474595 w 4351972"/>
                <a:gd name="connsiteY500" fmla="*/ 280035 h 310515"/>
                <a:gd name="connsiteX501" fmla="*/ 2488882 w 4351972"/>
                <a:gd name="connsiteY501" fmla="*/ 283845 h 310515"/>
                <a:gd name="connsiteX502" fmla="*/ 2506027 w 4351972"/>
                <a:gd name="connsiteY502" fmla="*/ 285750 h 310515"/>
                <a:gd name="connsiteX503" fmla="*/ 2506027 w 4351972"/>
                <a:gd name="connsiteY503" fmla="*/ 302895 h 310515"/>
                <a:gd name="connsiteX504" fmla="*/ 2503170 w 4351972"/>
                <a:gd name="connsiteY504" fmla="*/ 302895 h 310515"/>
                <a:gd name="connsiteX505" fmla="*/ 2369820 w 4351972"/>
                <a:gd name="connsiteY505" fmla="*/ 302895 h 310515"/>
                <a:gd name="connsiteX506" fmla="*/ 2369820 w 4351972"/>
                <a:gd name="connsiteY506" fmla="*/ 287655 h 310515"/>
                <a:gd name="connsiteX507" fmla="*/ 2386012 w 4351972"/>
                <a:gd name="connsiteY507" fmla="*/ 286703 h 310515"/>
                <a:gd name="connsiteX508" fmla="*/ 2401252 w 4351972"/>
                <a:gd name="connsiteY508" fmla="*/ 283845 h 310515"/>
                <a:gd name="connsiteX509" fmla="*/ 2411730 w 4351972"/>
                <a:gd name="connsiteY509" fmla="*/ 276225 h 310515"/>
                <a:gd name="connsiteX510" fmla="*/ 2414587 w 4351972"/>
                <a:gd name="connsiteY510" fmla="*/ 262890 h 310515"/>
                <a:gd name="connsiteX511" fmla="*/ 2414587 w 4351972"/>
                <a:gd name="connsiteY511" fmla="*/ 48578 h 310515"/>
                <a:gd name="connsiteX512" fmla="*/ 2412682 w 4351972"/>
                <a:gd name="connsiteY512" fmla="*/ 36195 h 310515"/>
                <a:gd name="connsiteX513" fmla="*/ 2402205 w 4351972"/>
                <a:gd name="connsiteY513" fmla="*/ 27623 h 310515"/>
                <a:gd name="connsiteX514" fmla="*/ 2386965 w 4351972"/>
                <a:gd name="connsiteY514" fmla="*/ 22860 h 310515"/>
                <a:gd name="connsiteX515" fmla="*/ 2371725 w 4351972"/>
                <a:gd name="connsiteY515" fmla="*/ 20003 h 310515"/>
                <a:gd name="connsiteX516" fmla="*/ 827723 w 4351972"/>
                <a:gd name="connsiteY516" fmla="*/ 4763 h 310515"/>
                <a:gd name="connsiteX517" fmla="*/ 961073 w 4351972"/>
                <a:gd name="connsiteY517" fmla="*/ 4763 h 310515"/>
                <a:gd name="connsiteX518" fmla="*/ 961073 w 4351972"/>
                <a:gd name="connsiteY518" fmla="*/ 20003 h 310515"/>
                <a:gd name="connsiteX519" fmla="*/ 945833 w 4351972"/>
                <a:gd name="connsiteY519" fmla="*/ 21908 h 310515"/>
                <a:gd name="connsiteX520" fmla="*/ 930593 w 4351972"/>
                <a:gd name="connsiteY520" fmla="*/ 25718 h 310515"/>
                <a:gd name="connsiteX521" fmla="*/ 920115 w 4351972"/>
                <a:gd name="connsiteY521" fmla="*/ 33338 h 310515"/>
                <a:gd name="connsiteX522" fmla="*/ 917258 w 4351972"/>
                <a:gd name="connsiteY522" fmla="*/ 45720 h 310515"/>
                <a:gd name="connsiteX523" fmla="*/ 917258 w 4351972"/>
                <a:gd name="connsiteY523" fmla="*/ 259080 h 310515"/>
                <a:gd name="connsiteX524" fmla="*/ 920115 w 4351972"/>
                <a:gd name="connsiteY524" fmla="*/ 271463 h 310515"/>
                <a:gd name="connsiteX525" fmla="*/ 930593 w 4351972"/>
                <a:gd name="connsiteY525" fmla="*/ 280035 h 310515"/>
                <a:gd name="connsiteX526" fmla="*/ 944880 w 4351972"/>
                <a:gd name="connsiteY526" fmla="*/ 283845 h 310515"/>
                <a:gd name="connsiteX527" fmla="*/ 962025 w 4351972"/>
                <a:gd name="connsiteY527" fmla="*/ 285750 h 310515"/>
                <a:gd name="connsiteX528" fmla="*/ 962025 w 4351972"/>
                <a:gd name="connsiteY528" fmla="*/ 302895 h 310515"/>
                <a:gd name="connsiteX529" fmla="*/ 961073 w 4351972"/>
                <a:gd name="connsiteY529" fmla="*/ 302895 h 310515"/>
                <a:gd name="connsiteX530" fmla="*/ 827723 w 4351972"/>
                <a:gd name="connsiteY530" fmla="*/ 302895 h 310515"/>
                <a:gd name="connsiteX531" fmla="*/ 827723 w 4351972"/>
                <a:gd name="connsiteY531" fmla="*/ 287655 h 310515"/>
                <a:gd name="connsiteX532" fmla="*/ 843915 w 4351972"/>
                <a:gd name="connsiteY532" fmla="*/ 286703 h 310515"/>
                <a:gd name="connsiteX533" fmla="*/ 859155 w 4351972"/>
                <a:gd name="connsiteY533" fmla="*/ 283845 h 310515"/>
                <a:gd name="connsiteX534" fmla="*/ 868680 w 4351972"/>
                <a:gd name="connsiteY534" fmla="*/ 276225 h 310515"/>
                <a:gd name="connsiteX535" fmla="*/ 871538 w 4351972"/>
                <a:gd name="connsiteY535" fmla="*/ 262890 h 310515"/>
                <a:gd name="connsiteX536" fmla="*/ 871538 w 4351972"/>
                <a:gd name="connsiteY536" fmla="*/ 48578 h 310515"/>
                <a:gd name="connsiteX537" fmla="*/ 869633 w 4351972"/>
                <a:gd name="connsiteY537" fmla="*/ 36195 h 310515"/>
                <a:gd name="connsiteX538" fmla="*/ 859155 w 4351972"/>
                <a:gd name="connsiteY538" fmla="*/ 27623 h 310515"/>
                <a:gd name="connsiteX539" fmla="*/ 842963 w 4351972"/>
                <a:gd name="connsiteY539" fmla="*/ 22860 h 310515"/>
                <a:gd name="connsiteX540" fmla="*/ 827723 w 4351972"/>
                <a:gd name="connsiteY540" fmla="*/ 20003 h 310515"/>
                <a:gd name="connsiteX541" fmla="*/ 3500437 w 4351972"/>
                <a:gd name="connsiteY541" fmla="*/ 1905 h 310515"/>
                <a:gd name="connsiteX542" fmla="*/ 3536632 w 4351972"/>
                <a:gd name="connsiteY542" fmla="*/ 8572 h 310515"/>
                <a:gd name="connsiteX543" fmla="*/ 3566160 w 4351972"/>
                <a:gd name="connsiteY543" fmla="*/ 22860 h 310515"/>
                <a:gd name="connsiteX544" fmla="*/ 3574732 w 4351972"/>
                <a:gd name="connsiteY544" fmla="*/ 8572 h 310515"/>
                <a:gd name="connsiteX545" fmla="*/ 3590925 w 4351972"/>
                <a:gd name="connsiteY545" fmla="*/ 8572 h 310515"/>
                <a:gd name="connsiteX546" fmla="*/ 3592830 w 4351972"/>
                <a:gd name="connsiteY546" fmla="*/ 106680 h 310515"/>
                <a:gd name="connsiteX547" fmla="*/ 3575685 w 4351972"/>
                <a:gd name="connsiteY547" fmla="*/ 106680 h 310515"/>
                <a:gd name="connsiteX548" fmla="*/ 3565207 w 4351972"/>
                <a:gd name="connsiteY548" fmla="*/ 74295 h 310515"/>
                <a:gd name="connsiteX549" fmla="*/ 3549968 w 4351972"/>
                <a:gd name="connsiteY549" fmla="*/ 46672 h 310515"/>
                <a:gd name="connsiteX550" fmla="*/ 3528060 w 4351972"/>
                <a:gd name="connsiteY550" fmla="*/ 27622 h 310515"/>
                <a:gd name="connsiteX551" fmla="*/ 3496627 w 4351972"/>
                <a:gd name="connsiteY551" fmla="*/ 20002 h 310515"/>
                <a:gd name="connsiteX552" fmla="*/ 3463290 w 4351972"/>
                <a:gd name="connsiteY552" fmla="*/ 32385 h 310515"/>
                <a:gd name="connsiteX553" fmla="*/ 3449002 w 4351972"/>
                <a:gd name="connsiteY553" fmla="*/ 63817 h 310515"/>
                <a:gd name="connsiteX554" fmla="*/ 3457575 w 4351972"/>
                <a:gd name="connsiteY554" fmla="*/ 95250 h 310515"/>
                <a:gd name="connsiteX555" fmla="*/ 3483293 w 4351972"/>
                <a:gd name="connsiteY555" fmla="*/ 116205 h 310515"/>
                <a:gd name="connsiteX556" fmla="*/ 3512820 w 4351972"/>
                <a:gd name="connsiteY556" fmla="*/ 128587 h 310515"/>
                <a:gd name="connsiteX557" fmla="*/ 3541395 w 4351972"/>
                <a:gd name="connsiteY557" fmla="*/ 140017 h 310515"/>
                <a:gd name="connsiteX558" fmla="*/ 3565207 w 4351972"/>
                <a:gd name="connsiteY558" fmla="*/ 152400 h 310515"/>
                <a:gd name="connsiteX559" fmla="*/ 3588068 w 4351972"/>
                <a:gd name="connsiteY559" fmla="*/ 167640 h 310515"/>
                <a:gd name="connsiteX560" fmla="*/ 3602355 w 4351972"/>
                <a:gd name="connsiteY560" fmla="*/ 190500 h 310515"/>
                <a:gd name="connsiteX561" fmla="*/ 3607118 w 4351972"/>
                <a:gd name="connsiteY561" fmla="*/ 219075 h 310515"/>
                <a:gd name="connsiteX562" fmla="*/ 3578543 w 4351972"/>
                <a:gd name="connsiteY562" fmla="*/ 283845 h 310515"/>
                <a:gd name="connsiteX563" fmla="*/ 3507105 w 4351972"/>
                <a:gd name="connsiteY563" fmla="*/ 309562 h 310515"/>
                <a:gd name="connsiteX564" fmla="*/ 3468052 w 4351972"/>
                <a:gd name="connsiteY564" fmla="*/ 302895 h 310515"/>
                <a:gd name="connsiteX565" fmla="*/ 3433762 w 4351972"/>
                <a:gd name="connsiteY565" fmla="*/ 287655 h 310515"/>
                <a:gd name="connsiteX566" fmla="*/ 3425190 w 4351972"/>
                <a:gd name="connsiteY566" fmla="*/ 302895 h 310515"/>
                <a:gd name="connsiteX567" fmla="*/ 3408998 w 4351972"/>
                <a:gd name="connsiteY567" fmla="*/ 302895 h 310515"/>
                <a:gd name="connsiteX568" fmla="*/ 3406140 w 4351972"/>
                <a:gd name="connsiteY568" fmla="*/ 201930 h 310515"/>
                <a:gd name="connsiteX569" fmla="*/ 3422332 w 4351972"/>
                <a:gd name="connsiteY569" fmla="*/ 201930 h 310515"/>
                <a:gd name="connsiteX570" fmla="*/ 3434715 w 4351972"/>
                <a:gd name="connsiteY570" fmla="*/ 236220 h 310515"/>
                <a:gd name="connsiteX571" fmla="*/ 3452812 w 4351972"/>
                <a:gd name="connsiteY571" fmla="*/ 264795 h 310515"/>
                <a:gd name="connsiteX572" fmla="*/ 3478530 w 4351972"/>
                <a:gd name="connsiteY572" fmla="*/ 284797 h 310515"/>
                <a:gd name="connsiteX573" fmla="*/ 3511868 w 4351972"/>
                <a:gd name="connsiteY573" fmla="*/ 292417 h 310515"/>
                <a:gd name="connsiteX574" fmla="*/ 3536632 w 4351972"/>
                <a:gd name="connsiteY574" fmla="*/ 288607 h 310515"/>
                <a:gd name="connsiteX575" fmla="*/ 3553777 w 4351972"/>
                <a:gd name="connsiteY575" fmla="*/ 278130 h 310515"/>
                <a:gd name="connsiteX576" fmla="*/ 3563302 w 4351972"/>
                <a:gd name="connsiteY576" fmla="*/ 261937 h 310515"/>
                <a:gd name="connsiteX577" fmla="*/ 3566160 w 4351972"/>
                <a:gd name="connsiteY577" fmla="*/ 240982 h 310515"/>
                <a:gd name="connsiteX578" fmla="*/ 3556635 w 4351972"/>
                <a:gd name="connsiteY578" fmla="*/ 207645 h 310515"/>
                <a:gd name="connsiteX579" fmla="*/ 3527107 w 4351972"/>
                <a:gd name="connsiteY579" fmla="*/ 184785 h 310515"/>
                <a:gd name="connsiteX580" fmla="*/ 3495675 w 4351972"/>
                <a:gd name="connsiteY580" fmla="*/ 172402 h 310515"/>
                <a:gd name="connsiteX581" fmla="*/ 3465195 w 4351972"/>
                <a:gd name="connsiteY581" fmla="*/ 160020 h 310515"/>
                <a:gd name="connsiteX582" fmla="*/ 3426143 w 4351972"/>
                <a:gd name="connsiteY582" fmla="*/ 130492 h 310515"/>
                <a:gd name="connsiteX583" fmla="*/ 3411855 w 4351972"/>
                <a:gd name="connsiteY583" fmla="*/ 82867 h 310515"/>
                <a:gd name="connsiteX584" fmla="*/ 3418523 w 4351972"/>
                <a:gd name="connsiteY584" fmla="*/ 51435 h 310515"/>
                <a:gd name="connsiteX585" fmla="*/ 3437573 w 4351972"/>
                <a:gd name="connsiteY585" fmla="*/ 25717 h 310515"/>
                <a:gd name="connsiteX586" fmla="*/ 3466148 w 4351972"/>
                <a:gd name="connsiteY586" fmla="*/ 8572 h 310515"/>
                <a:gd name="connsiteX587" fmla="*/ 3500437 w 4351972"/>
                <a:gd name="connsiteY587" fmla="*/ 1905 h 310515"/>
                <a:gd name="connsiteX588" fmla="*/ 1459230 w 4351972"/>
                <a:gd name="connsiteY588" fmla="*/ 0 h 310515"/>
                <a:gd name="connsiteX589" fmla="*/ 1503045 w 4351972"/>
                <a:gd name="connsiteY589" fmla="*/ 6667 h 310515"/>
                <a:gd name="connsiteX590" fmla="*/ 1535430 w 4351972"/>
                <a:gd name="connsiteY590" fmla="*/ 20955 h 310515"/>
                <a:gd name="connsiteX591" fmla="*/ 1544003 w 4351972"/>
                <a:gd name="connsiteY591" fmla="*/ 6667 h 310515"/>
                <a:gd name="connsiteX592" fmla="*/ 1560195 w 4351972"/>
                <a:gd name="connsiteY592" fmla="*/ 6667 h 310515"/>
                <a:gd name="connsiteX593" fmla="*/ 1562100 w 4351972"/>
                <a:gd name="connsiteY593" fmla="*/ 109537 h 310515"/>
                <a:gd name="connsiteX594" fmla="*/ 1544955 w 4351972"/>
                <a:gd name="connsiteY594" fmla="*/ 109537 h 310515"/>
                <a:gd name="connsiteX595" fmla="*/ 1534478 w 4351972"/>
                <a:gd name="connsiteY595" fmla="*/ 76200 h 310515"/>
                <a:gd name="connsiteX596" fmla="*/ 1518285 w 4351972"/>
                <a:gd name="connsiteY596" fmla="*/ 46672 h 310515"/>
                <a:gd name="connsiteX597" fmla="*/ 1493520 w 4351972"/>
                <a:gd name="connsiteY597" fmla="*/ 25717 h 310515"/>
                <a:gd name="connsiteX598" fmla="*/ 1458278 w 4351972"/>
                <a:gd name="connsiteY598" fmla="*/ 18097 h 310515"/>
                <a:gd name="connsiteX599" fmla="*/ 1418273 w 4351972"/>
                <a:gd name="connsiteY599" fmla="*/ 27622 h 310515"/>
                <a:gd name="connsiteX600" fmla="*/ 1387793 w 4351972"/>
                <a:gd name="connsiteY600" fmla="*/ 54292 h 310515"/>
                <a:gd name="connsiteX601" fmla="*/ 1368743 w 4351972"/>
                <a:gd name="connsiteY601" fmla="*/ 97155 h 310515"/>
                <a:gd name="connsiteX602" fmla="*/ 1362075 w 4351972"/>
                <a:gd name="connsiteY602" fmla="*/ 155257 h 310515"/>
                <a:gd name="connsiteX603" fmla="*/ 1368743 w 4351972"/>
                <a:gd name="connsiteY603" fmla="*/ 208597 h 310515"/>
                <a:gd name="connsiteX604" fmla="*/ 1388745 w 4351972"/>
                <a:gd name="connsiteY604" fmla="*/ 251460 h 310515"/>
                <a:gd name="connsiteX605" fmla="*/ 1421130 w 4351972"/>
                <a:gd name="connsiteY605" fmla="*/ 280987 h 310515"/>
                <a:gd name="connsiteX606" fmla="*/ 1464945 w 4351972"/>
                <a:gd name="connsiteY606" fmla="*/ 291465 h 310515"/>
                <a:gd name="connsiteX607" fmla="*/ 1498283 w 4351972"/>
                <a:gd name="connsiteY607" fmla="*/ 285750 h 310515"/>
                <a:gd name="connsiteX608" fmla="*/ 1519238 w 4351972"/>
                <a:gd name="connsiteY608" fmla="*/ 274320 h 310515"/>
                <a:gd name="connsiteX609" fmla="*/ 1521143 w 4351972"/>
                <a:gd name="connsiteY609" fmla="*/ 252412 h 310515"/>
                <a:gd name="connsiteX610" fmla="*/ 1521143 w 4351972"/>
                <a:gd name="connsiteY610" fmla="*/ 233362 h 310515"/>
                <a:gd name="connsiteX611" fmla="*/ 1521143 w 4351972"/>
                <a:gd name="connsiteY611" fmla="*/ 217170 h 310515"/>
                <a:gd name="connsiteX612" fmla="*/ 1518285 w 4351972"/>
                <a:gd name="connsiteY612" fmla="*/ 201930 h 310515"/>
                <a:gd name="connsiteX613" fmla="*/ 1508760 w 4351972"/>
                <a:gd name="connsiteY613" fmla="*/ 192405 h 310515"/>
                <a:gd name="connsiteX614" fmla="*/ 1489710 w 4351972"/>
                <a:gd name="connsiteY614" fmla="*/ 187642 h 310515"/>
                <a:gd name="connsiteX615" fmla="*/ 1471613 w 4351972"/>
                <a:gd name="connsiteY615" fmla="*/ 185737 h 310515"/>
                <a:gd name="connsiteX616" fmla="*/ 1471613 w 4351972"/>
                <a:gd name="connsiteY616" fmla="*/ 170497 h 310515"/>
                <a:gd name="connsiteX617" fmla="*/ 1601153 w 4351972"/>
                <a:gd name="connsiteY617" fmla="*/ 170497 h 310515"/>
                <a:gd name="connsiteX618" fmla="*/ 1601153 w 4351972"/>
                <a:gd name="connsiteY618" fmla="*/ 184785 h 310515"/>
                <a:gd name="connsiteX619" fmla="*/ 1587818 w 4351972"/>
                <a:gd name="connsiteY619" fmla="*/ 186690 h 310515"/>
                <a:gd name="connsiteX620" fmla="*/ 1574483 w 4351972"/>
                <a:gd name="connsiteY620" fmla="*/ 190500 h 310515"/>
                <a:gd name="connsiteX621" fmla="*/ 1565910 w 4351972"/>
                <a:gd name="connsiteY621" fmla="*/ 199072 h 310515"/>
                <a:gd name="connsiteX622" fmla="*/ 1563053 w 4351972"/>
                <a:gd name="connsiteY622" fmla="*/ 212407 h 310515"/>
                <a:gd name="connsiteX623" fmla="*/ 1563053 w 4351972"/>
                <a:gd name="connsiteY623" fmla="*/ 235267 h 310515"/>
                <a:gd name="connsiteX624" fmla="*/ 1563053 w 4351972"/>
                <a:gd name="connsiteY624" fmla="*/ 268605 h 310515"/>
                <a:gd name="connsiteX625" fmla="*/ 1564005 w 4351972"/>
                <a:gd name="connsiteY625" fmla="*/ 282892 h 310515"/>
                <a:gd name="connsiteX626" fmla="*/ 1508760 w 4351972"/>
                <a:gd name="connsiteY626" fmla="*/ 301942 h 310515"/>
                <a:gd name="connsiteX627" fmla="*/ 1454468 w 4351972"/>
                <a:gd name="connsiteY627" fmla="*/ 308610 h 310515"/>
                <a:gd name="connsiteX628" fmla="*/ 1400175 w 4351972"/>
                <a:gd name="connsiteY628" fmla="*/ 298132 h 310515"/>
                <a:gd name="connsiteX629" fmla="*/ 1354455 w 4351972"/>
                <a:gd name="connsiteY629" fmla="*/ 267652 h 310515"/>
                <a:gd name="connsiteX630" fmla="*/ 1323023 w 4351972"/>
                <a:gd name="connsiteY630" fmla="*/ 220027 h 310515"/>
                <a:gd name="connsiteX631" fmla="*/ 1311593 w 4351972"/>
                <a:gd name="connsiteY631" fmla="*/ 157162 h 310515"/>
                <a:gd name="connsiteX632" fmla="*/ 1323023 w 4351972"/>
                <a:gd name="connsiteY632" fmla="*/ 94297 h 310515"/>
                <a:gd name="connsiteX633" fmla="*/ 1354455 w 4351972"/>
                <a:gd name="connsiteY633" fmla="*/ 43815 h 310515"/>
                <a:gd name="connsiteX634" fmla="*/ 1401128 w 4351972"/>
                <a:gd name="connsiteY634" fmla="*/ 11430 h 310515"/>
                <a:gd name="connsiteX635" fmla="*/ 1459230 w 4351972"/>
                <a:gd name="connsiteY635" fmla="*/ 0 h 31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4351972" h="310515">
                  <a:moveTo>
                    <a:pt x="3189922" y="24765"/>
                  </a:moveTo>
                  <a:lnTo>
                    <a:pt x="3189922" y="151448"/>
                  </a:lnTo>
                  <a:lnTo>
                    <a:pt x="3217545" y="151448"/>
                  </a:lnTo>
                  <a:cubicBezTo>
                    <a:pt x="3236595" y="151448"/>
                    <a:pt x="3252787" y="145733"/>
                    <a:pt x="3266122" y="133350"/>
                  </a:cubicBezTo>
                  <a:cubicBezTo>
                    <a:pt x="3277552" y="120968"/>
                    <a:pt x="3284220" y="103823"/>
                    <a:pt x="3284220" y="82868"/>
                  </a:cubicBezTo>
                  <a:cubicBezTo>
                    <a:pt x="3284220" y="64770"/>
                    <a:pt x="3279457" y="50483"/>
                    <a:pt x="3268980" y="40005"/>
                  </a:cubicBezTo>
                  <a:cubicBezTo>
                    <a:pt x="3258502" y="29528"/>
                    <a:pt x="3244214" y="24765"/>
                    <a:pt x="3225164" y="24765"/>
                  </a:cubicBezTo>
                  <a:close/>
                  <a:moveTo>
                    <a:pt x="83820" y="24765"/>
                  </a:moveTo>
                  <a:lnTo>
                    <a:pt x="83820" y="155258"/>
                  </a:lnTo>
                  <a:lnTo>
                    <a:pt x="104775" y="155258"/>
                  </a:lnTo>
                  <a:cubicBezTo>
                    <a:pt x="120015" y="155258"/>
                    <a:pt x="131445" y="153353"/>
                    <a:pt x="140970" y="148590"/>
                  </a:cubicBezTo>
                  <a:cubicBezTo>
                    <a:pt x="151447" y="143828"/>
                    <a:pt x="158115" y="138113"/>
                    <a:pt x="162877" y="130493"/>
                  </a:cubicBezTo>
                  <a:cubicBezTo>
                    <a:pt x="167640" y="123825"/>
                    <a:pt x="170497" y="117158"/>
                    <a:pt x="172402" y="109538"/>
                  </a:cubicBezTo>
                  <a:cubicBezTo>
                    <a:pt x="174307" y="102870"/>
                    <a:pt x="174307" y="96203"/>
                    <a:pt x="174307" y="90488"/>
                  </a:cubicBezTo>
                  <a:cubicBezTo>
                    <a:pt x="174307" y="82868"/>
                    <a:pt x="173355" y="74295"/>
                    <a:pt x="171450" y="66675"/>
                  </a:cubicBezTo>
                  <a:cubicBezTo>
                    <a:pt x="169545" y="58103"/>
                    <a:pt x="166687" y="51435"/>
                    <a:pt x="161925" y="45720"/>
                  </a:cubicBezTo>
                  <a:cubicBezTo>
                    <a:pt x="157162" y="39053"/>
                    <a:pt x="150495" y="34290"/>
                    <a:pt x="142875" y="30480"/>
                  </a:cubicBezTo>
                  <a:cubicBezTo>
                    <a:pt x="135255" y="26670"/>
                    <a:pt x="124777" y="24765"/>
                    <a:pt x="113347" y="24765"/>
                  </a:cubicBezTo>
                  <a:close/>
                  <a:moveTo>
                    <a:pt x="4067175" y="7620"/>
                  </a:moveTo>
                  <a:lnTo>
                    <a:pt x="4192905" y="7620"/>
                  </a:lnTo>
                  <a:lnTo>
                    <a:pt x="4192905" y="22860"/>
                  </a:lnTo>
                  <a:cubicBezTo>
                    <a:pt x="4178617" y="22860"/>
                    <a:pt x="4169092" y="23812"/>
                    <a:pt x="4163377" y="25717"/>
                  </a:cubicBezTo>
                  <a:cubicBezTo>
                    <a:pt x="4157662" y="27622"/>
                    <a:pt x="4154805" y="29527"/>
                    <a:pt x="4154805" y="32385"/>
                  </a:cubicBezTo>
                  <a:cubicBezTo>
                    <a:pt x="4154805" y="33337"/>
                    <a:pt x="4154805" y="34290"/>
                    <a:pt x="4155757" y="37147"/>
                  </a:cubicBezTo>
                  <a:cubicBezTo>
                    <a:pt x="4156710" y="39052"/>
                    <a:pt x="4157662" y="41910"/>
                    <a:pt x="4159567" y="44767"/>
                  </a:cubicBezTo>
                  <a:cubicBezTo>
                    <a:pt x="4161472" y="48577"/>
                    <a:pt x="4163377" y="52387"/>
                    <a:pt x="4166235" y="57150"/>
                  </a:cubicBezTo>
                  <a:cubicBezTo>
                    <a:pt x="4169092" y="61912"/>
                    <a:pt x="4170997" y="66675"/>
                    <a:pt x="4172902" y="70485"/>
                  </a:cubicBezTo>
                  <a:cubicBezTo>
                    <a:pt x="4179570" y="82867"/>
                    <a:pt x="4186237" y="95250"/>
                    <a:pt x="4192905" y="107632"/>
                  </a:cubicBezTo>
                  <a:cubicBezTo>
                    <a:pt x="4199572" y="120015"/>
                    <a:pt x="4208145" y="136207"/>
                    <a:pt x="4219575" y="155257"/>
                  </a:cubicBezTo>
                  <a:cubicBezTo>
                    <a:pt x="4241482" y="120015"/>
                    <a:pt x="4257675" y="92392"/>
                    <a:pt x="4270057" y="73342"/>
                  </a:cubicBezTo>
                  <a:cubicBezTo>
                    <a:pt x="4281487" y="53340"/>
                    <a:pt x="4287202" y="41910"/>
                    <a:pt x="4287202" y="38100"/>
                  </a:cubicBezTo>
                  <a:cubicBezTo>
                    <a:pt x="4287202" y="35242"/>
                    <a:pt x="4286250" y="32385"/>
                    <a:pt x="4283392" y="30480"/>
                  </a:cubicBezTo>
                  <a:cubicBezTo>
                    <a:pt x="4281487" y="28575"/>
                    <a:pt x="4277677" y="26670"/>
                    <a:pt x="4273867" y="25717"/>
                  </a:cubicBezTo>
                  <a:cubicBezTo>
                    <a:pt x="4270057" y="24765"/>
                    <a:pt x="4265295" y="23812"/>
                    <a:pt x="4260532" y="23812"/>
                  </a:cubicBezTo>
                  <a:cubicBezTo>
                    <a:pt x="4255770" y="23812"/>
                    <a:pt x="4251007" y="22860"/>
                    <a:pt x="4247197" y="22860"/>
                  </a:cubicBezTo>
                  <a:lnTo>
                    <a:pt x="4247197" y="7620"/>
                  </a:lnTo>
                  <a:lnTo>
                    <a:pt x="4350067" y="7620"/>
                  </a:lnTo>
                  <a:lnTo>
                    <a:pt x="4350067" y="22860"/>
                  </a:lnTo>
                  <a:lnTo>
                    <a:pt x="4351972" y="22860"/>
                  </a:lnTo>
                  <a:cubicBezTo>
                    <a:pt x="4350067" y="22860"/>
                    <a:pt x="4346257" y="23812"/>
                    <a:pt x="4340542" y="25717"/>
                  </a:cubicBezTo>
                  <a:cubicBezTo>
                    <a:pt x="4335780" y="27622"/>
                    <a:pt x="4331970" y="29527"/>
                    <a:pt x="4329112" y="30480"/>
                  </a:cubicBezTo>
                  <a:cubicBezTo>
                    <a:pt x="4323397" y="33337"/>
                    <a:pt x="4319587" y="36195"/>
                    <a:pt x="4317682" y="38100"/>
                  </a:cubicBezTo>
                  <a:cubicBezTo>
                    <a:pt x="4315777" y="40005"/>
                    <a:pt x="4311967" y="44767"/>
                    <a:pt x="4306252" y="52387"/>
                  </a:cubicBezTo>
                  <a:cubicBezTo>
                    <a:pt x="4295775" y="67627"/>
                    <a:pt x="4285297" y="82867"/>
                    <a:pt x="4276725" y="99060"/>
                  </a:cubicBezTo>
                  <a:cubicBezTo>
                    <a:pt x="4267200" y="114300"/>
                    <a:pt x="4255770" y="134302"/>
                    <a:pt x="4242435" y="159067"/>
                  </a:cubicBezTo>
                  <a:cubicBezTo>
                    <a:pt x="4237672" y="167640"/>
                    <a:pt x="4233862" y="175260"/>
                    <a:pt x="4231957" y="180022"/>
                  </a:cubicBezTo>
                  <a:cubicBezTo>
                    <a:pt x="4230052" y="185737"/>
                    <a:pt x="4229100" y="193357"/>
                    <a:pt x="4229100" y="203835"/>
                  </a:cubicBezTo>
                  <a:lnTo>
                    <a:pt x="4229100" y="260032"/>
                  </a:lnTo>
                  <a:cubicBezTo>
                    <a:pt x="4229100" y="264795"/>
                    <a:pt x="4230052" y="269557"/>
                    <a:pt x="4231957" y="273367"/>
                  </a:cubicBezTo>
                  <a:cubicBezTo>
                    <a:pt x="4233862" y="277177"/>
                    <a:pt x="4237672" y="280035"/>
                    <a:pt x="4242435" y="281940"/>
                  </a:cubicBezTo>
                  <a:cubicBezTo>
                    <a:pt x="4245292" y="282892"/>
                    <a:pt x="4250055" y="284797"/>
                    <a:pt x="4257675" y="285750"/>
                  </a:cubicBezTo>
                  <a:cubicBezTo>
                    <a:pt x="4265295" y="287655"/>
                    <a:pt x="4271010" y="288607"/>
                    <a:pt x="4275772" y="288607"/>
                  </a:cubicBezTo>
                  <a:lnTo>
                    <a:pt x="4275772" y="303847"/>
                  </a:lnTo>
                  <a:lnTo>
                    <a:pt x="4137660" y="303847"/>
                  </a:lnTo>
                  <a:lnTo>
                    <a:pt x="4137660" y="288607"/>
                  </a:lnTo>
                  <a:cubicBezTo>
                    <a:pt x="4141470" y="288607"/>
                    <a:pt x="4147185" y="287655"/>
                    <a:pt x="4154805" y="286702"/>
                  </a:cubicBezTo>
                  <a:cubicBezTo>
                    <a:pt x="4162425" y="285750"/>
                    <a:pt x="4168140" y="284797"/>
                    <a:pt x="4170997" y="283845"/>
                  </a:cubicBezTo>
                  <a:cubicBezTo>
                    <a:pt x="4175760" y="281940"/>
                    <a:pt x="4179570" y="279082"/>
                    <a:pt x="4181475" y="275272"/>
                  </a:cubicBezTo>
                  <a:cubicBezTo>
                    <a:pt x="4183380" y="271462"/>
                    <a:pt x="4184332" y="267652"/>
                    <a:pt x="4184332" y="261937"/>
                  </a:cubicBezTo>
                  <a:lnTo>
                    <a:pt x="4184332" y="190500"/>
                  </a:lnTo>
                  <a:cubicBezTo>
                    <a:pt x="4184332" y="188595"/>
                    <a:pt x="4183380" y="183832"/>
                    <a:pt x="4180522" y="178117"/>
                  </a:cubicBezTo>
                  <a:cubicBezTo>
                    <a:pt x="4177665" y="172402"/>
                    <a:pt x="4174807" y="165735"/>
                    <a:pt x="4170997" y="158115"/>
                  </a:cubicBezTo>
                  <a:cubicBezTo>
                    <a:pt x="4162425" y="141922"/>
                    <a:pt x="4153852" y="124777"/>
                    <a:pt x="4143375" y="105727"/>
                  </a:cubicBezTo>
                  <a:cubicBezTo>
                    <a:pt x="4132897" y="86677"/>
                    <a:pt x="4124325" y="71437"/>
                    <a:pt x="4116705" y="58102"/>
                  </a:cubicBezTo>
                  <a:cubicBezTo>
                    <a:pt x="4111942" y="50482"/>
                    <a:pt x="4108132" y="43815"/>
                    <a:pt x="4104322" y="40005"/>
                  </a:cubicBezTo>
                  <a:cubicBezTo>
                    <a:pt x="4100512" y="36195"/>
                    <a:pt x="4096702" y="32385"/>
                    <a:pt x="4091940" y="29527"/>
                  </a:cubicBezTo>
                  <a:cubicBezTo>
                    <a:pt x="4089082" y="27622"/>
                    <a:pt x="4084320" y="25717"/>
                    <a:pt x="4079557" y="24765"/>
                  </a:cubicBezTo>
                  <a:cubicBezTo>
                    <a:pt x="4074795" y="23812"/>
                    <a:pt x="4070985" y="22860"/>
                    <a:pt x="4067175" y="22860"/>
                  </a:cubicBezTo>
                  <a:close/>
                  <a:moveTo>
                    <a:pt x="3791903" y="7620"/>
                  </a:moveTo>
                  <a:lnTo>
                    <a:pt x="4050031" y="7620"/>
                  </a:lnTo>
                  <a:lnTo>
                    <a:pt x="4050031" y="87630"/>
                  </a:lnTo>
                  <a:lnTo>
                    <a:pt x="4035743" y="87630"/>
                  </a:lnTo>
                  <a:cubicBezTo>
                    <a:pt x="4034790" y="82867"/>
                    <a:pt x="4031933" y="76200"/>
                    <a:pt x="4029075" y="69532"/>
                  </a:cubicBezTo>
                  <a:cubicBezTo>
                    <a:pt x="4026218" y="62865"/>
                    <a:pt x="4022408" y="56197"/>
                    <a:pt x="4017645" y="50482"/>
                  </a:cubicBezTo>
                  <a:cubicBezTo>
                    <a:pt x="4013836" y="43815"/>
                    <a:pt x="4009073" y="38100"/>
                    <a:pt x="4004311" y="33337"/>
                  </a:cubicBezTo>
                  <a:cubicBezTo>
                    <a:pt x="3999548" y="28575"/>
                    <a:pt x="3994786" y="25717"/>
                    <a:pt x="3990023" y="24765"/>
                  </a:cubicBezTo>
                  <a:cubicBezTo>
                    <a:pt x="3986213" y="23812"/>
                    <a:pt x="3980498" y="23812"/>
                    <a:pt x="3973831" y="23812"/>
                  </a:cubicBezTo>
                  <a:cubicBezTo>
                    <a:pt x="3967163" y="23812"/>
                    <a:pt x="3961448" y="23812"/>
                    <a:pt x="3955733" y="23812"/>
                  </a:cubicBezTo>
                  <a:lnTo>
                    <a:pt x="3943350" y="23812"/>
                  </a:lnTo>
                  <a:lnTo>
                    <a:pt x="3943350" y="260032"/>
                  </a:lnTo>
                  <a:cubicBezTo>
                    <a:pt x="3943350" y="264795"/>
                    <a:pt x="3944303" y="268605"/>
                    <a:pt x="3946208" y="272415"/>
                  </a:cubicBezTo>
                  <a:cubicBezTo>
                    <a:pt x="3948113" y="276225"/>
                    <a:pt x="3951923" y="279082"/>
                    <a:pt x="3956686" y="280987"/>
                  </a:cubicBezTo>
                  <a:cubicBezTo>
                    <a:pt x="3959543" y="281940"/>
                    <a:pt x="3964306" y="282892"/>
                    <a:pt x="3971925" y="284797"/>
                  </a:cubicBezTo>
                  <a:cubicBezTo>
                    <a:pt x="3979545" y="286702"/>
                    <a:pt x="3986213" y="287655"/>
                    <a:pt x="3990975" y="287655"/>
                  </a:cubicBezTo>
                  <a:lnTo>
                    <a:pt x="3990975" y="302895"/>
                  </a:lnTo>
                  <a:lnTo>
                    <a:pt x="3851911" y="302895"/>
                  </a:lnTo>
                  <a:lnTo>
                    <a:pt x="3851911" y="287655"/>
                  </a:lnTo>
                  <a:cubicBezTo>
                    <a:pt x="3855720" y="287655"/>
                    <a:pt x="3861436" y="286702"/>
                    <a:pt x="3870008" y="285750"/>
                  </a:cubicBezTo>
                  <a:cubicBezTo>
                    <a:pt x="3877628" y="284797"/>
                    <a:pt x="3883343" y="283845"/>
                    <a:pt x="3886200" y="282892"/>
                  </a:cubicBezTo>
                  <a:cubicBezTo>
                    <a:pt x="3890963" y="280987"/>
                    <a:pt x="3893820" y="278130"/>
                    <a:pt x="3896678" y="275272"/>
                  </a:cubicBezTo>
                  <a:cubicBezTo>
                    <a:pt x="3898583" y="271462"/>
                    <a:pt x="3899536" y="267652"/>
                    <a:pt x="3899536" y="261937"/>
                  </a:cubicBezTo>
                  <a:lnTo>
                    <a:pt x="3899536" y="23812"/>
                  </a:lnTo>
                  <a:lnTo>
                    <a:pt x="3887153" y="23812"/>
                  </a:lnTo>
                  <a:cubicBezTo>
                    <a:pt x="3882390" y="23812"/>
                    <a:pt x="3877628" y="23812"/>
                    <a:pt x="3870961" y="23812"/>
                  </a:cubicBezTo>
                  <a:cubicBezTo>
                    <a:pt x="3864293" y="23812"/>
                    <a:pt x="3858578" y="24765"/>
                    <a:pt x="3852863" y="24765"/>
                  </a:cubicBezTo>
                  <a:cubicBezTo>
                    <a:pt x="3848100" y="25717"/>
                    <a:pt x="3843338" y="27622"/>
                    <a:pt x="3838575" y="33337"/>
                  </a:cubicBezTo>
                  <a:cubicBezTo>
                    <a:pt x="3833813" y="38100"/>
                    <a:pt x="3829050" y="43815"/>
                    <a:pt x="3825240" y="50482"/>
                  </a:cubicBezTo>
                  <a:cubicBezTo>
                    <a:pt x="3821431" y="57150"/>
                    <a:pt x="3817620" y="63817"/>
                    <a:pt x="3813811" y="70485"/>
                  </a:cubicBezTo>
                  <a:cubicBezTo>
                    <a:pt x="3810953" y="77152"/>
                    <a:pt x="3808095" y="83820"/>
                    <a:pt x="3807143" y="87630"/>
                  </a:cubicBezTo>
                  <a:lnTo>
                    <a:pt x="3791903" y="87630"/>
                  </a:lnTo>
                  <a:close/>
                  <a:moveTo>
                    <a:pt x="3107055" y="6668"/>
                  </a:moveTo>
                  <a:lnTo>
                    <a:pt x="3243262" y="6668"/>
                  </a:lnTo>
                  <a:cubicBezTo>
                    <a:pt x="3255645" y="6668"/>
                    <a:pt x="3267075" y="7620"/>
                    <a:pt x="3278505" y="10478"/>
                  </a:cubicBezTo>
                  <a:cubicBezTo>
                    <a:pt x="3289935" y="13335"/>
                    <a:pt x="3299460" y="17145"/>
                    <a:pt x="3308032" y="22860"/>
                  </a:cubicBezTo>
                  <a:cubicBezTo>
                    <a:pt x="3316605" y="28575"/>
                    <a:pt x="3323272" y="35243"/>
                    <a:pt x="3328987" y="44768"/>
                  </a:cubicBezTo>
                  <a:cubicBezTo>
                    <a:pt x="3333750" y="53340"/>
                    <a:pt x="3336607" y="64770"/>
                    <a:pt x="3336607" y="77153"/>
                  </a:cubicBezTo>
                  <a:cubicBezTo>
                    <a:pt x="3336607" y="88583"/>
                    <a:pt x="3334702" y="98108"/>
                    <a:pt x="3330892" y="107633"/>
                  </a:cubicBezTo>
                  <a:cubicBezTo>
                    <a:pt x="3327082" y="116205"/>
                    <a:pt x="3322320" y="123825"/>
                    <a:pt x="3315652" y="130493"/>
                  </a:cubicBezTo>
                  <a:cubicBezTo>
                    <a:pt x="3308985" y="136208"/>
                    <a:pt x="3302317" y="141923"/>
                    <a:pt x="3292792" y="145733"/>
                  </a:cubicBezTo>
                  <a:cubicBezTo>
                    <a:pt x="3284220" y="150495"/>
                    <a:pt x="3274695" y="153353"/>
                    <a:pt x="3263264" y="157163"/>
                  </a:cubicBezTo>
                  <a:cubicBezTo>
                    <a:pt x="3277552" y="176213"/>
                    <a:pt x="3289935" y="192405"/>
                    <a:pt x="3299460" y="205740"/>
                  </a:cubicBezTo>
                  <a:cubicBezTo>
                    <a:pt x="3308985" y="219075"/>
                    <a:pt x="3321367" y="235268"/>
                    <a:pt x="3334702" y="253365"/>
                  </a:cubicBezTo>
                  <a:cubicBezTo>
                    <a:pt x="3340417" y="261938"/>
                    <a:pt x="3346132" y="267653"/>
                    <a:pt x="3350895" y="271463"/>
                  </a:cubicBezTo>
                  <a:cubicBezTo>
                    <a:pt x="3355657" y="275273"/>
                    <a:pt x="3360420" y="278130"/>
                    <a:pt x="3365182" y="280988"/>
                  </a:cubicBezTo>
                  <a:cubicBezTo>
                    <a:pt x="3368992" y="282893"/>
                    <a:pt x="3373755" y="283845"/>
                    <a:pt x="3378517" y="284798"/>
                  </a:cubicBezTo>
                  <a:cubicBezTo>
                    <a:pt x="3384232" y="285750"/>
                    <a:pt x="3388042" y="286703"/>
                    <a:pt x="3391852" y="286703"/>
                  </a:cubicBezTo>
                  <a:lnTo>
                    <a:pt x="3391852" y="302895"/>
                  </a:lnTo>
                  <a:lnTo>
                    <a:pt x="3313747" y="302895"/>
                  </a:lnTo>
                  <a:cubicBezTo>
                    <a:pt x="3296602" y="275273"/>
                    <a:pt x="3280410" y="251460"/>
                    <a:pt x="3266122" y="231458"/>
                  </a:cubicBezTo>
                  <a:cubicBezTo>
                    <a:pt x="3251835" y="211455"/>
                    <a:pt x="3236595" y="190500"/>
                    <a:pt x="3220402" y="169545"/>
                  </a:cubicBezTo>
                  <a:lnTo>
                    <a:pt x="3189922" y="169545"/>
                  </a:lnTo>
                  <a:lnTo>
                    <a:pt x="3189922" y="262890"/>
                  </a:lnTo>
                  <a:cubicBezTo>
                    <a:pt x="3189922" y="267653"/>
                    <a:pt x="3190875" y="271463"/>
                    <a:pt x="3191827" y="275273"/>
                  </a:cubicBezTo>
                  <a:cubicBezTo>
                    <a:pt x="3193732" y="279083"/>
                    <a:pt x="3196589" y="281940"/>
                    <a:pt x="3201352" y="283845"/>
                  </a:cubicBezTo>
                  <a:cubicBezTo>
                    <a:pt x="3204210" y="284798"/>
                    <a:pt x="3208020" y="285750"/>
                    <a:pt x="3214687" y="286703"/>
                  </a:cubicBezTo>
                  <a:cubicBezTo>
                    <a:pt x="3220402" y="287655"/>
                    <a:pt x="3226117" y="287655"/>
                    <a:pt x="3230880" y="287655"/>
                  </a:cubicBezTo>
                  <a:lnTo>
                    <a:pt x="3230880" y="302895"/>
                  </a:lnTo>
                  <a:lnTo>
                    <a:pt x="3107055" y="302895"/>
                  </a:lnTo>
                  <a:lnTo>
                    <a:pt x="3107055" y="287655"/>
                  </a:lnTo>
                  <a:cubicBezTo>
                    <a:pt x="3109912" y="287655"/>
                    <a:pt x="3114675" y="286703"/>
                    <a:pt x="3121342" y="285750"/>
                  </a:cubicBezTo>
                  <a:cubicBezTo>
                    <a:pt x="3128010" y="284798"/>
                    <a:pt x="3131820" y="283845"/>
                    <a:pt x="3134677" y="282893"/>
                  </a:cubicBezTo>
                  <a:cubicBezTo>
                    <a:pt x="3138487" y="280988"/>
                    <a:pt x="3141345" y="278130"/>
                    <a:pt x="3143250" y="275273"/>
                  </a:cubicBezTo>
                  <a:cubicBezTo>
                    <a:pt x="3145155" y="271463"/>
                    <a:pt x="3146107" y="267653"/>
                    <a:pt x="3146107" y="261938"/>
                  </a:cubicBezTo>
                  <a:lnTo>
                    <a:pt x="3146107" y="49530"/>
                  </a:lnTo>
                  <a:cubicBezTo>
                    <a:pt x="3146107" y="44768"/>
                    <a:pt x="3145155" y="40005"/>
                    <a:pt x="3144202" y="36195"/>
                  </a:cubicBezTo>
                  <a:cubicBezTo>
                    <a:pt x="3143250" y="32385"/>
                    <a:pt x="3139439" y="29528"/>
                    <a:pt x="3134677" y="27623"/>
                  </a:cubicBezTo>
                  <a:cubicBezTo>
                    <a:pt x="3130867" y="26670"/>
                    <a:pt x="3127057" y="25718"/>
                    <a:pt x="3121342" y="23813"/>
                  </a:cubicBezTo>
                  <a:cubicBezTo>
                    <a:pt x="3115627" y="22860"/>
                    <a:pt x="3110864" y="21908"/>
                    <a:pt x="3107055" y="21908"/>
                  </a:cubicBezTo>
                  <a:close/>
                  <a:moveTo>
                    <a:pt x="2514600" y="6668"/>
                  </a:moveTo>
                  <a:lnTo>
                    <a:pt x="2636520" y="6668"/>
                  </a:lnTo>
                  <a:lnTo>
                    <a:pt x="2636520" y="21908"/>
                  </a:lnTo>
                  <a:cubicBezTo>
                    <a:pt x="2626042" y="22860"/>
                    <a:pt x="2617470" y="23813"/>
                    <a:pt x="2609850" y="24765"/>
                  </a:cubicBezTo>
                  <a:cubicBezTo>
                    <a:pt x="2603182" y="26670"/>
                    <a:pt x="2599372" y="28575"/>
                    <a:pt x="2599372" y="33338"/>
                  </a:cubicBezTo>
                  <a:cubicBezTo>
                    <a:pt x="2599372" y="35243"/>
                    <a:pt x="2599372" y="37148"/>
                    <a:pt x="2600325" y="39053"/>
                  </a:cubicBezTo>
                  <a:cubicBezTo>
                    <a:pt x="2601277" y="40958"/>
                    <a:pt x="2601277" y="42863"/>
                    <a:pt x="2601277" y="43815"/>
                  </a:cubicBezTo>
                  <a:cubicBezTo>
                    <a:pt x="2606040" y="57150"/>
                    <a:pt x="2614612" y="80010"/>
                    <a:pt x="2626042" y="110490"/>
                  </a:cubicBezTo>
                  <a:cubicBezTo>
                    <a:pt x="2637472" y="140970"/>
                    <a:pt x="2653665" y="184785"/>
                    <a:pt x="2675572" y="241935"/>
                  </a:cubicBezTo>
                  <a:cubicBezTo>
                    <a:pt x="2686050" y="216218"/>
                    <a:pt x="2698432" y="185738"/>
                    <a:pt x="2711767" y="150495"/>
                  </a:cubicBezTo>
                  <a:cubicBezTo>
                    <a:pt x="2725102" y="115253"/>
                    <a:pt x="2734627" y="91440"/>
                    <a:pt x="2739390" y="78105"/>
                  </a:cubicBezTo>
                  <a:cubicBezTo>
                    <a:pt x="2744152" y="65723"/>
                    <a:pt x="2747010" y="57150"/>
                    <a:pt x="2747010" y="51435"/>
                  </a:cubicBezTo>
                  <a:cubicBezTo>
                    <a:pt x="2747962" y="46673"/>
                    <a:pt x="2747962" y="42863"/>
                    <a:pt x="2747962" y="40005"/>
                  </a:cubicBezTo>
                  <a:cubicBezTo>
                    <a:pt x="2747962" y="37148"/>
                    <a:pt x="2747010" y="34290"/>
                    <a:pt x="2744152" y="32385"/>
                  </a:cubicBezTo>
                  <a:cubicBezTo>
                    <a:pt x="2741295" y="30480"/>
                    <a:pt x="2737485" y="28575"/>
                    <a:pt x="2732722" y="26670"/>
                  </a:cubicBezTo>
                  <a:cubicBezTo>
                    <a:pt x="2727960" y="24765"/>
                    <a:pt x="2723197" y="23813"/>
                    <a:pt x="2718435" y="23813"/>
                  </a:cubicBezTo>
                  <a:cubicBezTo>
                    <a:pt x="2713672" y="22860"/>
                    <a:pt x="2708910" y="22860"/>
                    <a:pt x="2704147" y="21908"/>
                  </a:cubicBezTo>
                  <a:lnTo>
                    <a:pt x="2704147" y="6668"/>
                  </a:lnTo>
                  <a:lnTo>
                    <a:pt x="2814637" y="6668"/>
                  </a:lnTo>
                  <a:lnTo>
                    <a:pt x="2814637" y="22860"/>
                  </a:lnTo>
                  <a:lnTo>
                    <a:pt x="2815590" y="22860"/>
                  </a:lnTo>
                  <a:cubicBezTo>
                    <a:pt x="2811780" y="22860"/>
                    <a:pt x="2807970" y="23813"/>
                    <a:pt x="2802255" y="24765"/>
                  </a:cubicBezTo>
                  <a:cubicBezTo>
                    <a:pt x="2797492" y="26670"/>
                    <a:pt x="2792730" y="27623"/>
                    <a:pt x="2789872" y="30480"/>
                  </a:cubicBezTo>
                  <a:cubicBezTo>
                    <a:pt x="2785110" y="33338"/>
                    <a:pt x="2781300" y="37148"/>
                    <a:pt x="2778442" y="41910"/>
                  </a:cubicBezTo>
                  <a:cubicBezTo>
                    <a:pt x="2775585" y="46673"/>
                    <a:pt x="2772727" y="52388"/>
                    <a:pt x="2769870" y="58103"/>
                  </a:cubicBezTo>
                  <a:cubicBezTo>
                    <a:pt x="2760345" y="80010"/>
                    <a:pt x="2747010" y="114300"/>
                    <a:pt x="2727960" y="160973"/>
                  </a:cubicBezTo>
                  <a:cubicBezTo>
                    <a:pt x="2708910" y="207645"/>
                    <a:pt x="2689860" y="256223"/>
                    <a:pt x="2670810" y="306705"/>
                  </a:cubicBezTo>
                  <a:lnTo>
                    <a:pt x="2653665" y="306705"/>
                  </a:lnTo>
                  <a:cubicBezTo>
                    <a:pt x="2633662" y="253365"/>
                    <a:pt x="2614612" y="200978"/>
                    <a:pt x="2595562" y="151448"/>
                  </a:cubicBezTo>
                  <a:cubicBezTo>
                    <a:pt x="2576512" y="101918"/>
                    <a:pt x="2564130" y="67628"/>
                    <a:pt x="2557462" y="50483"/>
                  </a:cubicBezTo>
                  <a:cubicBezTo>
                    <a:pt x="2555557" y="45720"/>
                    <a:pt x="2553652" y="42863"/>
                    <a:pt x="2550795" y="39053"/>
                  </a:cubicBezTo>
                  <a:cubicBezTo>
                    <a:pt x="2547937" y="36195"/>
                    <a:pt x="2544127" y="32385"/>
                    <a:pt x="2539365" y="29528"/>
                  </a:cubicBezTo>
                  <a:cubicBezTo>
                    <a:pt x="2535555" y="27623"/>
                    <a:pt x="2531745" y="25718"/>
                    <a:pt x="2526982" y="23813"/>
                  </a:cubicBezTo>
                  <a:cubicBezTo>
                    <a:pt x="2522220" y="22860"/>
                    <a:pt x="2518410" y="21908"/>
                    <a:pt x="2514600" y="21908"/>
                  </a:cubicBezTo>
                  <a:close/>
                  <a:moveTo>
                    <a:pt x="2038350" y="6668"/>
                  </a:moveTo>
                  <a:lnTo>
                    <a:pt x="2122170" y="6668"/>
                  </a:lnTo>
                  <a:lnTo>
                    <a:pt x="2287905" y="232410"/>
                  </a:lnTo>
                  <a:lnTo>
                    <a:pt x="2287905" y="91440"/>
                  </a:lnTo>
                  <a:cubicBezTo>
                    <a:pt x="2287905" y="74295"/>
                    <a:pt x="2286952" y="60960"/>
                    <a:pt x="2285047" y="51435"/>
                  </a:cubicBezTo>
                  <a:cubicBezTo>
                    <a:pt x="2283142" y="41910"/>
                    <a:pt x="2279332" y="36195"/>
                    <a:pt x="2275522" y="33338"/>
                  </a:cubicBezTo>
                  <a:cubicBezTo>
                    <a:pt x="2271712" y="30480"/>
                    <a:pt x="2265045" y="27623"/>
                    <a:pt x="2256472" y="25718"/>
                  </a:cubicBezTo>
                  <a:cubicBezTo>
                    <a:pt x="2247900" y="22860"/>
                    <a:pt x="2241232" y="21908"/>
                    <a:pt x="2236470" y="21908"/>
                  </a:cubicBezTo>
                  <a:lnTo>
                    <a:pt x="2236470" y="6668"/>
                  </a:lnTo>
                  <a:lnTo>
                    <a:pt x="2356485" y="6668"/>
                  </a:lnTo>
                  <a:lnTo>
                    <a:pt x="2356485" y="22860"/>
                  </a:lnTo>
                  <a:lnTo>
                    <a:pt x="2358390" y="22860"/>
                  </a:lnTo>
                  <a:cubicBezTo>
                    <a:pt x="2354580" y="22860"/>
                    <a:pt x="2348865" y="23813"/>
                    <a:pt x="2340292" y="25718"/>
                  </a:cubicBezTo>
                  <a:cubicBezTo>
                    <a:pt x="2332672" y="27623"/>
                    <a:pt x="2326005" y="30480"/>
                    <a:pt x="2323147" y="32385"/>
                  </a:cubicBezTo>
                  <a:cubicBezTo>
                    <a:pt x="2318385" y="36195"/>
                    <a:pt x="2314575" y="42863"/>
                    <a:pt x="2312670" y="52388"/>
                  </a:cubicBezTo>
                  <a:cubicBezTo>
                    <a:pt x="2310765" y="61913"/>
                    <a:pt x="2309812" y="75248"/>
                    <a:pt x="2309812" y="89535"/>
                  </a:cubicBezTo>
                  <a:lnTo>
                    <a:pt x="2309812" y="306705"/>
                  </a:lnTo>
                  <a:lnTo>
                    <a:pt x="2291715" y="306705"/>
                  </a:lnTo>
                  <a:lnTo>
                    <a:pt x="2112645" y="64770"/>
                  </a:lnTo>
                  <a:lnTo>
                    <a:pt x="2112645" y="217170"/>
                  </a:lnTo>
                  <a:cubicBezTo>
                    <a:pt x="2112645" y="234315"/>
                    <a:pt x="2113597" y="247650"/>
                    <a:pt x="2115502" y="256223"/>
                  </a:cubicBezTo>
                  <a:cubicBezTo>
                    <a:pt x="2117407" y="265748"/>
                    <a:pt x="2121217" y="271463"/>
                    <a:pt x="2125027" y="276225"/>
                  </a:cubicBezTo>
                  <a:cubicBezTo>
                    <a:pt x="2127885" y="279083"/>
                    <a:pt x="2134552" y="281940"/>
                    <a:pt x="2145030" y="284798"/>
                  </a:cubicBezTo>
                  <a:cubicBezTo>
                    <a:pt x="2154555" y="287655"/>
                    <a:pt x="2161222" y="288608"/>
                    <a:pt x="2165032" y="288608"/>
                  </a:cubicBezTo>
                  <a:lnTo>
                    <a:pt x="2165032" y="303848"/>
                  </a:lnTo>
                  <a:lnTo>
                    <a:pt x="2044065" y="303848"/>
                  </a:lnTo>
                  <a:lnTo>
                    <a:pt x="2044065" y="288608"/>
                  </a:lnTo>
                  <a:cubicBezTo>
                    <a:pt x="2047875" y="288608"/>
                    <a:pt x="2053590" y="286703"/>
                    <a:pt x="2063115" y="284798"/>
                  </a:cubicBezTo>
                  <a:cubicBezTo>
                    <a:pt x="2071687" y="281940"/>
                    <a:pt x="2077402" y="280035"/>
                    <a:pt x="2079307" y="278130"/>
                  </a:cubicBezTo>
                  <a:cubicBezTo>
                    <a:pt x="2084070" y="274320"/>
                    <a:pt x="2087880" y="268605"/>
                    <a:pt x="2088832" y="260033"/>
                  </a:cubicBezTo>
                  <a:cubicBezTo>
                    <a:pt x="2090737" y="252413"/>
                    <a:pt x="2091690" y="238125"/>
                    <a:pt x="2091690" y="219075"/>
                  </a:cubicBezTo>
                  <a:lnTo>
                    <a:pt x="2091690" y="73343"/>
                  </a:lnTo>
                  <a:cubicBezTo>
                    <a:pt x="2091690" y="66675"/>
                    <a:pt x="2090737" y="60960"/>
                    <a:pt x="2087880" y="54293"/>
                  </a:cubicBezTo>
                  <a:cubicBezTo>
                    <a:pt x="2085975" y="47625"/>
                    <a:pt x="2083117" y="42863"/>
                    <a:pt x="2079307" y="39053"/>
                  </a:cubicBezTo>
                  <a:cubicBezTo>
                    <a:pt x="2074545" y="34290"/>
                    <a:pt x="2067877" y="30480"/>
                    <a:pt x="2059305" y="27623"/>
                  </a:cubicBezTo>
                  <a:cubicBezTo>
                    <a:pt x="2050732" y="24765"/>
                    <a:pt x="2044065" y="22860"/>
                    <a:pt x="2038350" y="21908"/>
                  </a:cubicBezTo>
                  <a:close/>
                  <a:moveTo>
                    <a:pt x="1906905" y="6668"/>
                  </a:moveTo>
                  <a:lnTo>
                    <a:pt x="2027872" y="6668"/>
                  </a:lnTo>
                  <a:lnTo>
                    <a:pt x="2027872" y="22860"/>
                  </a:lnTo>
                  <a:lnTo>
                    <a:pt x="2025967" y="22860"/>
                  </a:lnTo>
                  <a:cubicBezTo>
                    <a:pt x="2022157" y="22860"/>
                    <a:pt x="2016442" y="23813"/>
                    <a:pt x="2008822" y="25718"/>
                  </a:cubicBezTo>
                  <a:cubicBezTo>
                    <a:pt x="2001202" y="27623"/>
                    <a:pt x="1995487" y="29528"/>
                    <a:pt x="1990725" y="32385"/>
                  </a:cubicBezTo>
                  <a:cubicBezTo>
                    <a:pt x="1985962" y="35243"/>
                    <a:pt x="1983105" y="41910"/>
                    <a:pt x="1981200" y="52388"/>
                  </a:cubicBezTo>
                  <a:cubicBezTo>
                    <a:pt x="1979295" y="62865"/>
                    <a:pt x="1978342" y="74295"/>
                    <a:pt x="1978342" y="88583"/>
                  </a:cubicBezTo>
                  <a:lnTo>
                    <a:pt x="1978342" y="217170"/>
                  </a:lnTo>
                  <a:cubicBezTo>
                    <a:pt x="1978342" y="233363"/>
                    <a:pt x="1974532" y="247650"/>
                    <a:pt x="1967865" y="260033"/>
                  </a:cubicBezTo>
                  <a:cubicBezTo>
                    <a:pt x="1961197" y="272415"/>
                    <a:pt x="1951672" y="281940"/>
                    <a:pt x="1941195" y="289560"/>
                  </a:cubicBezTo>
                  <a:cubicBezTo>
                    <a:pt x="1929765" y="297180"/>
                    <a:pt x="1918335" y="302895"/>
                    <a:pt x="1906905" y="305753"/>
                  </a:cubicBezTo>
                  <a:cubicBezTo>
                    <a:pt x="1894522" y="308610"/>
                    <a:pt x="1883092" y="310515"/>
                    <a:pt x="1871662" y="310515"/>
                  </a:cubicBezTo>
                  <a:cubicBezTo>
                    <a:pt x="1853565" y="310515"/>
                    <a:pt x="1838325" y="308610"/>
                    <a:pt x="1824037" y="303848"/>
                  </a:cubicBezTo>
                  <a:cubicBezTo>
                    <a:pt x="1809750" y="299085"/>
                    <a:pt x="1798320" y="293370"/>
                    <a:pt x="1788795" y="284798"/>
                  </a:cubicBezTo>
                  <a:cubicBezTo>
                    <a:pt x="1779270" y="277178"/>
                    <a:pt x="1772602" y="267653"/>
                    <a:pt x="1767840" y="258128"/>
                  </a:cubicBezTo>
                  <a:cubicBezTo>
                    <a:pt x="1763077" y="247650"/>
                    <a:pt x="1761172" y="237173"/>
                    <a:pt x="1761172" y="225743"/>
                  </a:cubicBezTo>
                  <a:lnTo>
                    <a:pt x="1761172" y="51435"/>
                  </a:lnTo>
                  <a:cubicBezTo>
                    <a:pt x="1761172" y="46673"/>
                    <a:pt x="1760220" y="42863"/>
                    <a:pt x="1758315" y="39053"/>
                  </a:cubicBezTo>
                  <a:cubicBezTo>
                    <a:pt x="1756410" y="36195"/>
                    <a:pt x="1753552" y="32385"/>
                    <a:pt x="1748790" y="29528"/>
                  </a:cubicBezTo>
                  <a:cubicBezTo>
                    <a:pt x="1744980" y="27623"/>
                    <a:pt x="1741170" y="25718"/>
                    <a:pt x="1735455" y="24765"/>
                  </a:cubicBezTo>
                  <a:cubicBezTo>
                    <a:pt x="1729740" y="23813"/>
                    <a:pt x="1725930" y="22860"/>
                    <a:pt x="1722120" y="22860"/>
                  </a:cubicBezTo>
                  <a:lnTo>
                    <a:pt x="1722120" y="7620"/>
                  </a:lnTo>
                  <a:lnTo>
                    <a:pt x="1844040" y="7620"/>
                  </a:lnTo>
                  <a:lnTo>
                    <a:pt x="1844040" y="22860"/>
                  </a:lnTo>
                  <a:cubicBezTo>
                    <a:pt x="1840230" y="22860"/>
                    <a:pt x="1835467" y="23813"/>
                    <a:pt x="1829752" y="24765"/>
                  </a:cubicBezTo>
                  <a:cubicBezTo>
                    <a:pt x="1824037" y="25718"/>
                    <a:pt x="1819275" y="26670"/>
                    <a:pt x="1817370" y="27623"/>
                  </a:cubicBezTo>
                  <a:cubicBezTo>
                    <a:pt x="1812607" y="29528"/>
                    <a:pt x="1809750" y="32385"/>
                    <a:pt x="1807845" y="36195"/>
                  </a:cubicBezTo>
                  <a:cubicBezTo>
                    <a:pt x="1805940" y="40005"/>
                    <a:pt x="1805940" y="44768"/>
                    <a:pt x="1805940" y="48578"/>
                  </a:cubicBezTo>
                  <a:lnTo>
                    <a:pt x="1805940" y="211455"/>
                  </a:lnTo>
                  <a:cubicBezTo>
                    <a:pt x="1805940" y="219075"/>
                    <a:pt x="1806892" y="227648"/>
                    <a:pt x="1808797" y="236220"/>
                  </a:cubicBezTo>
                  <a:cubicBezTo>
                    <a:pt x="1810702" y="244793"/>
                    <a:pt x="1813560" y="253365"/>
                    <a:pt x="1819275" y="260033"/>
                  </a:cubicBezTo>
                  <a:cubicBezTo>
                    <a:pt x="1824990" y="267653"/>
                    <a:pt x="1832610" y="274320"/>
                    <a:pt x="1841182" y="279083"/>
                  </a:cubicBezTo>
                  <a:cubicBezTo>
                    <a:pt x="1850707" y="283845"/>
                    <a:pt x="1863090" y="286703"/>
                    <a:pt x="1879282" y="286703"/>
                  </a:cubicBezTo>
                  <a:cubicBezTo>
                    <a:pt x="1894522" y="286703"/>
                    <a:pt x="1907857" y="284798"/>
                    <a:pt x="1917382" y="279083"/>
                  </a:cubicBezTo>
                  <a:cubicBezTo>
                    <a:pt x="1927860" y="274320"/>
                    <a:pt x="1936432" y="267653"/>
                    <a:pt x="1942147" y="260033"/>
                  </a:cubicBezTo>
                  <a:cubicBezTo>
                    <a:pt x="1947862" y="252413"/>
                    <a:pt x="1951672" y="244793"/>
                    <a:pt x="1954530" y="236220"/>
                  </a:cubicBezTo>
                  <a:cubicBezTo>
                    <a:pt x="1956435" y="227648"/>
                    <a:pt x="1958340" y="220028"/>
                    <a:pt x="1958340" y="211455"/>
                  </a:cubicBezTo>
                  <a:lnTo>
                    <a:pt x="1958340" y="90488"/>
                  </a:lnTo>
                  <a:cubicBezTo>
                    <a:pt x="1958340" y="75248"/>
                    <a:pt x="1957387" y="62865"/>
                    <a:pt x="1955482" y="52388"/>
                  </a:cubicBezTo>
                  <a:cubicBezTo>
                    <a:pt x="1953577" y="42863"/>
                    <a:pt x="1949767" y="36195"/>
                    <a:pt x="1945957" y="33338"/>
                  </a:cubicBezTo>
                  <a:cubicBezTo>
                    <a:pt x="1941195" y="29528"/>
                    <a:pt x="1934527" y="27623"/>
                    <a:pt x="1925955" y="24765"/>
                  </a:cubicBezTo>
                  <a:cubicBezTo>
                    <a:pt x="1917382" y="22860"/>
                    <a:pt x="1910715" y="21908"/>
                    <a:pt x="1906905" y="21908"/>
                  </a:cubicBezTo>
                  <a:close/>
                  <a:moveTo>
                    <a:pt x="972503" y="6668"/>
                  </a:moveTo>
                  <a:lnTo>
                    <a:pt x="1056323" y="6668"/>
                  </a:lnTo>
                  <a:lnTo>
                    <a:pt x="1222058" y="232410"/>
                  </a:lnTo>
                  <a:lnTo>
                    <a:pt x="1222058" y="91440"/>
                  </a:lnTo>
                  <a:cubicBezTo>
                    <a:pt x="1222058" y="74295"/>
                    <a:pt x="1221105" y="60960"/>
                    <a:pt x="1219200" y="51435"/>
                  </a:cubicBezTo>
                  <a:cubicBezTo>
                    <a:pt x="1217295" y="41910"/>
                    <a:pt x="1213485" y="36195"/>
                    <a:pt x="1209675" y="33338"/>
                  </a:cubicBezTo>
                  <a:cubicBezTo>
                    <a:pt x="1205865" y="30480"/>
                    <a:pt x="1199198" y="27623"/>
                    <a:pt x="1190625" y="25718"/>
                  </a:cubicBezTo>
                  <a:cubicBezTo>
                    <a:pt x="1182053" y="22860"/>
                    <a:pt x="1175385" y="21908"/>
                    <a:pt x="1170623" y="21908"/>
                  </a:cubicBezTo>
                  <a:lnTo>
                    <a:pt x="1170623" y="6668"/>
                  </a:lnTo>
                  <a:lnTo>
                    <a:pt x="1290638" y="6668"/>
                  </a:lnTo>
                  <a:lnTo>
                    <a:pt x="1290638" y="22860"/>
                  </a:lnTo>
                  <a:lnTo>
                    <a:pt x="1291590" y="22860"/>
                  </a:lnTo>
                  <a:cubicBezTo>
                    <a:pt x="1287780" y="22860"/>
                    <a:pt x="1282065" y="23813"/>
                    <a:pt x="1273493" y="25718"/>
                  </a:cubicBezTo>
                  <a:cubicBezTo>
                    <a:pt x="1264920" y="27623"/>
                    <a:pt x="1259205" y="30480"/>
                    <a:pt x="1256348" y="32385"/>
                  </a:cubicBezTo>
                  <a:cubicBezTo>
                    <a:pt x="1251585" y="36195"/>
                    <a:pt x="1247775" y="42863"/>
                    <a:pt x="1245870" y="52388"/>
                  </a:cubicBezTo>
                  <a:cubicBezTo>
                    <a:pt x="1243965" y="61913"/>
                    <a:pt x="1243013" y="75248"/>
                    <a:pt x="1243013" y="89535"/>
                  </a:cubicBezTo>
                  <a:lnTo>
                    <a:pt x="1243013" y="306705"/>
                  </a:lnTo>
                  <a:lnTo>
                    <a:pt x="1224915" y="306705"/>
                  </a:lnTo>
                  <a:lnTo>
                    <a:pt x="1045845" y="64770"/>
                  </a:lnTo>
                  <a:lnTo>
                    <a:pt x="1045845" y="217170"/>
                  </a:lnTo>
                  <a:cubicBezTo>
                    <a:pt x="1045845" y="234315"/>
                    <a:pt x="1046798" y="247650"/>
                    <a:pt x="1048703" y="256223"/>
                  </a:cubicBezTo>
                  <a:cubicBezTo>
                    <a:pt x="1050608" y="265748"/>
                    <a:pt x="1054418" y="271463"/>
                    <a:pt x="1058228" y="276225"/>
                  </a:cubicBezTo>
                  <a:cubicBezTo>
                    <a:pt x="1061085" y="279083"/>
                    <a:pt x="1067753" y="281940"/>
                    <a:pt x="1078230" y="284798"/>
                  </a:cubicBezTo>
                  <a:cubicBezTo>
                    <a:pt x="1087755" y="287655"/>
                    <a:pt x="1094423" y="288608"/>
                    <a:pt x="1098233" y="288608"/>
                  </a:cubicBezTo>
                  <a:lnTo>
                    <a:pt x="1098233" y="303848"/>
                  </a:lnTo>
                  <a:lnTo>
                    <a:pt x="977265" y="303848"/>
                  </a:lnTo>
                  <a:lnTo>
                    <a:pt x="977265" y="288608"/>
                  </a:lnTo>
                  <a:cubicBezTo>
                    <a:pt x="981075" y="288608"/>
                    <a:pt x="986790" y="286703"/>
                    <a:pt x="996315" y="284798"/>
                  </a:cubicBezTo>
                  <a:cubicBezTo>
                    <a:pt x="1004888" y="281940"/>
                    <a:pt x="1010603" y="280035"/>
                    <a:pt x="1012508" y="278130"/>
                  </a:cubicBezTo>
                  <a:cubicBezTo>
                    <a:pt x="1017270" y="274320"/>
                    <a:pt x="1021080" y="268605"/>
                    <a:pt x="1022033" y="260033"/>
                  </a:cubicBezTo>
                  <a:cubicBezTo>
                    <a:pt x="1023938" y="252413"/>
                    <a:pt x="1024890" y="238125"/>
                    <a:pt x="1024890" y="219075"/>
                  </a:cubicBezTo>
                  <a:lnTo>
                    <a:pt x="1024890" y="73343"/>
                  </a:lnTo>
                  <a:cubicBezTo>
                    <a:pt x="1024890" y="66675"/>
                    <a:pt x="1023938" y="60960"/>
                    <a:pt x="1022033" y="54293"/>
                  </a:cubicBezTo>
                  <a:cubicBezTo>
                    <a:pt x="1020128" y="47625"/>
                    <a:pt x="1017270" y="42863"/>
                    <a:pt x="1013460" y="39053"/>
                  </a:cubicBezTo>
                  <a:cubicBezTo>
                    <a:pt x="1008698" y="34290"/>
                    <a:pt x="1002030" y="30480"/>
                    <a:pt x="993458" y="27623"/>
                  </a:cubicBezTo>
                  <a:cubicBezTo>
                    <a:pt x="984885" y="24765"/>
                    <a:pt x="978218" y="22860"/>
                    <a:pt x="972503" y="21908"/>
                  </a:cubicBezTo>
                  <a:close/>
                  <a:moveTo>
                    <a:pt x="687705" y="6668"/>
                  </a:moveTo>
                  <a:lnTo>
                    <a:pt x="798195" y="6668"/>
                  </a:lnTo>
                  <a:lnTo>
                    <a:pt x="798195" y="21908"/>
                  </a:lnTo>
                  <a:cubicBezTo>
                    <a:pt x="798195" y="21908"/>
                    <a:pt x="797243" y="21908"/>
                    <a:pt x="795338" y="21908"/>
                  </a:cubicBezTo>
                  <a:cubicBezTo>
                    <a:pt x="794385" y="21908"/>
                    <a:pt x="792480" y="21908"/>
                    <a:pt x="790575" y="21908"/>
                  </a:cubicBezTo>
                  <a:cubicBezTo>
                    <a:pt x="788670" y="21908"/>
                    <a:pt x="786765" y="21908"/>
                    <a:pt x="784860" y="22860"/>
                  </a:cubicBezTo>
                  <a:cubicBezTo>
                    <a:pt x="782955" y="22860"/>
                    <a:pt x="780098" y="23813"/>
                    <a:pt x="777240" y="23813"/>
                  </a:cubicBezTo>
                  <a:cubicBezTo>
                    <a:pt x="772478" y="24765"/>
                    <a:pt x="767715" y="26670"/>
                    <a:pt x="762000" y="29528"/>
                  </a:cubicBezTo>
                  <a:cubicBezTo>
                    <a:pt x="757238" y="32385"/>
                    <a:pt x="752475" y="35243"/>
                    <a:pt x="749618" y="39053"/>
                  </a:cubicBezTo>
                  <a:cubicBezTo>
                    <a:pt x="735330" y="55245"/>
                    <a:pt x="720090" y="72390"/>
                    <a:pt x="704850" y="89535"/>
                  </a:cubicBezTo>
                  <a:cubicBezTo>
                    <a:pt x="689610" y="106680"/>
                    <a:pt x="673418" y="122873"/>
                    <a:pt x="658178" y="137160"/>
                  </a:cubicBezTo>
                  <a:cubicBezTo>
                    <a:pt x="679133" y="160973"/>
                    <a:pt x="696278" y="181928"/>
                    <a:pt x="710565" y="199073"/>
                  </a:cubicBezTo>
                  <a:cubicBezTo>
                    <a:pt x="724853" y="216218"/>
                    <a:pt x="739140" y="234315"/>
                    <a:pt x="754380" y="254318"/>
                  </a:cubicBezTo>
                  <a:cubicBezTo>
                    <a:pt x="760095" y="261938"/>
                    <a:pt x="765810" y="267653"/>
                    <a:pt x="772478" y="272415"/>
                  </a:cubicBezTo>
                  <a:cubicBezTo>
                    <a:pt x="778193" y="277178"/>
                    <a:pt x="783908" y="280035"/>
                    <a:pt x="787718" y="282893"/>
                  </a:cubicBezTo>
                  <a:cubicBezTo>
                    <a:pt x="791528" y="284798"/>
                    <a:pt x="795338" y="285750"/>
                    <a:pt x="801053" y="286703"/>
                  </a:cubicBezTo>
                  <a:cubicBezTo>
                    <a:pt x="806768" y="287655"/>
                    <a:pt x="810578" y="288608"/>
                    <a:pt x="814388" y="288608"/>
                  </a:cubicBezTo>
                  <a:lnTo>
                    <a:pt x="814388" y="302895"/>
                  </a:lnTo>
                  <a:lnTo>
                    <a:pt x="813435" y="302895"/>
                  </a:lnTo>
                  <a:lnTo>
                    <a:pt x="730568" y="302895"/>
                  </a:lnTo>
                  <a:cubicBezTo>
                    <a:pt x="714375" y="278130"/>
                    <a:pt x="697230" y="253365"/>
                    <a:pt x="677228" y="229553"/>
                  </a:cubicBezTo>
                  <a:cubicBezTo>
                    <a:pt x="657225" y="204788"/>
                    <a:pt x="637223" y="181928"/>
                    <a:pt x="616268" y="159068"/>
                  </a:cubicBezTo>
                  <a:lnTo>
                    <a:pt x="610553" y="159068"/>
                  </a:lnTo>
                  <a:lnTo>
                    <a:pt x="610553" y="261938"/>
                  </a:lnTo>
                  <a:cubicBezTo>
                    <a:pt x="610553" y="266700"/>
                    <a:pt x="611505" y="270510"/>
                    <a:pt x="613410" y="274320"/>
                  </a:cubicBezTo>
                  <a:cubicBezTo>
                    <a:pt x="615315" y="278130"/>
                    <a:pt x="618173" y="280988"/>
                    <a:pt x="622935" y="282893"/>
                  </a:cubicBezTo>
                  <a:cubicBezTo>
                    <a:pt x="624840" y="283845"/>
                    <a:pt x="629603" y="284798"/>
                    <a:pt x="635318" y="286703"/>
                  </a:cubicBezTo>
                  <a:cubicBezTo>
                    <a:pt x="641033" y="287655"/>
                    <a:pt x="645795" y="288608"/>
                    <a:pt x="650558" y="288608"/>
                  </a:cubicBezTo>
                  <a:lnTo>
                    <a:pt x="650558" y="303848"/>
                  </a:lnTo>
                  <a:lnTo>
                    <a:pt x="528638" y="303848"/>
                  </a:lnTo>
                  <a:lnTo>
                    <a:pt x="528638" y="288608"/>
                  </a:lnTo>
                  <a:cubicBezTo>
                    <a:pt x="531495" y="288608"/>
                    <a:pt x="536258" y="287655"/>
                    <a:pt x="542925" y="287655"/>
                  </a:cubicBezTo>
                  <a:cubicBezTo>
                    <a:pt x="548640" y="286703"/>
                    <a:pt x="553403" y="286703"/>
                    <a:pt x="556260" y="284798"/>
                  </a:cubicBezTo>
                  <a:cubicBezTo>
                    <a:pt x="560070" y="282893"/>
                    <a:pt x="563880" y="280035"/>
                    <a:pt x="565785" y="277178"/>
                  </a:cubicBezTo>
                  <a:cubicBezTo>
                    <a:pt x="567690" y="273368"/>
                    <a:pt x="568643" y="269558"/>
                    <a:pt x="568643" y="264795"/>
                  </a:cubicBezTo>
                  <a:lnTo>
                    <a:pt x="568643" y="51435"/>
                  </a:lnTo>
                  <a:cubicBezTo>
                    <a:pt x="568643" y="46673"/>
                    <a:pt x="567690" y="42863"/>
                    <a:pt x="565785" y="39053"/>
                  </a:cubicBezTo>
                  <a:cubicBezTo>
                    <a:pt x="563880" y="35243"/>
                    <a:pt x="561023" y="32385"/>
                    <a:pt x="556260" y="30480"/>
                  </a:cubicBezTo>
                  <a:cubicBezTo>
                    <a:pt x="552450" y="28575"/>
                    <a:pt x="547688" y="26670"/>
                    <a:pt x="542925" y="25718"/>
                  </a:cubicBezTo>
                  <a:cubicBezTo>
                    <a:pt x="538163" y="24765"/>
                    <a:pt x="533400" y="23813"/>
                    <a:pt x="529590" y="22860"/>
                  </a:cubicBezTo>
                  <a:lnTo>
                    <a:pt x="529590" y="7620"/>
                  </a:lnTo>
                  <a:lnTo>
                    <a:pt x="651510" y="7620"/>
                  </a:lnTo>
                  <a:lnTo>
                    <a:pt x="651510" y="22860"/>
                  </a:lnTo>
                  <a:cubicBezTo>
                    <a:pt x="647700" y="22860"/>
                    <a:pt x="642938" y="23813"/>
                    <a:pt x="637223" y="24765"/>
                  </a:cubicBezTo>
                  <a:cubicBezTo>
                    <a:pt x="631508" y="25718"/>
                    <a:pt x="627698" y="26670"/>
                    <a:pt x="624840" y="27623"/>
                  </a:cubicBezTo>
                  <a:cubicBezTo>
                    <a:pt x="620078" y="29528"/>
                    <a:pt x="617220" y="32385"/>
                    <a:pt x="615315" y="36195"/>
                  </a:cubicBezTo>
                  <a:cubicBezTo>
                    <a:pt x="613410" y="40005"/>
                    <a:pt x="612458" y="44768"/>
                    <a:pt x="612458" y="48578"/>
                  </a:cubicBezTo>
                  <a:lnTo>
                    <a:pt x="612458" y="150495"/>
                  </a:lnTo>
                  <a:lnTo>
                    <a:pt x="616268" y="150495"/>
                  </a:lnTo>
                  <a:cubicBezTo>
                    <a:pt x="628650" y="140018"/>
                    <a:pt x="641033" y="128588"/>
                    <a:pt x="653415" y="117158"/>
                  </a:cubicBezTo>
                  <a:cubicBezTo>
                    <a:pt x="665798" y="105728"/>
                    <a:pt x="676275" y="94298"/>
                    <a:pt x="686753" y="82868"/>
                  </a:cubicBezTo>
                  <a:cubicBezTo>
                    <a:pt x="697230" y="70485"/>
                    <a:pt x="705803" y="60008"/>
                    <a:pt x="710565" y="52388"/>
                  </a:cubicBezTo>
                  <a:cubicBezTo>
                    <a:pt x="715328" y="44768"/>
                    <a:pt x="718185" y="38100"/>
                    <a:pt x="718185" y="32385"/>
                  </a:cubicBezTo>
                  <a:cubicBezTo>
                    <a:pt x="718185" y="30480"/>
                    <a:pt x="717233" y="28575"/>
                    <a:pt x="714375" y="27623"/>
                  </a:cubicBezTo>
                  <a:cubicBezTo>
                    <a:pt x="711518" y="26670"/>
                    <a:pt x="708660" y="24765"/>
                    <a:pt x="705803" y="24765"/>
                  </a:cubicBezTo>
                  <a:cubicBezTo>
                    <a:pt x="701993" y="23813"/>
                    <a:pt x="698183" y="23813"/>
                    <a:pt x="695325" y="22860"/>
                  </a:cubicBezTo>
                  <a:cubicBezTo>
                    <a:pt x="692468" y="22860"/>
                    <a:pt x="689610" y="22860"/>
                    <a:pt x="687705" y="21908"/>
                  </a:cubicBezTo>
                  <a:close/>
                  <a:moveTo>
                    <a:pt x="0" y="6668"/>
                  </a:moveTo>
                  <a:lnTo>
                    <a:pt x="134302" y="6668"/>
                  </a:lnTo>
                  <a:cubicBezTo>
                    <a:pt x="161925" y="6668"/>
                    <a:pt x="183832" y="13335"/>
                    <a:pt x="200977" y="26670"/>
                  </a:cubicBezTo>
                  <a:cubicBezTo>
                    <a:pt x="218122" y="40958"/>
                    <a:pt x="226695" y="59055"/>
                    <a:pt x="226695" y="80963"/>
                  </a:cubicBezTo>
                  <a:cubicBezTo>
                    <a:pt x="226695" y="96203"/>
                    <a:pt x="223837" y="110490"/>
                    <a:pt x="217170" y="121920"/>
                  </a:cubicBezTo>
                  <a:cubicBezTo>
                    <a:pt x="211455" y="134303"/>
                    <a:pt x="202882" y="143828"/>
                    <a:pt x="192405" y="151448"/>
                  </a:cubicBezTo>
                  <a:cubicBezTo>
                    <a:pt x="181927" y="159068"/>
                    <a:pt x="170497" y="164783"/>
                    <a:pt x="158115" y="168593"/>
                  </a:cubicBezTo>
                  <a:cubicBezTo>
                    <a:pt x="145732" y="172403"/>
                    <a:pt x="132397" y="174308"/>
                    <a:pt x="118110" y="174308"/>
                  </a:cubicBezTo>
                  <a:lnTo>
                    <a:pt x="84772" y="174308"/>
                  </a:lnTo>
                  <a:lnTo>
                    <a:pt x="84772" y="263843"/>
                  </a:lnTo>
                  <a:cubicBezTo>
                    <a:pt x="84772" y="268605"/>
                    <a:pt x="85725" y="273368"/>
                    <a:pt x="87630" y="276225"/>
                  </a:cubicBezTo>
                  <a:cubicBezTo>
                    <a:pt x="89535" y="280035"/>
                    <a:pt x="92392" y="282893"/>
                    <a:pt x="97155" y="284798"/>
                  </a:cubicBezTo>
                  <a:cubicBezTo>
                    <a:pt x="100012" y="285750"/>
                    <a:pt x="103822" y="286703"/>
                    <a:pt x="110490" y="287655"/>
                  </a:cubicBezTo>
                  <a:cubicBezTo>
                    <a:pt x="117157" y="288608"/>
                    <a:pt x="122872" y="288608"/>
                    <a:pt x="127635" y="289560"/>
                  </a:cubicBezTo>
                  <a:lnTo>
                    <a:pt x="127635" y="304800"/>
                  </a:lnTo>
                  <a:lnTo>
                    <a:pt x="952" y="304800"/>
                  </a:lnTo>
                  <a:lnTo>
                    <a:pt x="952" y="289560"/>
                  </a:lnTo>
                  <a:cubicBezTo>
                    <a:pt x="3810" y="289560"/>
                    <a:pt x="8572" y="288608"/>
                    <a:pt x="15240" y="287655"/>
                  </a:cubicBezTo>
                  <a:cubicBezTo>
                    <a:pt x="21907" y="286703"/>
                    <a:pt x="25717" y="285750"/>
                    <a:pt x="28575" y="284798"/>
                  </a:cubicBezTo>
                  <a:cubicBezTo>
                    <a:pt x="32385" y="282893"/>
                    <a:pt x="35242" y="280035"/>
                    <a:pt x="37147" y="277178"/>
                  </a:cubicBezTo>
                  <a:cubicBezTo>
                    <a:pt x="39052" y="273368"/>
                    <a:pt x="40005" y="269558"/>
                    <a:pt x="40005" y="263843"/>
                  </a:cubicBezTo>
                  <a:lnTo>
                    <a:pt x="40005" y="49530"/>
                  </a:lnTo>
                  <a:cubicBezTo>
                    <a:pt x="40005" y="44768"/>
                    <a:pt x="39052" y="40005"/>
                    <a:pt x="38100" y="36195"/>
                  </a:cubicBezTo>
                  <a:cubicBezTo>
                    <a:pt x="37147" y="32385"/>
                    <a:pt x="33337" y="29528"/>
                    <a:pt x="28575" y="27623"/>
                  </a:cubicBezTo>
                  <a:cubicBezTo>
                    <a:pt x="23812" y="25718"/>
                    <a:pt x="18097" y="24765"/>
                    <a:pt x="13335" y="23813"/>
                  </a:cubicBezTo>
                  <a:cubicBezTo>
                    <a:pt x="8572" y="22860"/>
                    <a:pt x="3810" y="22860"/>
                    <a:pt x="0" y="21908"/>
                  </a:cubicBezTo>
                  <a:close/>
                  <a:moveTo>
                    <a:pt x="2824163" y="5715"/>
                  </a:moveTo>
                  <a:lnTo>
                    <a:pt x="3052763" y="5715"/>
                  </a:lnTo>
                  <a:lnTo>
                    <a:pt x="3052763" y="76200"/>
                  </a:lnTo>
                  <a:lnTo>
                    <a:pt x="3037523" y="76200"/>
                  </a:lnTo>
                  <a:cubicBezTo>
                    <a:pt x="3034665" y="65722"/>
                    <a:pt x="3028950" y="55245"/>
                    <a:pt x="3019425" y="42862"/>
                  </a:cubicBezTo>
                  <a:cubicBezTo>
                    <a:pt x="3009900" y="31432"/>
                    <a:pt x="3001328" y="24765"/>
                    <a:pt x="2992755" y="23812"/>
                  </a:cubicBezTo>
                  <a:cubicBezTo>
                    <a:pt x="2988945" y="22860"/>
                    <a:pt x="2983230" y="22860"/>
                    <a:pt x="2977515" y="22860"/>
                  </a:cubicBezTo>
                  <a:cubicBezTo>
                    <a:pt x="2971800" y="22860"/>
                    <a:pt x="2965133" y="22860"/>
                    <a:pt x="2957513" y="22860"/>
                  </a:cubicBezTo>
                  <a:lnTo>
                    <a:pt x="2910840" y="22860"/>
                  </a:lnTo>
                  <a:lnTo>
                    <a:pt x="2910840" y="139065"/>
                  </a:lnTo>
                  <a:lnTo>
                    <a:pt x="2944178" y="139065"/>
                  </a:lnTo>
                  <a:cubicBezTo>
                    <a:pt x="2954655" y="139065"/>
                    <a:pt x="2962275" y="138112"/>
                    <a:pt x="2967038" y="136207"/>
                  </a:cubicBezTo>
                  <a:cubicBezTo>
                    <a:pt x="2971800" y="134302"/>
                    <a:pt x="2976563" y="130492"/>
                    <a:pt x="2980373" y="125730"/>
                  </a:cubicBezTo>
                  <a:cubicBezTo>
                    <a:pt x="2983230" y="121920"/>
                    <a:pt x="2986088" y="116205"/>
                    <a:pt x="2987993" y="109537"/>
                  </a:cubicBezTo>
                  <a:cubicBezTo>
                    <a:pt x="2989898" y="102870"/>
                    <a:pt x="2991803" y="96202"/>
                    <a:pt x="2992755" y="90487"/>
                  </a:cubicBezTo>
                  <a:lnTo>
                    <a:pt x="3007995" y="90487"/>
                  </a:lnTo>
                  <a:lnTo>
                    <a:pt x="3007995" y="206692"/>
                  </a:lnTo>
                  <a:lnTo>
                    <a:pt x="2992755" y="206692"/>
                  </a:lnTo>
                  <a:cubicBezTo>
                    <a:pt x="2991803" y="200025"/>
                    <a:pt x="2990850" y="193357"/>
                    <a:pt x="2987993" y="185737"/>
                  </a:cubicBezTo>
                  <a:cubicBezTo>
                    <a:pt x="2985135" y="178117"/>
                    <a:pt x="2983230" y="173355"/>
                    <a:pt x="2980373" y="169545"/>
                  </a:cubicBezTo>
                  <a:cubicBezTo>
                    <a:pt x="2975610" y="163830"/>
                    <a:pt x="2970848" y="160972"/>
                    <a:pt x="2966085" y="159067"/>
                  </a:cubicBezTo>
                  <a:cubicBezTo>
                    <a:pt x="2960370" y="157162"/>
                    <a:pt x="2953703" y="156210"/>
                    <a:pt x="2944178" y="156210"/>
                  </a:cubicBezTo>
                  <a:lnTo>
                    <a:pt x="2910840" y="156210"/>
                  </a:lnTo>
                  <a:lnTo>
                    <a:pt x="2910840" y="244792"/>
                  </a:lnTo>
                  <a:cubicBezTo>
                    <a:pt x="2910840" y="253365"/>
                    <a:pt x="2911793" y="260985"/>
                    <a:pt x="2912745" y="265747"/>
                  </a:cubicBezTo>
                  <a:cubicBezTo>
                    <a:pt x="2913698" y="270510"/>
                    <a:pt x="2916555" y="274320"/>
                    <a:pt x="2920365" y="277177"/>
                  </a:cubicBezTo>
                  <a:cubicBezTo>
                    <a:pt x="2924175" y="280035"/>
                    <a:pt x="2928938" y="281940"/>
                    <a:pt x="2934653" y="281940"/>
                  </a:cubicBezTo>
                  <a:cubicBezTo>
                    <a:pt x="2941320" y="282892"/>
                    <a:pt x="2949893" y="282892"/>
                    <a:pt x="2961323" y="282892"/>
                  </a:cubicBezTo>
                  <a:cubicBezTo>
                    <a:pt x="2966085" y="282892"/>
                    <a:pt x="2971800" y="282892"/>
                    <a:pt x="2979420" y="282892"/>
                  </a:cubicBezTo>
                  <a:cubicBezTo>
                    <a:pt x="2987040" y="282892"/>
                    <a:pt x="2992755" y="282892"/>
                    <a:pt x="2998470" y="281940"/>
                  </a:cubicBezTo>
                  <a:cubicBezTo>
                    <a:pt x="3003233" y="280987"/>
                    <a:pt x="3008948" y="280035"/>
                    <a:pt x="3014663" y="279082"/>
                  </a:cubicBezTo>
                  <a:cubicBezTo>
                    <a:pt x="3020378" y="278130"/>
                    <a:pt x="3024188" y="275272"/>
                    <a:pt x="3026093" y="273367"/>
                  </a:cubicBezTo>
                  <a:cubicBezTo>
                    <a:pt x="3032760" y="266700"/>
                    <a:pt x="3039428" y="256222"/>
                    <a:pt x="3046095" y="242887"/>
                  </a:cubicBezTo>
                  <a:cubicBezTo>
                    <a:pt x="3052763" y="229552"/>
                    <a:pt x="3057525" y="219075"/>
                    <a:pt x="3059430" y="213360"/>
                  </a:cubicBezTo>
                  <a:lnTo>
                    <a:pt x="3074670" y="213360"/>
                  </a:lnTo>
                  <a:lnTo>
                    <a:pt x="3074670" y="216217"/>
                  </a:lnTo>
                  <a:lnTo>
                    <a:pt x="3068955" y="302895"/>
                  </a:lnTo>
                  <a:lnTo>
                    <a:pt x="2824163" y="302895"/>
                  </a:lnTo>
                  <a:lnTo>
                    <a:pt x="2824163" y="287655"/>
                  </a:lnTo>
                  <a:cubicBezTo>
                    <a:pt x="2827973" y="287655"/>
                    <a:pt x="2833688" y="286702"/>
                    <a:pt x="2840355" y="285750"/>
                  </a:cubicBezTo>
                  <a:cubicBezTo>
                    <a:pt x="2847023" y="284797"/>
                    <a:pt x="2851785" y="283845"/>
                    <a:pt x="2853690" y="282892"/>
                  </a:cubicBezTo>
                  <a:cubicBezTo>
                    <a:pt x="2858453" y="280987"/>
                    <a:pt x="2861310" y="278130"/>
                    <a:pt x="2863215" y="274320"/>
                  </a:cubicBezTo>
                  <a:cubicBezTo>
                    <a:pt x="2865120" y="271462"/>
                    <a:pt x="2866073" y="266700"/>
                    <a:pt x="2866073" y="261937"/>
                  </a:cubicBezTo>
                  <a:lnTo>
                    <a:pt x="2866073" y="49530"/>
                  </a:lnTo>
                  <a:cubicBezTo>
                    <a:pt x="2866073" y="44767"/>
                    <a:pt x="2865120" y="40957"/>
                    <a:pt x="2864168" y="37147"/>
                  </a:cubicBezTo>
                  <a:cubicBezTo>
                    <a:pt x="2862263" y="33337"/>
                    <a:pt x="2859405" y="30480"/>
                    <a:pt x="2854643" y="28575"/>
                  </a:cubicBezTo>
                  <a:cubicBezTo>
                    <a:pt x="2850833" y="26670"/>
                    <a:pt x="2846070" y="24765"/>
                    <a:pt x="2839403" y="23812"/>
                  </a:cubicBezTo>
                  <a:cubicBezTo>
                    <a:pt x="2832735" y="22860"/>
                    <a:pt x="2827973" y="21907"/>
                    <a:pt x="2824163" y="20955"/>
                  </a:cubicBezTo>
                  <a:close/>
                  <a:moveTo>
                    <a:pt x="258128" y="5715"/>
                  </a:moveTo>
                  <a:lnTo>
                    <a:pt x="486728" y="5715"/>
                  </a:lnTo>
                  <a:lnTo>
                    <a:pt x="486728" y="76200"/>
                  </a:lnTo>
                  <a:lnTo>
                    <a:pt x="471488" y="76200"/>
                  </a:lnTo>
                  <a:cubicBezTo>
                    <a:pt x="468630" y="65722"/>
                    <a:pt x="462915" y="55245"/>
                    <a:pt x="453390" y="42862"/>
                  </a:cubicBezTo>
                  <a:cubicBezTo>
                    <a:pt x="443865" y="31432"/>
                    <a:pt x="435293" y="24765"/>
                    <a:pt x="426720" y="23812"/>
                  </a:cubicBezTo>
                  <a:cubicBezTo>
                    <a:pt x="421958" y="22860"/>
                    <a:pt x="417195" y="22860"/>
                    <a:pt x="411480" y="22860"/>
                  </a:cubicBezTo>
                  <a:cubicBezTo>
                    <a:pt x="405765" y="22860"/>
                    <a:pt x="399098" y="22860"/>
                    <a:pt x="391478" y="22860"/>
                  </a:cubicBezTo>
                  <a:lnTo>
                    <a:pt x="344805" y="22860"/>
                  </a:lnTo>
                  <a:lnTo>
                    <a:pt x="344805" y="139065"/>
                  </a:lnTo>
                  <a:lnTo>
                    <a:pt x="378143" y="139065"/>
                  </a:lnTo>
                  <a:cubicBezTo>
                    <a:pt x="388620" y="139065"/>
                    <a:pt x="396240" y="138112"/>
                    <a:pt x="401003" y="136207"/>
                  </a:cubicBezTo>
                  <a:cubicBezTo>
                    <a:pt x="405765" y="134302"/>
                    <a:pt x="410528" y="130492"/>
                    <a:pt x="414338" y="125730"/>
                  </a:cubicBezTo>
                  <a:cubicBezTo>
                    <a:pt x="417195" y="121920"/>
                    <a:pt x="420053" y="116205"/>
                    <a:pt x="421958" y="109537"/>
                  </a:cubicBezTo>
                  <a:cubicBezTo>
                    <a:pt x="423863" y="102870"/>
                    <a:pt x="425768" y="96202"/>
                    <a:pt x="425768" y="90487"/>
                  </a:cubicBezTo>
                  <a:lnTo>
                    <a:pt x="441008" y="90487"/>
                  </a:lnTo>
                  <a:lnTo>
                    <a:pt x="441008" y="206692"/>
                  </a:lnTo>
                  <a:lnTo>
                    <a:pt x="425768" y="206692"/>
                  </a:lnTo>
                  <a:cubicBezTo>
                    <a:pt x="424815" y="200025"/>
                    <a:pt x="423863" y="193357"/>
                    <a:pt x="421005" y="185737"/>
                  </a:cubicBezTo>
                  <a:cubicBezTo>
                    <a:pt x="419100" y="178117"/>
                    <a:pt x="416243" y="173355"/>
                    <a:pt x="413385" y="169545"/>
                  </a:cubicBezTo>
                  <a:cubicBezTo>
                    <a:pt x="409575" y="163830"/>
                    <a:pt x="403860" y="160972"/>
                    <a:pt x="399098" y="159067"/>
                  </a:cubicBezTo>
                  <a:cubicBezTo>
                    <a:pt x="393383" y="157162"/>
                    <a:pt x="386715" y="156210"/>
                    <a:pt x="377190" y="156210"/>
                  </a:cubicBezTo>
                  <a:lnTo>
                    <a:pt x="343853" y="156210"/>
                  </a:lnTo>
                  <a:lnTo>
                    <a:pt x="343853" y="244792"/>
                  </a:lnTo>
                  <a:cubicBezTo>
                    <a:pt x="343853" y="253365"/>
                    <a:pt x="344805" y="260985"/>
                    <a:pt x="345758" y="265747"/>
                  </a:cubicBezTo>
                  <a:cubicBezTo>
                    <a:pt x="346710" y="270510"/>
                    <a:pt x="349568" y="274320"/>
                    <a:pt x="353378" y="277177"/>
                  </a:cubicBezTo>
                  <a:cubicBezTo>
                    <a:pt x="357188" y="280035"/>
                    <a:pt x="361950" y="281940"/>
                    <a:pt x="367665" y="281940"/>
                  </a:cubicBezTo>
                  <a:cubicBezTo>
                    <a:pt x="373380" y="282892"/>
                    <a:pt x="382905" y="282892"/>
                    <a:pt x="394335" y="282892"/>
                  </a:cubicBezTo>
                  <a:cubicBezTo>
                    <a:pt x="399098" y="282892"/>
                    <a:pt x="404813" y="282892"/>
                    <a:pt x="412433" y="282892"/>
                  </a:cubicBezTo>
                  <a:cubicBezTo>
                    <a:pt x="420053" y="282892"/>
                    <a:pt x="425768" y="282892"/>
                    <a:pt x="431483" y="281940"/>
                  </a:cubicBezTo>
                  <a:cubicBezTo>
                    <a:pt x="436245" y="280987"/>
                    <a:pt x="441960" y="280035"/>
                    <a:pt x="447675" y="279082"/>
                  </a:cubicBezTo>
                  <a:cubicBezTo>
                    <a:pt x="453390" y="278130"/>
                    <a:pt x="457200" y="275272"/>
                    <a:pt x="460058" y="273367"/>
                  </a:cubicBezTo>
                  <a:cubicBezTo>
                    <a:pt x="466725" y="266700"/>
                    <a:pt x="473393" y="256222"/>
                    <a:pt x="480060" y="242887"/>
                  </a:cubicBezTo>
                  <a:cubicBezTo>
                    <a:pt x="486728" y="229552"/>
                    <a:pt x="491490" y="219075"/>
                    <a:pt x="493395" y="213360"/>
                  </a:cubicBezTo>
                  <a:lnTo>
                    <a:pt x="508635" y="213360"/>
                  </a:lnTo>
                  <a:lnTo>
                    <a:pt x="508635" y="216217"/>
                  </a:lnTo>
                  <a:lnTo>
                    <a:pt x="502920" y="302895"/>
                  </a:lnTo>
                  <a:lnTo>
                    <a:pt x="258128" y="302895"/>
                  </a:lnTo>
                  <a:lnTo>
                    <a:pt x="258128" y="287655"/>
                  </a:lnTo>
                  <a:cubicBezTo>
                    <a:pt x="261938" y="287655"/>
                    <a:pt x="267653" y="286702"/>
                    <a:pt x="274320" y="285750"/>
                  </a:cubicBezTo>
                  <a:cubicBezTo>
                    <a:pt x="280988" y="284797"/>
                    <a:pt x="285750" y="283845"/>
                    <a:pt x="287655" y="282892"/>
                  </a:cubicBezTo>
                  <a:cubicBezTo>
                    <a:pt x="292418" y="280987"/>
                    <a:pt x="295275" y="278130"/>
                    <a:pt x="297180" y="274320"/>
                  </a:cubicBezTo>
                  <a:cubicBezTo>
                    <a:pt x="299085" y="271462"/>
                    <a:pt x="300038" y="266700"/>
                    <a:pt x="300038" y="261937"/>
                  </a:cubicBezTo>
                  <a:lnTo>
                    <a:pt x="300038" y="49530"/>
                  </a:lnTo>
                  <a:cubicBezTo>
                    <a:pt x="300038" y="44767"/>
                    <a:pt x="299085" y="40957"/>
                    <a:pt x="298133" y="37147"/>
                  </a:cubicBezTo>
                  <a:cubicBezTo>
                    <a:pt x="296228" y="33337"/>
                    <a:pt x="293370" y="30480"/>
                    <a:pt x="288608" y="28575"/>
                  </a:cubicBezTo>
                  <a:cubicBezTo>
                    <a:pt x="284798" y="26670"/>
                    <a:pt x="280035" y="24765"/>
                    <a:pt x="273368" y="23812"/>
                  </a:cubicBezTo>
                  <a:cubicBezTo>
                    <a:pt x="266700" y="22860"/>
                    <a:pt x="261938" y="21907"/>
                    <a:pt x="258128" y="20955"/>
                  </a:cubicBezTo>
                  <a:close/>
                  <a:moveTo>
                    <a:pt x="3640456" y="4763"/>
                  </a:moveTo>
                  <a:lnTo>
                    <a:pt x="3773806" y="4763"/>
                  </a:lnTo>
                  <a:lnTo>
                    <a:pt x="3773806" y="20003"/>
                  </a:lnTo>
                  <a:cubicBezTo>
                    <a:pt x="3769043" y="20003"/>
                    <a:pt x="3764281" y="20955"/>
                    <a:pt x="3758565" y="21908"/>
                  </a:cubicBezTo>
                  <a:cubicBezTo>
                    <a:pt x="3752850" y="22860"/>
                    <a:pt x="3747136" y="23813"/>
                    <a:pt x="3743325" y="25718"/>
                  </a:cubicBezTo>
                  <a:cubicBezTo>
                    <a:pt x="3737611" y="27623"/>
                    <a:pt x="3734753" y="30480"/>
                    <a:pt x="3732848" y="33338"/>
                  </a:cubicBezTo>
                  <a:cubicBezTo>
                    <a:pt x="3730943" y="37148"/>
                    <a:pt x="3729990" y="40958"/>
                    <a:pt x="3729990" y="45720"/>
                  </a:cubicBezTo>
                  <a:lnTo>
                    <a:pt x="3729990" y="259080"/>
                  </a:lnTo>
                  <a:cubicBezTo>
                    <a:pt x="3729990" y="263843"/>
                    <a:pt x="3730943" y="267653"/>
                    <a:pt x="3732848" y="271463"/>
                  </a:cubicBezTo>
                  <a:cubicBezTo>
                    <a:pt x="3734753" y="275273"/>
                    <a:pt x="3738563" y="278130"/>
                    <a:pt x="3743325" y="280035"/>
                  </a:cubicBezTo>
                  <a:cubicBezTo>
                    <a:pt x="3746183" y="280988"/>
                    <a:pt x="3750945" y="281940"/>
                    <a:pt x="3757613" y="283845"/>
                  </a:cubicBezTo>
                  <a:cubicBezTo>
                    <a:pt x="3764281" y="284798"/>
                    <a:pt x="3769995" y="285750"/>
                    <a:pt x="3774758" y="285750"/>
                  </a:cubicBezTo>
                  <a:lnTo>
                    <a:pt x="3774758" y="302895"/>
                  </a:lnTo>
                  <a:lnTo>
                    <a:pt x="3772853" y="302895"/>
                  </a:lnTo>
                  <a:lnTo>
                    <a:pt x="3639503" y="302895"/>
                  </a:lnTo>
                  <a:lnTo>
                    <a:pt x="3639503" y="287655"/>
                  </a:lnTo>
                  <a:cubicBezTo>
                    <a:pt x="3643313" y="287655"/>
                    <a:pt x="3649028" y="286703"/>
                    <a:pt x="3655695" y="286703"/>
                  </a:cubicBezTo>
                  <a:cubicBezTo>
                    <a:pt x="3662363" y="285750"/>
                    <a:pt x="3668078" y="285750"/>
                    <a:pt x="3670936" y="283845"/>
                  </a:cubicBezTo>
                  <a:cubicBezTo>
                    <a:pt x="3675698" y="281940"/>
                    <a:pt x="3678556" y="280035"/>
                    <a:pt x="3681413" y="276225"/>
                  </a:cubicBezTo>
                  <a:cubicBezTo>
                    <a:pt x="3683318" y="273368"/>
                    <a:pt x="3684270" y="268605"/>
                    <a:pt x="3684270" y="262890"/>
                  </a:cubicBezTo>
                  <a:lnTo>
                    <a:pt x="3684270" y="48578"/>
                  </a:lnTo>
                  <a:cubicBezTo>
                    <a:pt x="3684270" y="43815"/>
                    <a:pt x="3683318" y="40005"/>
                    <a:pt x="3682365" y="36195"/>
                  </a:cubicBezTo>
                  <a:cubicBezTo>
                    <a:pt x="3680461" y="33338"/>
                    <a:pt x="3677603" y="30480"/>
                    <a:pt x="3671888" y="27623"/>
                  </a:cubicBezTo>
                  <a:cubicBezTo>
                    <a:pt x="3668078" y="25718"/>
                    <a:pt x="3662363" y="24765"/>
                    <a:pt x="3655695" y="22860"/>
                  </a:cubicBezTo>
                  <a:cubicBezTo>
                    <a:pt x="3649028" y="20955"/>
                    <a:pt x="3644265" y="20955"/>
                    <a:pt x="3640456" y="20003"/>
                  </a:cubicBezTo>
                  <a:close/>
                  <a:moveTo>
                    <a:pt x="2371725" y="4763"/>
                  </a:moveTo>
                  <a:lnTo>
                    <a:pt x="2505075" y="4763"/>
                  </a:lnTo>
                  <a:lnTo>
                    <a:pt x="2505075" y="20003"/>
                  </a:lnTo>
                  <a:cubicBezTo>
                    <a:pt x="2500312" y="20003"/>
                    <a:pt x="2495550" y="20955"/>
                    <a:pt x="2489835" y="21908"/>
                  </a:cubicBezTo>
                  <a:cubicBezTo>
                    <a:pt x="2484120" y="22860"/>
                    <a:pt x="2478405" y="23813"/>
                    <a:pt x="2474595" y="25718"/>
                  </a:cubicBezTo>
                  <a:cubicBezTo>
                    <a:pt x="2468880" y="27623"/>
                    <a:pt x="2466022" y="30480"/>
                    <a:pt x="2464117" y="33338"/>
                  </a:cubicBezTo>
                  <a:cubicBezTo>
                    <a:pt x="2462212" y="37148"/>
                    <a:pt x="2461260" y="40958"/>
                    <a:pt x="2461260" y="45720"/>
                  </a:cubicBezTo>
                  <a:lnTo>
                    <a:pt x="2461260" y="259080"/>
                  </a:lnTo>
                  <a:cubicBezTo>
                    <a:pt x="2461260" y="263843"/>
                    <a:pt x="2462212" y="267653"/>
                    <a:pt x="2464117" y="271463"/>
                  </a:cubicBezTo>
                  <a:cubicBezTo>
                    <a:pt x="2466022" y="275273"/>
                    <a:pt x="2469832" y="278130"/>
                    <a:pt x="2474595" y="280035"/>
                  </a:cubicBezTo>
                  <a:cubicBezTo>
                    <a:pt x="2477452" y="280988"/>
                    <a:pt x="2482215" y="281940"/>
                    <a:pt x="2488882" y="283845"/>
                  </a:cubicBezTo>
                  <a:cubicBezTo>
                    <a:pt x="2495550" y="284798"/>
                    <a:pt x="2501265" y="285750"/>
                    <a:pt x="2506027" y="285750"/>
                  </a:cubicBezTo>
                  <a:lnTo>
                    <a:pt x="2506027" y="302895"/>
                  </a:lnTo>
                  <a:lnTo>
                    <a:pt x="2503170" y="302895"/>
                  </a:lnTo>
                  <a:lnTo>
                    <a:pt x="2369820" y="302895"/>
                  </a:lnTo>
                  <a:lnTo>
                    <a:pt x="2369820" y="287655"/>
                  </a:lnTo>
                  <a:cubicBezTo>
                    <a:pt x="2373630" y="287655"/>
                    <a:pt x="2379345" y="286703"/>
                    <a:pt x="2386012" y="286703"/>
                  </a:cubicBezTo>
                  <a:cubicBezTo>
                    <a:pt x="2392680" y="285750"/>
                    <a:pt x="2398395" y="285750"/>
                    <a:pt x="2401252" y="283845"/>
                  </a:cubicBezTo>
                  <a:cubicBezTo>
                    <a:pt x="2406015" y="281940"/>
                    <a:pt x="2408872" y="280035"/>
                    <a:pt x="2411730" y="276225"/>
                  </a:cubicBezTo>
                  <a:cubicBezTo>
                    <a:pt x="2413635" y="273368"/>
                    <a:pt x="2414587" y="268605"/>
                    <a:pt x="2414587" y="262890"/>
                  </a:cubicBezTo>
                  <a:lnTo>
                    <a:pt x="2414587" y="48578"/>
                  </a:lnTo>
                  <a:cubicBezTo>
                    <a:pt x="2414587" y="43815"/>
                    <a:pt x="2413635" y="40005"/>
                    <a:pt x="2412682" y="36195"/>
                  </a:cubicBezTo>
                  <a:cubicBezTo>
                    <a:pt x="2410777" y="33338"/>
                    <a:pt x="2407920" y="30480"/>
                    <a:pt x="2402205" y="27623"/>
                  </a:cubicBezTo>
                  <a:cubicBezTo>
                    <a:pt x="2398395" y="25718"/>
                    <a:pt x="2392680" y="24765"/>
                    <a:pt x="2386965" y="22860"/>
                  </a:cubicBezTo>
                  <a:cubicBezTo>
                    <a:pt x="2380297" y="20955"/>
                    <a:pt x="2375535" y="20955"/>
                    <a:pt x="2371725" y="20003"/>
                  </a:cubicBezTo>
                  <a:close/>
                  <a:moveTo>
                    <a:pt x="827723" y="4763"/>
                  </a:moveTo>
                  <a:lnTo>
                    <a:pt x="961073" y="4763"/>
                  </a:lnTo>
                  <a:lnTo>
                    <a:pt x="961073" y="20003"/>
                  </a:lnTo>
                  <a:cubicBezTo>
                    <a:pt x="956310" y="20003"/>
                    <a:pt x="951548" y="20955"/>
                    <a:pt x="945833" y="21908"/>
                  </a:cubicBezTo>
                  <a:cubicBezTo>
                    <a:pt x="940118" y="22860"/>
                    <a:pt x="934403" y="23813"/>
                    <a:pt x="930593" y="25718"/>
                  </a:cubicBezTo>
                  <a:cubicBezTo>
                    <a:pt x="924878" y="27623"/>
                    <a:pt x="922020" y="30480"/>
                    <a:pt x="920115" y="33338"/>
                  </a:cubicBezTo>
                  <a:cubicBezTo>
                    <a:pt x="918210" y="37148"/>
                    <a:pt x="917258" y="40958"/>
                    <a:pt x="917258" y="45720"/>
                  </a:cubicBezTo>
                  <a:lnTo>
                    <a:pt x="917258" y="259080"/>
                  </a:lnTo>
                  <a:cubicBezTo>
                    <a:pt x="917258" y="263843"/>
                    <a:pt x="918210" y="267653"/>
                    <a:pt x="920115" y="271463"/>
                  </a:cubicBezTo>
                  <a:cubicBezTo>
                    <a:pt x="922020" y="275273"/>
                    <a:pt x="925830" y="278130"/>
                    <a:pt x="930593" y="280035"/>
                  </a:cubicBezTo>
                  <a:cubicBezTo>
                    <a:pt x="933450" y="280988"/>
                    <a:pt x="938213" y="281940"/>
                    <a:pt x="944880" y="283845"/>
                  </a:cubicBezTo>
                  <a:cubicBezTo>
                    <a:pt x="951548" y="284798"/>
                    <a:pt x="957263" y="285750"/>
                    <a:pt x="962025" y="285750"/>
                  </a:cubicBezTo>
                  <a:lnTo>
                    <a:pt x="962025" y="302895"/>
                  </a:lnTo>
                  <a:lnTo>
                    <a:pt x="961073" y="302895"/>
                  </a:lnTo>
                  <a:lnTo>
                    <a:pt x="827723" y="302895"/>
                  </a:lnTo>
                  <a:lnTo>
                    <a:pt x="827723" y="287655"/>
                  </a:lnTo>
                  <a:cubicBezTo>
                    <a:pt x="831533" y="287655"/>
                    <a:pt x="837248" y="286703"/>
                    <a:pt x="843915" y="286703"/>
                  </a:cubicBezTo>
                  <a:cubicBezTo>
                    <a:pt x="850583" y="285750"/>
                    <a:pt x="856298" y="285750"/>
                    <a:pt x="859155" y="283845"/>
                  </a:cubicBezTo>
                  <a:cubicBezTo>
                    <a:pt x="863918" y="281940"/>
                    <a:pt x="866775" y="280035"/>
                    <a:pt x="868680" y="276225"/>
                  </a:cubicBezTo>
                  <a:cubicBezTo>
                    <a:pt x="870585" y="273368"/>
                    <a:pt x="871538" y="268605"/>
                    <a:pt x="871538" y="262890"/>
                  </a:cubicBezTo>
                  <a:lnTo>
                    <a:pt x="871538" y="48578"/>
                  </a:lnTo>
                  <a:cubicBezTo>
                    <a:pt x="871538" y="43815"/>
                    <a:pt x="870585" y="40005"/>
                    <a:pt x="869633" y="36195"/>
                  </a:cubicBezTo>
                  <a:cubicBezTo>
                    <a:pt x="867728" y="33338"/>
                    <a:pt x="864870" y="30480"/>
                    <a:pt x="859155" y="27623"/>
                  </a:cubicBezTo>
                  <a:cubicBezTo>
                    <a:pt x="855345" y="25718"/>
                    <a:pt x="849630" y="24765"/>
                    <a:pt x="842963" y="22860"/>
                  </a:cubicBezTo>
                  <a:cubicBezTo>
                    <a:pt x="836295" y="20955"/>
                    <a:pt x="831533" y="20955"/>
                    <a:pt x="827723" y="20003"/>
                  </a:cubicBezTo>
                  <a:close/>
                  <a:moveTo>
                    <a:pt x="3500437" y="1905"/>
                  </a:moveTo>
                  <a:cubicBezTo>
                    <a:pt x="3513773" y="1905"/>
                    <a:pt x="3526155" y="3810"/>
                    <a:pt x="3536632" y="8572"/>
                  </a:cubicBezTo>
                  <a:cubicBezTo>
                    <a:pt x="3547110" y="12382"/>
                    <a:pt x="3556635" y="18097"/>
                    <a:pt x="3566160" y="22860"/>
                  </a:cubicBezTo>
                  <a:lnTo>
                    <a:pt x="3574732" y="8572"/>
                  </a:lnTo>
                  <a:lnTo>
                    <a:pt x="3590925" y="8572"/>
                  </a:lnTo>
                  <a:lnTo>
                    <a:pt x="3592830" y="106680"/>
                  </a:lnTo>
                  <a:lnTo>
                    <a:pt x="3575685" y="106680"/>
                  </a:lnTo>
                  <a:cubicBezTo>
                    <a:pt x="3572827" y="95250"/>
                    <a:pt x="3569018" y="84772"/>
                    <a:pt x="3565207" y="74295"/>
                  </a:cubicBezTo>
                  <a:cubicBezTo>
                    <a:pt x="3561398" y="63817"/>
                    <a:pt x="3556635" y="55245"/>
                    <a:pt x="3549968" y="46672"/>
                  </a:cubicBezTo>
                  <a:cubicBezTo>
                    <a:pt x="3544252" y="39052"/>
                    <a:pt x="3536632" y="32385"/>
                    <a:pt x="3528060" y="27622"/>
                  </a:cubicBezTo>
                  <a:cubicBezTo>
                    <a:pt x="3519487" y="22860"/>
                    <a:pt x="3509010" y="20002"/>
                    <a:pt x="3496627" y="20002"/>
                  </a:cubicBezTo>
                  <a:cubicBezTo>
                    <a:pt x="3483293" y="20002"/>
                    <a:pt x="3471862" y="23812"/>
                    <a:pt x="3463290" y="32385"/>
                  </a:cubicBezTo>
                  <a:cubicBezTo>
                    <a:pt x="3453765" y="40957"/>
                    <a:pt x="3449002" y="51435"/>
                    <a:pt x="3449002" y="63817"/>
                  </a:cubicBezTo>
                  <a:cubicBezTo>
                    <a:pt x="3449002" y="76200"/>
                    <a:pt x="3451860" y="87630"/>
                    <a:pt x="3457575" y="95250"/>
                  </a:cubicBezTo>
                  <a:cubicBezTo>
                    <a:pt x="3463290" y="103822"/>
                    <a:pt x="3471862" y="110490"/>
                    <a:pt x="3483293" y="116205"/>
                  </a:cubicBezTo>
                  <a:cubicBezTo>
                    <a:pt x="3493770" y="120967"/>
                    <a:pt x="3503295" y="125730"/>
                    <a:pt x="3512820" y="128587"/>
                  </a:cubicBezTo>
                  <a:cubicBezTo>
                    <a:pt x="3522345" y="132397"/>
                    <a:pt x="3531870" y="136207"/>
                    <a:pt x="3541395" y="140017"/>
                  </a:cubicBezTo>
                  <a:cubicBezTo>
                    <a:pt x="3549968" y="143827"/>
                    <a:pt x="3557587" y="147637"/>
                    <a:pt x="3565207" y="152400"/>
                  </a:cubicBezTo>
                  <a:cubicBezTo>
                    <a:pt x="3575685" y="156210"/>
                    <a:pt x="3582352" y="161925"/>
                    <a:pt x="3588068" y="167640"/>
                  </a:cubicBezTo>
                  <a:cubicBezTo>
                    <a:pt x="3593782" y="174307"/>
                    <a:pt x="3598545" y="181927"/>
                    <a:pt x="3602355" y="190500"/>
                  </a:cubicBezTo>
                  <a:cubicBezTo>
                    <a:pt x="3605212" y="199072"/>
                    <a:pt x="3607118" y="208597"/>
                    <a:pt x="3607118" y="219075"/>
                  </a:cubicBezTo>
                  <a:cubicBezTo>
                    <a:pt x="3607118" y="244792"/>
                    <a:pt x="3597593" y="266700"/>
                    <a:pt x="3578543" y="283845"/>
                  </a:cubicBezTo>
                  <a:cubicBezTo>
                    <a:pt x="3559493" y="300990"/>
                    <a:pt x="3535680" y="309562"/>
                    <a:pt x="3507105" y="309562"/>
                  </a:cubicBezTo>
                  <a:cubicBezTo>
                    <a:pt x="3493770" y="309562"/>
                    <a:pt x="3480435" y="307657"/>
                    <a:pt x="3468052" y="302895"/>
                  </a:cubicBezTo>
                  <a:cubicBezTo>
                    <a:pt x="3454718" y="298132"/>
                    <a:pt x="3443287" y="293370"/>
                    <a:pt x="3433762" y="287655"/>
                  </a:cubicBezTo>
                  <a:lnTo>
                    <a:pt x="3425190" y="302895"/>
                  </a:lnTo>
                  <a:lnTo>
                    <a:pt x="3408998" y="302895"/>
                  </a:lnTo>
                  <a:lnTo>
                    <a:pt x="3406140" y="201930"/>
                  </a:lnTo>
                  <a:lnTo>
                    <a:pt x="3422332" y="201930"/>
                  </a:lnTo>
                  <a:cubicBezTo>
                    <a:pt x="3426143" y="214312"/>
                    <a:pt x="3429952" y="225742"/>
                    <a:pt x="3434715" y="236220"/>
                  </a:cubicBezTo>
                  <a:cubicBezTo>
                    <a:pt x="3439477" y="246697"/>
                    <a:pt x="3445193" y="256222"/>
                    <a:pt x="3452812" y="264795"/>
                  </a:cubicBezTo>
                  <a:cubicBezTo>
                    <a:pt x="3460432" y="273367"/>
                    <a:pt x="3469005" y="280035"/>
                    <a:pt x="3478530" y="284797"/>
                  </a:cubicBezTo>
                  <a:cubicBezTo>
                    <a:pt x="3488055" y="289560"/>
                    <a:pt x="3499485" y="292417"/>
                    <a:pt x="3511868" y="292417"/>
                  </a:cubicBezTo>
                  <a:cubicBezTo>
                    <a:pt x="3521393" y="292417"/>
                    <a:pt x="3529965" y="291465"/>
                    <a:pt x="3536632" y="288607"/>
                  </a:cubicBezTo>
                  <a:cubicBezTo>
                    <a:pt x="3544252" y="285750"/>
                    <a:pt x="3549968" y="282892"/>
                    <a:pt x="3553777" y="278130"/>
                  </a:cubicBezTo>
                  <a:cubicBezTo>
                    <a:pt x="3558540" y="273367"/>
                    <a:pt x="3561398" y="268605"/>
                    <a:pt x="3563302" y="261937"/>
                  </a:cubicBezTo>
                  <a:cubicBezTo>
                    <a:pt x="3565207" y="256222"/>
                    <a:pt x="3566160" y="248602"/>
                    <a:pt x="3566160" y="240982"/>
                  </a:cubicBezTo>
                  <a:cubicBezTo>
                    <a:pt x="3566160" y="229552"/>
                    <a:pt x="3563302" y="218122"/>
                    <a:pt x="3556635" y="207645"/>
                  </a:cubicBezTo>
                  <a:cubicBezTo>
                    <a:pt x="3549968" y="197167"/>
                    <a:pt x="3540443" y="189547"/>
                    <a:pt x="3527107" y="184785"/>
                  </a:cubicBezTo>
                  <a:cubicBezTo>
                    <a:pt x="3518535" y="180975"/>
                    <a:pt x="3508057" y="177165"/>
                    <a:pt x="3495675" y="172402"/>
                  </a:cubicBezTo>
                  <a:cubicBezTo>
                    <a:pt x="3484245" y="167640"/>
                    <a:pt x="3473768" y="163830"/>
                    <a:pt x="3465195" y="160020"/>
                  </a:cubicBezTo>
                  <a:cubicBezTo>
                    <a:pt x="3448050" y="152400"/>
                    <a:pt x="3435668" y="142875"/>
                    <a:pt x="3426143" y="130492"/>
                  </a:cubicBezTo>
                  <a:cubicBezTo>
                    <a:pt x="3416618" y="118110"/>
                    <a:pt x="3411855" y="102870"/>
                    <a:pt x="3411855" y="82867"/>
                  </a:cubicBezTo>
                  <a:cubicBezTo>
                    <a:pt x="3411855" y="71437"/>
                    <a:pt x="3413760" y="60960"/>
                    <a:pt x="3418523" y="51435"/>
                  </a:cubicBezTo>
                  <a:cubicBezTo>
                    <a:pt x="3423285" y="41910"/>
                    <a:pt x="3429952" y="33337"/>
                    <a:pt x="3437573" y="25717"/>
                  </a:cubicBezTo>
                  <a:cubicBezTo>
                    <a:pt x="3445193" y="18097"/>
                    <a:pt x="3454718" y="12382"/>
                    <a:pt x="3466148" y="8572"/>
                  </a:cubicBezTo>
                  <a:cubicBezTo>
                    <a:pt x="3476625" y="4762"/>
                    <a:pt x="3488055" y="1905"/>
                    <a:pt x="3500437" y="1905"/>
                  </a:cubicBezTo>
                  <a:close/>
                  <a:moveTo>
                    <a:pt x="1459230" y="0"/>
                  </a:moveTo>
                  <a:cubicBezTo>
                    <a:pt x="1475423" y="0"/>
                    <a:pt x="1490663" y="1905"/>
                    <a:pt x="1503045" y="6667"/>
                  </a:cubicBezTo>
                  <a:cubicBezTo>
                    <a:pt x="1515428" y="10477"/>
                    <a:pt x="1525905" y="15240"/>
                    <a:pt x="1535430" y="20955"/>
                  </a:cubicBezTo>
                  <a:lnTo>
                    <a:pt x="1544003" y="6667"/>
                  </a:lnTo>
                  <a:lnTo>
                    <a:pt x="1560195" y="6667"/>
                  </a:lnTo>
                  <a:lnTo>
                    <a:pt x="1562100" y="109537"/>
                  </a:lnTo>
                  <a:lnTo>
                    <a:pt x="1544955" y="109537"/>
                  </a:lnTo>
                  <a:cubicBezTo>
                    <a:pt x="1542098" y="98107"/>
                    <a:pt x="1538288" y="86677"/>
                    <a:pt x="1534478" y="76200"/>
                  </a:cubicBezTo>
                  <a:cubicBezTo>
                    <a:pt x="1530668" y="64770"/>
                    <a:pt x="1524953" y="55245"/>
                    <a:pt x="1518285" y="46672"/>
                  </a:cubicBezTo>
                  <a:cubicBezTo>
                    <a:pt x="1511618" y="38100"/>
                    <a:pt x="1503045" y="30480"/>
                    <a:pt x="1493520" y="25717"/>
                  </a:cubicBezTo>
                  <a:cubicBezTo>
                    <a:pt x="1483995" y="20002"/>
                    <a:pt x="1472565" y="18097"/>
                    <a:pt x="1458278" y="18097"/>
                  </a:cubicBezTo>
                  <a:cubicBezTo>
                    <a:pt x="1443990" y="18097"/>
                    <a:pt x="1430655" y="20955"/>
                    <a:pt x="1418273" y="27622"/>
                  </a:cubicBezTo>
                  <a:cubicBezTo>
                    <a:pt x="1406843" y="33337"/>
                    <a:pt x="1396365" y="42862"/>
                    <a:pt x="1387793" y="54292"/>
                  </a:cubicBezTo>
                  <a:cubicBezTo>
                    <a:pt x="1379220" y="65722"/>
                    <a:pt x="1372553" y="80010"/>
                    <a:pt x="1368743" y="97155"/>
                  </a:cubicBezTo>
                  <a:cubicBezTo>
                    <a:pt x="1363980" y="114300"/>
                    <a:pt x="1362075" y="133350"/>
                    <a:pt x="1362075" y="155257"/>
                  </a:cubicBezTo>
                  <a:cubicBezTo>
                    <a:pt x="1362075" y="174307"/>
                    <a:pt x="1363980" y="191452"/>
                    <a:pt x="1368743" y="208597"/>
                  </a:cubicBezTo>
                  <a:cubicBezTo>
                    <a:pt x="1373505" y="224790"/>
                    <a:pt x="1380173" y="239077"/>
                    <a:pt x="1388745" y="251460"/>
                  </a:cubicBezTo>
                  <a:cubicBezTo>
                    <a:pt x="1397318" y="263842"/>
                    <a:pt x="1407795" y="273367"/>
                    <a:pt x="1421130" y="280987"/>
                  </a:cubicBezTo>
                  <a:cubicBezTo>
                    <a:pt x="1434465" y="287655"/>
                    <a:pt x="1448753" y="291465"/>
                    <a:pt x="1464945" y="291465"/>
                  </a:cubicBezTo>
                  <a:cubicBezTo>
                    <a:pt x="1477328" y="291465"/>
                    <a:pt x="1487805" y="289560"/>
                    <a:pt x="1498283" y="285750"/>
                  </a:cubicBezTo>
                  <a:cubicBezTo>
                    <a:pt x="1508760" y="281940"/>
                    <a:pt x="1515428" y="278130"/>
                    <a:pt x="1519238" y="274320"/>
                  </a:cubicBezTo>
                  <a:cubicBezTo>
                    <a:pt x="1520190" y="266700"/>
                    <a:pt x="1521143" y="260032"/>
                    <a:pt x="1521143" y="252412"/>
                  </a:cubicBezTo>
                  <a:cubicBezTo>
                    <a:pt x="1521143" y="244792"/>
                    <a:pt x="1521143" y="239077"/>
                    <a:pt x="1521143" y="233362"/>
                  </a:cubicBezTo>
                  <a:lnTo>
                    <a:pt x="1521143" y="217170"/>
                  </a:lnTo>
                  <a:cubicBezTo>
                    <a:pt x="1521143" y="211455"/>
                    <a:pt x="1520190" y="205740"/>
                    <a:pt x="1518285" y="201930"/>
                  </a:cubicBezTo>
                  <a:cubicBezTo>
                    <a:pt x="1516380" y="197167"/>
                    <a:pt x="1513523" y="194310"/>
                    <a:pt x="1508760" y="192405"/>
                  </a:cubicBezTo>
                  <a:cubicBezTo>
                    <a:pt x="1503998" y="190500"/>
                    <a:pt x="1498283" y="188595"/>
                    <a:pt x="1489710" y="187642"/>
                  </a:cubicBezTo>
                  <a:cubicBezTo>
                    <a:pt x="1482090" y="186690"/>
                    <a:pt x="1475423" y="185737"/>
                    <a:pt x="1471613" y="185737"/>
                  </a:cubicBezTo>
                  <a:lnTo>
                    <a:pt x="1471613" y="170497"/>
                  </a:lnTo>
                  <a:lnTo>
                    <a:pt x="1601153" y="170497"/>
                  </a:lnTo>
                  <a:lnTo>
                    <a:pt x="1601153" y="184785"/>
                  </a:lnTo>
                  <a:cubicBezTo>
                    <a:pt x="1597343" y="184785"/>
                    <a:pt x="1593533" y="185737"/>
                    <a:pt x="1587818" y="186690"/>
                  </a:cubicBezTo>
                  <a:cubicBezTo>
                    <a:pt x="1582103" y="187642"/>
                    <a:pt x="1577340" y="188595"/>
                    <a:pt x="1574483" y="190500"/>
                  </a:cubicBezTo>
                  <a:cubicBezTo>
                    <a:pt x="1570673" y="192405"/>
                    <a:pt x="1567815" y="195262"/>
                    <a:pt x="1565910" y="199072"/>
                  </a:cubicBezTo>
                  <a:cubicBezTo>
                    <a:pt x="1564005" y="202882"/>
                    <a:pt x="1563053" y="207645"/>
                    <a:pt x="1563053" y="212407"/>
                  </a:cubicBezTo>
                  <a:lnTo>
                    <a:pt x="1563053" y="235267"/>
                  </a:lnTo>
                  <a:cubicBezTo>
                    <a:pt x="1563053" y="252412"/>
                    <a:pt x="1563053" y="262890"/>
                    <a:pt x="1563053" y="268605"/>
                  </a:cubicBezTo>
                  <a:cubicBezTo>
                    <a:pt x="1563053" y="274320"/>
                    <a:pt x="1563053" y="279082"/>
                    <a:pt x="1564005" y="282892"/>
                  </a:cubicBezTo>
                  <a:cubicBezTo>
                    <a:pt x="1545908" y="291465"/>
                    <a:pt x="1526858" y="297180"/>
                    <a:pt x="1508760" y="301942"/>
                  </a:cubicBezTo>
                  <a:cubicBezTo>
                    <a:pt x="1490663" y="306705"/>
                    <a:pt x="1472565" y="308610"/>
                    <a:pt x="1454468" y="308610"/>
                  </a:cubicBezTo>
                  <a:cubicBezTo>
                    <a:pt x="1435418" y="308610"/>
                    <a:pt x="1417320" y="304800"/>
                    <a:pt x="1400175" y="298132"/>
                  </a:cubicBezTo>
                  <a:cubicBezTo>
                    <a:pt x="1383030" y="291465"/>
                    <a:pt x="1367790" y="280987"/>
                    <a:pt x="1354455" y="267652"/>
                  </a:cubicBezTo>
                  <a:cubicBezTo>
                    <a:pt x="1341120" y="254317"/>
                    <a:pt x="1330643" y="238125"/>
                    <a:pt x="1323023" y="220027"/>
                  </a:cubicBezTo>
                  <a:cubicBezTo>
                    <a:pt x="1315403" y="200977"/>
                    <a:pt x="1311593" y="180022"/>
                    <a:pt x="1311593" y="157162"/>
                  </a:cubicBezTo>
                  <a:cubicBezTo>
                    <a:pt x="1311593" y="134302"/>
                    <a:pt x="1315403" y="113347"/>
                    <a:pt x="1323023" y="94297"/>
                  </a:cubicBezTo>
                  <a:cubicBezTo>
                    <a:pt x="1330643" y="75247"/>
                    <a:pt x="1341120" y="58102"/>
                    <a:pt x="1354455" y="43815"/>
                  </a:cubicBezTo>
                  <a:cubicBezTo>
                    <a:pt x="1367790" y="29527"/>
                    <a:pt x="1383030" y="19050"/>
                    <a:pt x="1401128" y="11430"/>
                  </a:cubicBezTo>
                  <a:cubicBezTo>
                    <a:pt x="1419225" y="3810"/>
                    <a:pt x="1439228" y="0"/>
                    <a:pt x="14592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ïśľïḋe"/>
            <p:cNvSpPr/>
            <p:nvPr/>
          </p:nvSpPr>
          <p:spPr>
            <a:xfrm>
              <a:off x="5032507" y="2563067"/>
              <a:ext cx="4352940" cy="1239475"/>
            </a:xfrm>
            <a:custGeom>
              <a:avLst/>
              <a:gdLst>
                <a:gd name="connsiteX0" fmla="*/ 1911219 w 4352938"/>
                <a:gd name="connsiteY0" fmla="*/ 884984 h 1239475"/>
                <a:gd name="connsiteX1" fmla="*/ 2030282 w 4352938"/>
                <a:gd name="connsiteY1" fmla="*/ 953564 h 1239475"/>
                <a:gd name="connsiteX2" fmla="*/ 2055047 w 4352938"/>
                <a:gd name="connsiteY2" fmla="*/ 991664 h 1239475"/>
                <a:gd name="connsiteX3" fmla="*/ 2047427 w 4352938"/>
                <a:gd name="connsiteY3" fmla="*/ 1067864 h 1239475"/>
                <a:gd name="connsiteX4" fmla="*/ 1974085 w 4352938"/>
                <a:gd name="connsiteY4" fmla="*/ 1093581 h 1239475"/>
                <a:gd name="connsiteX5" fmla="*/ 1923602 w 4352938"/>
                <a:gd name="connsiteY5" fmla="*/ 1040241 h 1239475"/>
                <a:gd name="connsiteX6" fmla="*/ 1903600 w 4352938"/>
                <a:gd name="connsiteY6" fmla="*/ 1022144 h 1239475"/>
                <a:gd name="connsiteX7" fmla="*/ 1888359 w 4352938"/>
                <a:gd name="connsiteY7" fmla="*/ 887841 h 1239475"/>
                <a:gd name="connsiteX8" fmla="*/ 1911219 w 4352938"/>
                <a:gd name="connsiteY8" fmla="*/ 884984 h 1239475"/>
                <a:gd name="connsiteX9" fmla="*/ 3037075 w 4352938"/>
                <a:gd name="connsiteY9" fmla="*/ 831644 h 1239475"/>
                <a:gd name="connsiteX10" fmla="*/ 3118038 w 4352938"/>
                <a:gd name="connsiteY10" fmla="*/ 880221 h 1239475"/>
                <a:gd name="connsiteX11" fmla="*/ 3217097 w 4352938"/>
                <a:gd name="connsiteY11" fmla="*/ 1004046 h 1239475"/>
                <a:gd name="connsiteX12" fmla="*/ 3140897 w 4352938"/>
                <a:gd name="connsiteY12" fmla="*/ 1054529 h 1239475"/>
                <a:gd name="connsiteX13" fmla="*/ 3072318 w 4352938"/>
                <a:gd name="connsiteY13" fmla="*/ 1031669 h 1239475"/>
                <a:gd name="connsiteX14" fmla="*/ 3057077 w 4352938"/>
                <a:gd name="connsiteY14" fmla="*/ 970709 h 1239475"/>
                <a:gd name="connsiteX15" fmla="*/ 3052315 w 4352938"/>
                <a:gd name="connsiteY15" fmla="*/ 947849 h 1239475"/>
                <a:gd name="connsiteX16" fmla="*/ 3029455 w 4352938"/>
                <a:gd name="connsiteY16" fmla="*/ 836406 h 1239475"/>
                <a:gd name="connsiteX17" fmla="*/ 3037075 w 4352938"/>
                <a:gd name="connsiteY17" fmla="*/ 831644 h 1239475"/>
                <a:gd name="connsiteX18" fmla="*/ 4031485 w 4352938"/>
                <a:gd name="connsiteY18" fmla="*/ 816404 h 1239475"/>
                <a:gd name="connsiteX19" fmla="*/ 4124830 w 4352938"/>
                <a:gd name="connsiteY19" fmla="*/ 826881 h 1239475"/>
                <a:gd name="connsiteX20" fmla="*/ 4142927 w 4352938"/>
                <a:gd name="connsiteY20" fmla="*/ 867839 h 1239475"/>
                <a:gd name="connsiteX21" fmla="*/ 4130545 w 4352938"/>
                <a:gd name="connsiteY21" fmla="*/ 901176 h 1239475"/>
                <a:gd name="connsiteX22" fmla="*/ 4092445 w 4352938"/>
                <a:gd name="connsiteY22" fmla="*/ 936419 h 1239475"/>
                <a:gd name="connsiteX23" fmla="*/ 3998147 w 4352938"/>
                <a:gd name="connsiteY23" fmla="*/ 948801 h 1239475"/>
                <a:gd name="connsiteX24" fmla="*/ 3990527 w 4352938"/>
                <a:gd name="connsiteY24" fmla="*/ 959279 h 1239475"/>
                <a:gd name="connsiteX25" fmla="*/ 4016245 w 4352938"/>
                <a:gd name="connsiteY25" fmla="*/ 1030716 h 1239475"/>
                <a:gd name="connsiteX26" fmla="*/ 4021007 w 4352938"/>
                <a:gd name="connsiteY26" fmla="*/ 1061196 h 1239475"/>
                <a:gd name="connsiteX27" fmla="*/ 4028627 w 4352938"/>
                <a:gd name="connsiteY27" fmla="*/ 1104059 h 1239475"/>
                <a:gd name="connsiteX28" fmla="*/ 4010530 w 4352938"/>
                <a:gd name="connsiteY28" fmla="*/ 1142159 h 1239475"/>
                <a:gd name="connsiteX29" fmla="*/ 3990527 w 4352938"/>
                <a:gd name="connsiteY29" fmla="*/ 1175496 h 1239475"/>
                <a:gd name="connsiteX30" fmla="*/ 3940045 w 4352938"/>
                <a:gd name="connsiteY30" fmla="*/ 1183116 h 1239475"/>
                <a:gd name="connsiteX31" fmla="*/ 3917185 w 4352938"/>
                <a:gd name="connsiteY31" fmla="*/ 1203119 h 1239475"/>
                <a:gd name="connsiteX32" fmla="*/ 3828602 w 4352938"/>
                <a:gd name="connsiteY32" fmla="*/ 1185021 h 1239475"/>
                <a:gd name="connsiteX33" fmla="*/ 3782882 w 4352938"/>
                <a:gd name="connsiteY33" fmla="*/ 1162161 h 1239475"/>
                <a:gd name="connsiteX34" fmla="*/ 3778120 w 4352938"/>
                <a:gd name="connsiteY34" fmla="*/ 1144064 h 1239475"/>
                <a:gd name="connsiteX35" fmla="*/ 3782882 w 4352938"/>
                <a:gd name="connsiteY35" fmla="*/ 1144064 h 1239475"/>
                <a:gd name="connsiteX36" fmla="*/ 3843843 w 4352938"/>
                <a:gd name="connsiteY36" fmla="*/ 1141206 h 1239475"/>
                <a:gd name="connsiteX37" fmla="*/ 3930520 w 4352938"/>
                <a:gd name="connsiteY37" fmla="*/ 1110726 h 1239475"/>
                <a:gd name="connsiteX38" fmla="*/ 3945760 w 4352938"/>
                <a:gd name="connsiteY38" fmla="*/ 1087866 h 1239475"/>
                <a:gd name="connsiteX39" fmla="*/ 3938140 w 4352938"/>
                <a:gd name="connsiteY39" fmla="*/ 1049766 h 1239475"/>
                <a:gd name="connsiteX40" fmla="*/ 3940997 w 4352938"/>
                <a:gd name="connsiteY40" fmla="*/ 996426 h 1239475"/>
                <a:gd name="connsiteX41" fmla="*/ 3933377 w 4352938"/>
                <a:gd name="connsiteY41" fmla="*/ 978329 h 1239475"/>
                <a:gd name="connsiteX42" fmla="*/ 3872418 w 4352938"/>
                <a:gd name="connsiteY42" fmla="*/ 996426 h 1239475"/>
                <a:gd name="connsiteX43" fmla="*/ 3823840 w 4352938"/>
                <a:gd name="connsiteY43" fmla="*/ 1004046 h 1239475"/>
                <a:gd name="connsiteX44" fmla="*/ 3770500 w 4352938"/>
                <a:gd name="connsiteY44" fmla="*/ 1029764 h 1239475"/>
                <a:gd name="connsiteX45" fmla="*/ 3645722 w 4352938"/>
                <a:gd name="connsiteY45" fmla="*/ 1110726 h 1239475"/>
                <a:gd name="connsiteX46" fmla="*/ 3589525 w 4352938"/>
                <a:gd name="connsiteY46" fmla="*/ 1128824 h 1239475"/>
                <a:gd name="connsiteX47" fmla="*/ 3566665 w 4352938"/>
                <a:gd name="connsiteY47" fmla="*/ 1118346 h 1239475"/>
                <a:gd name="connsiteX48" fmla="*/ 3561902 w 4352938"/>
                <a:gd name="connsiteY48" fmla="*/ 1101201 h 1239475"/>
                <a:gd name="connsiteX49" fmla="*/ 3526660 w 4352938"/>
                <a:gd name="connsiteY49" fmla="*/ 1017381 h 1239475"/>
                <a:gd name="connsiteX50" fmla="*/ 3554282 w 4352938"/>
                <a:gd name="connsiteY50" fmla="*/ 989759 h 1239475"/>
                <a:gd name="connsiteX51" fmla="*/ 3589525 w 4352938"/>
                <a:gd name="connsiteY51" fmla="*/ 986901 h 1239475"/>
                <a:gd name="connsiteX52" fmla="*/ 3630482 w 4352938"/>
                <a:gd name="connsiteY52" fmla="*/ 961184 h 1239475"/>
                <a:gd name="connsiteX53" fmla="*/ 3656200 w 4352938"/>
                <a:gd name="connsiteY53" fmla="*/ 956421 h 1239475"/>
                <a:gd name="connsiteX54" fmla="*/ 3752402 w 4352938"/>
                <a:gd name="connsiteY54" fmla="*/ 910701 h 1239475"/>
                <a:gd name="connsiteX55" fmla="*/ 3897182 w 4352938"/>
                <a:gd name="connsiteY55" fmla="*/ 854504 h 1239475"/>
                <a:gd name="connsiteX56" fmla="*/ 4031485 w 4352938"/>
                <a:gd name="connsiteY56" fmla="*/ 816404 h 1239475"/>
                <a:gd name="connsiteX57" fmla="*/ 281492 w 4352938"/>
                <a:gd name="connsiteY57" fmla="*/ 738299 h 1239475"/>
                <a:gd name="connsiteX58" fmla="*/ 205292 w 4352938"/>
                <a:gd name="connsiteY58" fmla="*/ 794496 h 1239475"/>
                <a:gd name="connsiteX59" fmla="*/ 174812 w 4352938"/>
                <a:gd name="connsiteY59" fmla="*/ 832596 h 1239475"/>
                <a:gd name="connsiteX60" fmla="*/ 170049 w 4352938"/>
                <a:gd name="connsiteY60" fmla="*/ 850694 h 1239475"/>
                <a:gd name="connsiteX61" fmla="*/ 96707 w 4352938"/>
                <a:gd name="connsiteY61" fmla="*/ 951659 h 1239475"/>
                <a:gd name="connsiteX62" fmla="*/ 63369 w 4352938"/>
                <a:gd name="connsiteY62" fmla="*/ 1009761 h 1239475"/>
                <a:gd name="connsiteX63" fmla="*/ 70989 w 4352938"/>
                <a:gd name="connsiteY63" fmla="*/ 1012619 h 1239475"/>
                <a:gd name="connsiteX64" fmla="*/ 134807 w 4352938"/>
                <a:gd name="connsiteY64" fmla="*/ 1002141 h 1239475"/>
                <a:gd name="connsiteX65" fmla="*/ 177669 w 4352938"/>
                <a:gd name="connsiteY65" fmla="*/ 971661 h 1239475"/>
                <a:gd name="connsiteX66" fmla="*/ 226247 w 4352938"/>
                <a:gd name="connsiteY66" fmla="*/ 953564 h 1239475"/>
                <a:gd name="connsiteX67" fmla="*/ 253869 w 4352938"/>
                <a:gd name="connsiteY67" fmla="*/ 933561 h 1239475"/>
                <a:gd name="connsiteX68" fmla="*/ 291969 w 4352938"/>
                <a:gd name="connsiteY68" fmla="*/ 907844 h 1239475"/>
                <a:gd name="connsiteX69" fmla="*/ 291969 w 4352938"/>
                <a:gd name="connsiteY69" fmla="*/ 874506 h 1239475"/>
                <a:gd name="connsiteX70" fmla="*/ 293874 w 4352938"/>
                <a:gd name="connsiteY70" fmla="*/ 829739 h 1239475"/>
                <a:gd name="connsiteX71" fmla="*/ 293874 w 4352938"/>
                <a:gd name="connsiteY71" fmla="*/ 741156 h 1239475"/>
                <a:gd name="connsiteX72" fmla="*/ 281492 w 4352938"/>
                <a:gd name="connsiteY72" fmla="*/ 738299 h 1239475"/>
                <a:gd name="connsiteX73" fmla="*/ 1852924 w 4352938"/>
                <a:gd name="connsiteY73" fmla="*/ 577625 h 1239475"/>
                <a:gd name="connsiteX74" fmla="*/ 1952177 w 4352938"/>
                <a:gd name="connsiteY74" fmla="*/ 596377 h 1239475"/>
                <a:gd name="connsiteX75" fmla="*/ 1959798 w 4352938"/>
                <a:gd name="connsiteY75" fmla="*/ 616379 h 1239475"/>
                <a:gd name="connsiteX76" fmla="*/ 1903600 w 4352938"/>
                <a:gd name="connsiteY76" fmla="*/ 659242 h 1239475"/>
                <a:gd name="connsiteX77" fmla="*/ 1888360 w 4352938"/>
                <a:gd name="connsiteY77" fmla="*/ 682102 h 1239475"/>
                <a:gd name="connsiteX78" fmla="*/ 1875977 w 4352938"/>
                <a:gd name="connsiteY78" fmla="*/ 684959 h 1239475"/>
                <a:gd name="connsiteX79" fmla="*/ 1863595 w 4352938"/>
                <a:gd name="connsiteY79" fmla="*/ 704962 h 1239475"/>
                <a:gd name="connsiteX80" fmla="*/ 1835973 w 4352938"/>
                <a:gd name="connsiteY80" fmla="*/ 724964 h 1239475"/>
                <a:gd name="connsiteX81" fmla="*/ 1808350 w 4352938"/>
                <a:gd name="connsiteY81" fmla="*/ 755444 h 1239475"/>
                <a:gd name="connsiteX82" fmla="*/ 1762630 w 4352938"/>
                <a:gd name="connsiteY82" fmla="*/ 804022 h 1239475"/>
                <a:gd name="connsiteX83" fmla="*/ 1795967 w 4352938"/>
                <a:gd name="connsiteY83" fmla="*/ 785924 h 1239475"/>
                <a:gd name="connsiteX84" fmla="*/ 1882645 w 4352938"/>
                <a:gd name="connsiteY84" fmla="*/ 783067 h 1239475"/>
                <a:gd name="connsiteX85" fmla="*/ 1893123 w 4352938"/>
                <a:gd name="connsiteY85" fmla="*/ 809737 h 1239475"/>
                <a:gd name="connsiteX86" fmla="*/ 1867405 w 4352938"/>
                <a:gd name="connsiteY86" fmla="*/ 843074 h 1239475"/>
                <a:gd name="connsiteX87" fmla="*/ 1773107 w 4352938"/>
                <a:gd name="connsiteY87" fmla="*/ 901177 h 1239475"/>
                <a:gd name="connsiteX88" fmla="*/ 1724530 w 4352938"/>
                <a:gd name="connsiteY88" fmla="*/ 942134 h 1239475"/>
                <a:gd name="connsiteX89" fmla="*/ 1742627 w 4352938"/>
                <a:gd name="connsiteY89" fmla="*/ 1025954 h 1239475"/>
                <a:gd name="connsiteX90" fmla="*/ 1770250 w 4352938"/>
                <a:gd name="connsiteY90" fmla="*/ 1233599 h 1239475"/>
                <a:gd name="connsiteX91" fmla="*/ 1762630 w 4352938"/>
                <a:gd name="connsiteY91" fmla="*/ 1236457 h 1239475"/>
                <a:gd name="connsiteX92" fmla="*/ 1729292 w 4352938"/>
                <a:gd name="connsiteY92" fmla="*/ 1236457 h 1239475"/>
                <a:gd name="connsiteX93" fmla="*/ 1709290 w 4352938"/>
                <a:gd name="connsiteY93" fmla="*/ 1213597 h 1239475"/>
                <a:gd name="connsiteX94" fmla="*/ 1709290 w 4352938"/>
                <a:gd name="connsiteY94" fmla="*/ 1190737 h 1239475"/>
                <a:gd name="connsiteX95" fmla="*/ 1691192 w 4352938"/>
                <a:gd name="connsiteY95" fmla="*/ 1167877 h 1239475"/>
                <a:gd name="connsiteX96" fmla="*/ 1637852 w 4352938"/>
                <a:gd name="connsiteY96" fmla="*/ 1145017 h 1239475"/>
                <a:gd name="connsiteX97" fmla="*/ 1637852 w 4352938"/>
                <a:gd name="connsiteY97" fmla="*/ 1129777 h 1239475"/>
                <a:gd name="connsiteX98" fmla="*/ 1653092 w 4352938"/>
                <a:gd name="connsiteY98" fmla="*/ 1109774 h 1239475"/>
                <a:gd name="connsiteX99" fmla="*/ 1675952 w 4352938"/>
                <a:gd name="connsiteY99" fmla="*/ 1105012 h 1239475"/>
                <a:gd name="connsiteX100" fmla="*/ 1688335 w 4352938"/>
                <a:gd name="connsiteY100" fmla="*/ 1048814 h 1239475"/>
                <a:gd name="connsiteX101" fmla="*/ 1675952 w 4352938"/>
                <a:gd name="connsiteY101" fmla="*/ 1015477 h 1239475"/>
                <a:gd name="connsiteX102" fmla="*/ 1668332 w 4352938"/>
                <a:gd name="connsiteY102" fmla="*/ 1012619 h 1239475"/>
                <a:gd name="connsiteX103" fmla="*/ 1645473 w 4352938"/>
                <a:gd name="connsiteY103" fmla="*/ 1027859 h 1239475"/>
                <a:gd name="connsiteX104" fmla="*/ 1617850 w 4352938"/>
                <a:gd name="connsiteY104" fmla="*/ 1058339 h 1239475"/>
                <a:gd name="connsiteX105" fmla="*/ 1605467 w 4352938"/>
                <a:gd name="connsiteY105" fmla="*/ 1063102 h 1239475"/>
                <a:gd name="connsiteX106" fmla="*/ 1587370 w 4352938"/>
                <a:gd name="connsiteY106" fmla="*/ 1093582 h 1239475"/>
                <a:gd name="connsiteX107" fmla="*/ 1554032 w 4352938"/>
                <a:gd name="connsiteY107" fmla="*/ 1121204 h 1239475"/>
                <a:gd name="connsiteX108" fmla="*/ 1450210 w 4352938"/>
                <a:gd name="connsiteY108" fmla="*/ 1230742 h 1239475"/>
                <a:gd name="connsiteX109" fmla="*/ 1355913 w 4352938"/>
                <a:gd name="connsiteY109" fmla="*/ 1104059 h 1239475"/>
                <a:gd name="connsiteX110" fmla="*/ 1394013 w 4352938"/>
                <a:gd name="connsiteY110" fmla="*/ 1093582 h 1239475"/>
                <a:gd name="connsiteX111" fmla="*/ 1419730 w 4352938"/>
                <a:gd name="connsiteY111" fmla="*/ 1101202 h 1239475"/>
                <a:gd name="connsiteX112" fmla="*/ 1434970 w 4352938"/>
                <a:gd name="connsiteY112" fmla="*/ 1085962 h 1239475"/>
                <a:gd name="connsiteX113" fmla="*/ 1470213 w 4352938"/>
                <a:gd name="connsiteY113" fmla="*/ 1070722 h 1239475"/>
                <a:gd name="connsiteX114" fmla="*/ 1490215 w 4352938"/>
                <a:gd name="connsiteY114" fmla="*/ 1052624 h 1239475"/>
                <a:gd name="connsiteX115" fmla="*/ 1525457 w 4352938"/>
                <a:gd name="connsiteY115" fmla="*/ 1037384 h 1239475"/>
                <a:gd name="connsiteX116" fmla="*/ 1612135 w 4352938"/>
                <a:gd name="connsiteY116" fmla="*/ 979282 h 1239475"/>
                <a:gd name="connsiteX117" fmla="*/ 1677857 w 4352938"/>
                <a:gd name="connsiteY117" fmla="*/ 921179 h 1239475"/>
                <a:gd name="connsiteX118" fmla="*/ 1650235 w 4352938"/>
                <a:gd name="connsiteY118" fmla="*/ 893557 h 1239475"/>
                <a:gd name="connsiteX119" fmla="*/ 1683573 w 4352938"/>
                <a:gd name="connsiteY119" fmla="*/ 812594 h 1239475"/>
                <a:gd name="connsiteX120" fmla="*/ 1660713 w 4352938"/>
                <a:gd name="connsiteY120" fmla="*/ 807832 h 1239475"/>
                <a:gd name="connsiteX121" fmla="*/ 1627375 w 4352938"/>
                <a:gd name="connsiteY121" fmla="*/ 818309 h 1239475"/>
                <a:gd name="connsiteX122" fmla="*/ 1627375 w 4352938"/>
                <a:gd name="connsiteY122" fmla="*/ 881174 h 1239475"/>
                <a:gd name="connsiteX123" fmla="*/ 1627375 w 4352938"/>
                <a:gd name="connsiteY123" fmla="*/ 882127 h 1239475"/>
                <a:gd name="connsiteX124" fmla="*/ 1624517 w 4352938"/>
                <a:gd name="connsiteY124" fmla="*/ 897367 h 1239475"/>
                <a:gd name="connsiteX125" fmla="*/ 1546413 w 4352938"/>
                <a:gd name="connsiteY125" fmla="*/ 999284 h 1239475"/>
                <a:gd name="connsiteX126" fmla="*/ 1515932 w 4352938"/>
                <a:gd name="connsiteY126" fmla="*/ 965947 h 1239475"/>
                <a:gd name="connsiteX127" fmla="*/ 1508313 w 4352938"/>
                <a:gd name="connsiteY127" fmla="*/ 938324 h 1239475"/>
                <a:gd name="connsiteX128" fmla="*/ 1493073 w 4352938"/>
                <a:gd name="connsiteY128" fmla="*/ 912607 h 1239475"/>
                <a:gd name="connsiteX129" fmla="*/ 1505455 w 4352938"/>
                <a:gd name="connsiteY129" fmla="*/ 744967 h 1239475"/>
                <a:gd name="connsiteX130" fmla="*/ 1502598 w 4352938"/>
                <a:gd name="connsiteY130" fmla="*/ 686864 h 1239475"/>
                <a:gd name="connsiteX131" fmla="*/ 1513075 w 4352938"/>
                <a:gd name="connsiteY131" fmla="*/ 682102 h 1239475"/>
                <a:gd name="connsiteX132" fmla="*/ 1523552 w 4352938"/>
                <a:gd name="connsiteY132" fmla="*/ 679244 h 1239475"/>
                <a:gd name="connsiteX133" fmla="*/ 1543555 w 4352938"/>
                <a:gd name="connsiteY133" fmla="*/ 689722 h 1239475"/>
                <a:gd name="connsiteX134" fmla="*/ 1584513 w 4352938"/>
                <a:gd name="connsiteY134" fmla="*/ 723059 h 1239475"/>
                <a:gd name="connsiteX135" fmla="*/ 1680715 w 4352938"/>
                <a:gd name="connsiteY135" fmla="*/ 664957 h 1239475"/>
                <a:gd name="connsiteX136" fmla="*/ 1723577 w 4352938"/>
                <a:gd name="connsiteY136" fmla="*/ 626857 h 1239475"/>
                <a:gd name="connsiteX137" fmla="*/ 1761677 w 4352938"/>
                <a:gd name="connsiteY137" fmla="*/ 622094 h 1239475"/>
                <a:gd name="connsiteX138" fmla="*/ 1774060 w 4352938"/>
                <a:gd name="connsiteY138" fmla="*/ 603997 h 1239475"/>
                <a:gd name="connsiteX139" fmla="*/ 1822638 w 4352938"/>
                <a:gd name="connsiteY139" fmla="*/ 581137 h 1239475"/>
                <a:gd name="connsiteX140" fmla="*/ 1852924 w 4352938"/>
                <a:gd name="connsiteY140" fmla="*/ 577625 h 1239475"/>
                <a:gd name="connsiteX141" fmla="*/ 3579047 w 4352938"/>
                <a:gd name="connsiteY141" fmla="*/ 530654 h 1239475"/>
                <a:gd name="connsiteX142" fmla="*/ 3604764 w 4352938"/>
                <a:gd name="connsiteY142" fmla="*/ 533511 h 1239475"/>
                <a:gd name="connsiteX143" fmla="*/ 3680964 w 4352938"/>
                <a:gd name="connsiteY143" fmla="*/ 644954 h 1239475"/>
                <a:gd name="connsiteX144" fmla="*/ 3642864 w 4352938"/>
                <a:gd name="connsiteY144" fmla="*/ 718296 h 1239475"/>
                <a:gd name="connsiteX145" fmla="*/ 3615242 w 4352938"/>
                <a:gd name="connsiteY145" fmla="*/ 718296 h 1239475"/>
                <a:gd name="connsiteX146" fmla="*/ 3587619 w 4352938"/>
                <a:gd name="connsiteY146" fmla="*/ 669719 h 1239475"/>
                <a:gd name="connsiteX147" fmla="*/ 3586667 w 4352938"/>
                <a:gd name="connsiteY147" fmla="*/ 619236 h 1239475"/>
                <a:gd name="connsiteX148" fmla="*/ 3579047 w 4352938"/>
                <a:gd name="connsiteY148" fmla="*/ 530654 h 1239475"/>
                <a:gd name="connsiteX149" fmla="*/ 1938842 w 4352938"/>
                <a:gd name="connsiteY149" fmla="*/ 307769 h 1239475"/>
                <a:gd name="connsiteX150" fmla="*/ 1969322 w 4352938"/>
                <a:gd name="connsiteY150" fmla="*/ 307769 h 1239475"/>
                <a:gd name="connsiteX151" fmla="*/ 1979799 w 4352938"/>
                <a:gd name="connsiteY151" fmla="*/ 333486 h 1239475"/>
                <a:gd name="connsiteX152" fmla="*/ 1946462 w 4352938"/>
                <a:gd name="connsiteY152" fmla="*/ 368729 h 1239475"/>
                <a:gd name="connsiteX153" fmla="*/ 1913124 w 4352938"/>
                <a:gd name="connsiteY153" fmla="*/ 373491 h 1239475"/>
                <a:gd name="connsiteX154" fmla="*/ 1832162 w 4352938"/>
                <a:gd name="connsiteY154" fmla="*/ 429689 h 1239475"/>
                <a:gd name="connsiteX155" fmla="*/ 1708337 w 4352938"/>
                <a:gd name="connsiteY155" fmla="*/ 546846 h 1239475"/>
                <a:gd name="connsiteX156" fmla="*/ 1629279 w 4352938"/>
                <a:gd name="connsiteY156" fmla="*/ 557324 h 1239475"/>
                <a:gd name="connsiteX157" fmla="*/ 1519742 w 4352938"/>
                <a:gd name="connsiteY157" fmla="*/ 498269 h 1239475"/>
                <a:gd name="connsiteX158" fmla="*/ 1524504 w 4352938"/>
                <a:gd name="connsiteY158" fmla="*/ 452549 h 1239475"/>
                <a:gd name="connsiteX159" fmla="*/ 1775964 w 4352938"/>
                <a:gd name="connsiteY159" fmla="*/ 351584 h 1239475"/>
                <a:gd name="connsiteX160" fmla="*/ 1798824 w 4352938"/>
                <a:gd name="connsiteY160" fmla="*/ 348726 h 1239475"/>
                <a:gd name="connsiteX161" fmla="*/ 1885501 w 4352938"/>
                <a:gd name="connsiteY161" fmla="*/ 318246 h 1239475"/>
                <a:gd name="connsiteX162" fmla="*/ 1938842 w 4352938"/>
                <a:gd name="connsiteY162" fmla="*/ 307769 h 1239475"/>
                <a:gd name="connsiteX163" fmla="*/ 667255 w 4352938"/>
                <a:gd name="connsiteY163" fmla="*/ 301102 h 1239475"/>
                <a:gd name="connsiteX164" fmla="*/ 717738 w 4352938"/>
                <a:gd name="connsiteY164" fmla="*/ 346822 h 1239475"/>
                <a:gd name="connsiteX165" fmla="*/ 819655 w 4352938"/>
                <a:gd name="connsiteY165" fmla="*/ 587804 h 1239475"/>
                <a:gd name="connsiteX166" fmla="*/ 845372 w 4352938"/>
                <a:gd name="connsiteY166" fmla="*/ 600187 h 1239475"/>
                <a:gd name="connsiteX167" fmla="*/ 875852 w 4352938"/>
                <a:gd name="connsiteY167" fmla="*/ 566849 h 1239475"/>
                <a:gd name="connsiteX168" fmla="*/ 921572 w 4352938"/>
                <a:gd name="connsiteY168" fmla="*/ 536369 h 1239475"/>
                <a:gd name="connsiteX169" fmla="*/ 921572 w 4352938"/>
                <a:gd name="connsiteY169" fmla="*/ 474457 h 1239475"/>
                <a:gd name="connsiteX170" fmla="*/ 921572 w 4352938"/>
                <a:gd name="connsiteY170" fmla="*/ 467789 h 1239475"/>
                <a:gd name="connsiteX171" fmla="*/ 927288 w 4352938"/>
                <a:gd name="connsiteY171" fmla="*/ 463027 h 1239475"/>
                <a:gd name="connsiteX172" fmla="*/ 949195 w 4352938"/>
                <a:gd name="connsiteY172" fmla="*/ 452549 h 1239475"/>
                <a:gd name="connsiteX173" fmla="*/ 959672 w 4352938"/>
                <a:gd name="connsiteY173" fmla="*/ 463027 h 1239475"/>
                <a:gd name="connsiteX174" fmla="*/ 962530 w 4352938"/>
                <a:gd name="connsiteY174" fmla="*/ 481124 h 1239475"/>
                <a:gd name="connsiteX175" fmla="*/ 988247 w 4352938"/>
                <a:gd name="connsiteY175" fmla="*/ 506842 h 1239475"/>
                <a:gd name="connsiteX176" fmla="*/ 1061590 w 4352938"/>
                <a:gd name="connsiteY176" fmla="*/ 537322 h 1239475"/>
                <a:gd name="connsiteX177" fmla="*/ 1061590 w 4352938"/>
                <a:gd name="connsiteY177" fmla="*/ 557324 h 1239475"/>
                <a:gd name="connsiteX178" fmla="*/ 1056827 w 4352938"/>
                <a:gd name="connsiteY178" fmla="*/ 598282 h 1239475"/>
                <a:gd name="connsiteX179" fmla="*/ 1003488 w 4352938"/>
                <a:gd name="connsiteY179" fmla="*/ 666862 h 1239475"/>
                <a:gd name="connsiteX180" fmla="*/ 934907 w 4352938"/>
                <a:gd name="connsiteY180" fmla="*/ 692579 h 1239475"/>
                <a:gd name="connsiteX181" fmla="*/ 846325 w 4352938"/>
                <a:gd name="connsiteY181" fmla="*/ 723059 h 1239475"/>
                <a:gd name="connsiteX182" fmla="*/ 849182 w 4352938"/>
                <a:gd name="connsiteY182" fmla="*/ 802117 h 1239475"/>
                <a:gd name="connsiteX183" fmla="*/ 783460 w 4352938"/>
                <a:gd name="connsiteY183" fmla="*/ 865934 h 1239475"/>
                <a:gd name="connsiteX184" fmla="*/ 786317 w 4352938"/>
                <a:gd name="connsiteY184" fmla="*/ 870697 h 1239475"/>
                <a:gd name="connsiteX185" fmla="*/ 882520 w 4352938"/>
                <a:gd name="connsiteY185" fmla="*/ 867839 h 1239475"/>
                <a:gd name="connsiteX186" fmla="*/ 958720 w 4352938"/>
                <a:gd name="connsiteY186" fmla="*/ 842122 h 1239475"/>
                <a:gd name="connsiteX187" fmla="*/ 984438 w 4352938"/>
                <a:gd name="connsiteY187" fmla="*/ 839264 h 1239475"/>
                <a:gd name="connsiteX188" fmla="*/ 1088260 w 4352938"/>
                <a:gd name="connsiteY188" fmla="*/ 808784 h 1239475"/>
                <a:gd name="connsiteX189" fmla="*/ 1095880 w 4352938"/>
                <a:gd name="connsiteY189" fmla="*/ 844027 h 1239475"/>
                <a:gd name="connsiteX190" fmla="*/ 1065400 w 4352938"/>
                <a:gd name="connsiteY190" fmla="*/ 900224 h 1239475"/>
                <a:gd name="connsiteX191" fmla="*/ 1009202 w 4352938"/>
                <a:gd name="connsiteY191" fmla="*/ 933562 h 1239475"/>
                <a:gd name="connsiteX192" fmla="*/ 897760 w 4352938"/>
                <a:gd name="connsiteY192" fmla="*/ 964042 h 1239475"/>
                <a:gd name="connsiteX193" fmla="*/ 859660 w 4352938"/>
                <a:gd name="connsiteY193" fmla="*/ 964042 h 1239475"/>
                <a:gd name="connsiteX194" fmla="*/ 829180 w 4352938"/>
                <a:gd name="connsiteY194" fmla="*/ 989759 h 1239475"/>
                <a:gd name="connsiteX195" fmla="*/ 710117 w 4352938"/>
                <a:gd name="connsiteY195" fmla="*/ 977377 h 1239475"/>
                <a:gd name="connsiteX196" fmla="*/ 638680 w 4352938"/>
                <a:gd name="connsiteY196" fmla="*/ 827834 h 1239475"/>
                <a:gd name="connsiteX197" fmla="*/ 631060 w 4352938"/>
                <a:gd name="connsiteY197" fmla="*/ 769732 h 1239475"/>
                <a:gd name="connsiteX198" fmla="*/ 592960 w 4352938"/>
                <a:gd name="connsiteY198" fmla="*/ 607807 h 1239475"/>
                <a:gd name="connsiteX199" fmla="*/ 608200 w 4352938"/>
                <a:gd name="connsiteY199" fmla="*/ 521129 h 1239475"/>
                <a:gd name="connsiteX200" fmla="*/ 643442 w 4352938"/>
                <a:gd name="connsiteY200" fmla="*/ 376349 h 1239475"/>
                <a:gd name="connsiteX201" fmla="*/ 644395 w 4352938"/>
                <a:gd name="connsiteY201" fmla="*/ 363014 h 1239475"/>
                <a:gd name="connsiteX202" fmla="*/ 667255 w 4352938"/>
                <a:gd name="connsiteY202" fmla="*/ 301102 h 1239475"/>
                <a:gd name="connsiteX203" fmla="*/ 4077204 w 4352938"/>
                <a:gd name="connsiteY203" fmla="*/ 290624 h 1239475"/>
                <a:gd name="connsiteX204" fmla="*/ 3993384 w 4352938"/>
                <a:gd name="connsiteY204" fmla="*/ 420164 h 1239475"/>
                <a:gd name="connsiteX205" fmla="*/ 4026721 w 4352938"/>
                <a:gd name="connsiteY205" fmla="*/ 445881 h 1239475"/>
                <a:gd name="connsiteX206" fmla="*/ 4049582 w 4352938"/>
                <a:gd name="connsiteY206" fmla="*/ 384921 h 1239475"/>
                <a:gd name="connsiteX207" fmla="*/ 4069584 w 4352938"/>
                <a:gd name="connsiteY207" fmla="*/ 382064 h 1239475"/>
                <a:gd name="connsiteX208" fmla="*/ 4092444 w 4352938"/>
                <a:gd name="connsiteY208" fmla="*/ 476361 h 1239475"/>
                <a:gd name="connsiteX209" fmla="*/ 4104827 w 4352938"/>
                <a:gd name="connsiteY209" fmla="*/ 479219 h 1239475"/>
                <a:gd name="connsiteX210" fmla="*/ 4130544 w 4352938"/>
                <a:gd name="connsiteY210" fmla="*/ 436356 h 1239475"/>
                <a:gd name="connsiteX211" fmla="*/ 4206744 w 4352938"/>
                <a:gd name="connsiteY211" fmla="*/ 318246 h 1239475"/>
                <a:gd name="connsiteX212" fmla="*/ 4077204 w 4352938"/>
                <a:gd name="connsiteY212" fmla="*/ 290624 h 1239475"/>
                <a:gd name="connsiteX213" fmla="*/ 3600002 w 4352938"/>
                <a:gd name="connsiteY213" fmla="*/ 256334 h 1239475"/>
                <a:gd name="connsiteX214" fmla="*/ 3663820 w 4352938"/>
                <a:gd name="connsiteY214" fmla="*/ 304912 h 1239475"/>
                <a:gd name="connsiteX215" fmla="*/ 3732400 w 4352938"/>
                <a:gd name="connsiteY215" fmla="*/ 340154 h 1239475"/>
                <a:gd name="connsiteX216" fmla="*/ 3834317 w 4352938"/>
                <a:gd name="connsiteY216" fmla="*/ 524939 h 1239475"/>
                <a:gd name="connsiteX217" fmla="*/ 3747640 w 4352938"/>
                <a:gd name="connsiteY217" fmla="*/ 590662 h 1239475"/>
                <a:gd name="connsiteX218" fmla="*/ 3699062 w 4352938"/>
                <a:gd name="connsiteY218" fmla="*/ 428737 h 1239475"/>
                <a:gd name="connsiteX219" fmla="*/ 3668582 w 4352938"/>
                <a:gd name="connsiteY219" fmla="*/ 398257 h 1239475"/>
                <a:gd name="connsiteX220" fmla="*/ 3615242 w 4352938"/>
                <a:gd name="connsiteY220" fmla="*/ 330629 h 1239475"/>
                <a:gd name="connsiteX221" fmla="*/ 3587620 w 4352938"/>
                <a:gd name="connsiteY221" fmla="*/ 307769 h 1239475"/>
                <a:gd name="connsiteX222" fmla="*/ 3587620 w 4352938"/>
                <a:gd name="connsiteY222" fmla="*/ 266812 h 1239475"/>
                <a:gd name="connsiteX223" fmla="*/ 3600002 w 4352938"/>
                <a:gd name="connsiteY223" fmla="*/ 256334 h 1239475"/>
                <a:gd name="connsiteX224" fmla="*/ 189099 w 4352938"/>
                <a:gd name="connsiteY224" fmla="*/ 169656 h 1239475"/>
                <a:gd name="connsiteX225" fmla="*/ 239582 w 4352938"/>
                <a:gd name="connsiteY225" fmla="*/ 207756 h 1239475"/>
                <a:gd name="connsiteX226" fmla="*/ 416747 w 4352938"/>
                <a:gd name="connsiteY226" fmla="*/ 339201 h 1239475"/>
                <a:gd name="connsiteX227" fmla="*/ 419604 w 4352938"/>
                <a:gd name="connsiteY227" fmla="*/ 407781 h 1239475"/>
                <a:gd name="connsiteX228" fmla="*/ 424367 w 4352938"/>
                <a:gd name="connsiteY228" fmla="*/ 506841 h 1239475"/>
                <a:gd name="connsiteX229" fmla="*/ 429129 w 4352938"/>
                <a:gd name="connsiteY229" fmla="*/ 550656 h 1239475"/>
                <a:gd name="connsiteX230" fmla="*/ 426272 w 4352938"/>
                <a:gd name="connsiteY230" fmla="*/ 629714 h 1239475"/>
                <a:gd name="connsiteX231" fmla="*/ 415794 w 4352938"/>
                <a:gd name="connsiteY231" fmla="*/ 822119 h 1239475"/>
                <a:gd name="connsiteX232" fmla="*/ 412937 w 4352938"/>
                <a:gd name="connsiteY232" fmla="*/ 885936 h 1239475"/>
                <a:gd name="connsiteX233" fmla="*/ 371979 w 4352938"/>
                <a:gd name="connsiteY233" fmla="*/ 1058339 h 1239475"/>
                <a:gd name="connsiteX234" fmla="*/ 333879 w 4352938"/>
                <a:gd name="connsiteY234" fmla="*/ 1119299 h 1239475"/>
                <a:gd name="connsiteX235" fmla="*/ 303399 w 4352938"/>
                <a:gd name="connsiteY235" fmla="*/ 1122156 h 1239475"/>
                <a:gd name="connsiteX236" fmla="*/ 291017 w 4352938"/>
                <a:gd name="connsiteY236" fmla="*/ 1020239 h 1239475"/>
                <a:gd name="connsiteX237" fmla="*/ 291017 w 4352938"/>
                <a:gd name="connsiteY237" fmla="*/ 984996 h 1239475"/>
                <a:gd name="connsiteX238" fmla="*/ 283397 w 4352938"/>
                <a:gd name="connsiteY238" fmla="*/ 984996 h 1239475"/>
                <a:gd name="connsiteX239" fmla="*/ 217674 w 4352938"/>
                <a:gd name="connsiteY239" fmla="*/ 1041194 h 1239475"/>
                <a:gd name="connsiteX240" fmla="*/ 205292 w 4352938"/>
                <a:gd name="connsiteY240" fmla="*/ 1056434 h 1239475"/>
                <a:gd name="connsiteX241" fmla="*/ 133854 w 4352938"/>
                <a:gd name="connsiteY241" fmla="*/ 1099296 h 1239475"/>
                <a:gd name="connsiteX242" fmla="*/ 80514 w 4352938"/>
                <a:gd name="connsiteY242" fmla="*/ 1152636 h 1239475"/>
                <a:gd name="connsiteX243" fmla="*/ 35747 w 4352938"/>
                <a:gd name="connsiteY243" fmla="*/ 1152636 h 1239475"/>
                <a:gd name="connsiteX244" fmla="*/ 31937 w 4352938"/>
                <a:gd name="connsiteY244" fmla="*/ 1149779 h 1239475"/>
                <a:gd name="connsiteX245" fmla="*/ 1457 w 4352938"/>
                <a:gd name="connsiteY245" fmla="*/ 1013571 h 1239475"/>
                <a:gd name="connsiteX246" fmla="*/ 3362 w 4352938"/>
                <a:gd name="connsiteY246" fmla="*/ 1004046 h 1239475"/>
                <a:gd name="connsiteX247" fmla="*/ 9077 w 4352938"/>
                <a:gd name="connsiteY247" fmla="*/ 998331 h 1239475"/>
                <a:gd name="connsiteX248" fmla="*/ 101469 w 4352938"/>
                <a:gd name="connsiteY248" fmla="*/ 814499 h 1239475"/>
                <a:gd name="connsiteX249" fmla="*/ 119567 w 4352938"/>
                <a:gd name="connsiteY249" fmla="*/ 750681 h 1239475"/>
                <a:gd name="connsiteX250" fmla="*/ 107184 w 4352938"/>
                <a:gd name="connsiteY250" fmla="*/ 694484 h 1239475"/>
                <a:gd name="connsiteX251" fmla="*/ 107184 w 4352938"/>
                <a:gd name="connsiteY251" fmla="*/ 674481 h 1239475"/>
                <a:gd name="connsiteX252" fmla="*/ 79562 w 4352938"/>
                <a:gd name="connsiteY252" fmla="*/ 623999 h 1239475"/>
                <a:gd name="connsiteX253" fmla="*/ 94802 w 4352938"/>
                <a:gd name="connsiteY253" fmla="*/ 611616 h 1239475"/>
                <a:gd name="connsiteX254" fmla="*/ 145284 w 4352938"/>
                <a:gd name="connsiteY254" fmla="*/ 631619 h 1239475"/>
                <a:gd name="connsiteX255" fmla="*/ 191004 w 4352938"/>
                <a:gd name="connsiteY255" fmla="*/ 636381 h 1239475"/>
                <a:gd name="connsiteX256" fmla="*/ 221484 w 4352938"/>
                <a:gd name="connsiteY256" fmla="*/ 659241 h 1239475"/>
                <a:gd name="connsiteX257" fmla="*/ 254822 w 4352938"/>
                <a:gd name="connsiteY257" fmla="*/ 664004 h 1239475"/>
                <a:gd name="connsiteX258" fmla="*/ 292922 w 4352938"/>
                <a:gd name="connsiteY258" fmla="*/ 689721 h 1239475"/>
                <a:gd name="connsiteX259" fmla="*/ 297684 w 4352938"/>
                <a:gd name="connsiteY259" fmla="*/ 631619 h 1239475"/>
                <a:gd name="connsiteX260" fmla="*/ 297684 w 4352938"/>
                <a:gd name="connsiteY260" fmla="*/ 581136 h 1239475"/>
                <a:gd name="connsiteX261" fmla="*/ 292922 w 4352938"/>
                <a:gd name="connsiteY261" fmla="*/ 370634 h 1239475"/>
                <a:gd name="connsiteX262" fmla="*/ 239582 w 4352938"/>
                <a:gd name="connsiteY262" fmla="*/ 302054 h 1239475"/>
                <a:gd name="connsiteX263" fmla="*/ 211959 w 4352938"/>
                <a:gd name="connsiteY263" fmla="*/ 259191 h 1239475"/>
                <a:gd name="connsiteX264" fmla="*/ 169097 w 4352938"/>
                <a:gd name="connsiteY264" fmla="*/ 187754 h 1239475"/>
                <a:gd name="connsiteX265" fmla="*/ 189099 w 4352938"/>
                <a:gd name="connsiteY265" fmla="*/ 169656 h 1239475"/>
                <a:gd name="connsiteX266" fmla="*/ 2741800 w 4352938"/>
                <a:gd name="connsiteY266" fmla="*/ 161084 h 1239475"/>
                <a:gd name="connsiteX267" fmla="*/ 2802760 w 4352938"/>
                <a:gd name="connsiteY267" fmla="*/ 173466 h 1239475"/>
                <a:gd name="connsiteX268" fmla="*/ 2836097 w 4352938"/>
                <a:gd name="connsiteY268" fmla="*/ 201089 h 1239475"/>
                <a:gd name="connsiteX269" fmla="*/ 2899915 w 4352938"/>
                <a:gd name="connsiteY269" fmla="*/ 243951 h 1239475"/>
                <a:gd name="connsiteX270" fmla="*/ 2904677 w 4352938"/>
                <a:gd name="connsiteY270" fmla="*/ 312531 h 1239475"/>
                <a:gd name="connsiteX271" fmla="*/ 2892295 w 4352938"/>
                <a:gd name="connsiteY271" fmla="*/ 327771 h 1239475"/>
                <a:gd name="connsiteX272" fmla="*/ 2892295 w 4352938"/>
                <a:gd name="connsiteY272" fmla="*/ 393494 h 1239475"/>
                <a:gd name="connsiteX273" fmla="*/ 2895152 w 4352938"/>
                <a:gd name="connsiteY273" fmla="*/ 565896 h 1239475"/>
                <a:gd name="connsiteX274" fmla="*/ 2899915 w 4352938"/>
                <a:gd name="connsiteY274" fmla="*/ 565896 h 1239475"/>
                <a:gd name="connsiteX275" fmla="*/ 2971352 w 4352938"/>
                <a:gd name="connsiteY275" fmla="*/ 520176 h 1239475"/>
                <a:gd name="connsiteX276" fmla="*/ 3123752 w 4352938"/>
                <a:gd name="connsiteY276" fmla="*/ 433499 h 1239475"/>
                <a:gd name="connsiteX277" fmla="*/ 3131372 w 4352938"/>
                <a:gd name="connsiteY277" fmla="*/ 468741 h 1239475"/>
                <a:gd name="connsiteX278" fmla="*/ 3113275 w 4352938"/>
                <a:gd name="connsiteY278" fmla="*/ 496364 h 1239475"/>
                <a:gd name="connsiteX279" fmla="*/ 3068507 w 4352938"/>
                <a:gd name="connsiteY279" fmla="*/ 544941 h 1239475"/>
                <a:gd name="connsiteX280" fmla="*/ 2987545 w 4352938"/>
                <a:gd name="connsiteY280" fmla="*/ 603044 h 1239475"/>
                <a:gd name="connsiteX281" fmla="*/ 2949445 w 4352938"/>
                <a:gd name="connsiteY281" fmla="*/ 638286 h 1239475"/>
                <a:gd name="connsiteX282" fmla="*/ 2891342 w 4352938"/>
                <a:gd name="connsiteY282" fmla="*/ 681149 h 1239475"/>
                <a:gd name="connsiteX283" fmla="*/ 2883722 w 4352938"/>
                <a:gd name="connsiteY283" fmla="*/ 734489 h 1239475"/>
                <a:gd name="connsiteX284" fmla="*/ 2845622 w 4352938"/>
                <a:gd name="connsiteY284" fmla="*/ 873554 h 1239475"/>
                <a:gd name="connsiteX285" fmla="*/ 2766565 w 4352938"/>
                <a:gd name="connsiteY285" fmla="*/ 952611 h 1239475"/>
                <a:gd name="connsiteX286" fmla="*/ 2472242 w 4352938"/>
                <a:gd name="connsiteY286" fmla="*/ 1074531 h 1239475"/>
                <a:gd name="connsiteX287" fmla="*/ 2472242 w 4352938"/>
                <a:gd name="connsiteY287" fmla="*/ 1069769 h 1239475"/>
                <a:gd name="connsiteX288" fmla="*/ 2497960 w 4352938"/>
                <a:gd name="connsiteY288" fmla="*/ 1028811 h 1239475"/>
                <a:gd name="connsiteX289" fmla="*/ 2538917 w 4352938"/>
                <a:gd name="connsiteY289" fmla="*/ 1003094 h 1239475"/>
                <a:gd name="connsiteX290" fmla="*/ 2558920 w 4352938"/>
                <a:gd name="connsiteY290" fmla="*/ 1000236 h 1239475"/>
                <a:gd name="connsiteX291" fmla="*/ 2586542 w 4352938"/>
                <a:gd name="connsiteY291" fmla="*/ 987854 h 1239475"/>
                <a:gd name="connsiteX292" fmla="*/ 2612260 w 4352938"/>
                <a:gd name="connsiteY292" fmla="*/ 972614 h 1239475"/>
                <a:gd name="connsiteX293" fmla="*/ 2736085 w 4352938"/>
                <a:gd name="connsiteY293" fmla="*/ 769731 h 1239475"/>
                <a:gd name="connsiteX294" fmla="*/ 2624642 w 4352938"/>
                <a:gd name="connsiteY294" fmla="*/ 804974 h 1239475"/>
                <a:gd name="connsiteX295" fmla="*/ 2601782 w 4352938"/>
                <a:gd name="connsiteY295" fmla="*/ 809736 h 1239475"/>
                <a:gd name="connsiteX296" fmla="*/ 2556062 w 4352938"/>
                <a:gd name="connsiteY296" fmla="*/ 850694 h 1239475"/>
                <a:gd name="connsiteX297" fmla="*/ 2492245 w 4352938"/>
                <a:gd name="connsiteY297" fmla="*/ 888794 h 1239475"/>
                <a:gd name="connsiteX298" fmla="*/ 2316985 w 4352938"/>
                <a:gd name="connsiteY298" fmla="*/ 942134 h 1239475"/>
                <a:gd name="connsiteX299" fmla="*/ 2289362 w 4352938"/>
                <a:gd name="connsiteY299" fmla="*/ 792591 h 1239475"/>
                <a:gd name="connsiteX300" fmla="*/ 2294125 w 4352938"/>
                <a:gd name="connsiteY300" fmla="*/ 784971 h 1239475"/>
                <a:gd name="connsiteX301" fmla="*/ 2304602 w 4352938"/>
                <a:gd name="connsiteY301" fmla="*/ 790686 h 1239475"/>
                <a:gd name="connsiteX302" fmla="*/ 2332225 w 4352938"/>
                <a:gd name="connsiteY302" fmla="*/ 824024 h 1239475"/>
                <a:gd name="connsiteX303" fmla="*/ 2352227 w 4352938"/>
                <a:gd name="connsiteY303" fmla="*/ 821166 h 1239475"/>
                <a:gd name="connsiteX304" fmla="*/ 2395090 w 4352938"/>
                <a:gd name="connsiteY304" fmla="*/ 805926 h 1239475"/>
                <a:gd name="connsiteX305" fmla="*/ 2422712 w 4352938"/>
                <a:gd name="connsiteY305" fmla="*/ 803069 h 1239475"/>
                <a:gd name="connsiteX306" fmla="*/ 2526535 w 4352938"/>
                <a:gd name="connsiteY306" fmla="*/ 744966 h 1239475"/>
                <a:gd name="connsiteX307" fmla="*/ 2587495 w 4352938"/>
                <a:gd name="connsiteY307" fmla="*/ 724964 h 1239475"/>
                <a:gd name="connsiteX308" fmla="*/ 2645597 w 4352938"/>
                <a:gd name="connsiteY308" fmla="*/ 699246 h 1239475"/>
                <a:gd name="connsiteX309" fmla="*/ 2759897 w 4352938"/>
                <a:gd name="connsiteY309" fmla="*/ 648764 h 1239475"/>
                <a:gd name="connsiteX310" fmla="*/ 2772280 w 4352938"/>
                <a:gd name="connsiteY310" fmla="*/ 546846 h 1239475"/>
                <a:gd name="connsiteX311" fmla="*/ 2767517 w 4352938"/>
                <a:gd name="connsiteY311" fmla="*/ 354441 h 1239475"/>
                <a:gd name="connsiteX312" fmla="*/ 2718940 w 4352938"/>
                <a:gd name="connsiteY312" fmla="*/ 171561 h 1239475"/>
                <a:gd name="connsiteX313" fmla="*/ 2741800 w 4352938"/>
                <a:gd name="connsiteY313" fmla="*/ 161084 h 1239475"/>
                <a:gd name="connsiteX314" fmla="*/ 4109589 w 4352938"/>
                <a:gd name="connsiteY314" fmla="*/ 20114 h 1239475"/>
                <a:gd name="connsiteX315" fmla="*/ 4147689 w 4352938"/>
                <a:gd name="connsiteY315" fmla="*/ 70596 h 1239475"/>
                <a:gd name="connsiteX316" fmla="*/ 4137212 w 4352938"/>
                <a:gd name="connsiteY316" fmla="*/ 126794 h 1239475"/>
                <a:gd name="connsiteX317" fmla="*/ 4083871 w 4352938"/>
                <a:gd name="connsiteY317" fmla="*/ 243951 h 1239475"/>
                <a:gd name="connsiteX318" fmla="*/ 4091492 w 4352938"/>
                <a:gd name="connsiteY318" fmla="*/ 246809 h 1239475"/>
                <a:gd name="connsiteX319" fmla="*/ 4157214 w 4352938"/>
                <a:gd name="connsiteY319" fmla="*/ 228711 h 1239475"/>
                <a:gd name="connsiteX320" fmla="*/ 4245796 w 4352938"/>
                <a:gd name="connsiteY320" fmla="*/ 202994 h 1239475"/>
                <a:gd name="connsiteX321" fmla="*/ 4276277 w 4352938"/>
                <a:gd name="connsiteY321" fmla="*/ 195374 h 1239475"/>
                <a:gd name="connsiteX322" fmla="*/ 4296279 w 4352938"/>
                <a:gd name="connsiteY322" fmla="*/ 207756 h 1239475"/>
                <a:gd name="connsiteX323" fmla="*/ 4346762 w 4352938"/>
                <a:gd name="connsiteY323" fmla="*/ 218234 h 1239475"/>
                <a:gd name="connsiteX324" fmla="*/ 4328664 w 4352938"/>
                <a:gd name="connsiteY324" fmla="*/ 306816 h 1239475"/>
                <a:gd name="connsiteX325" fmla="*/ 4211507 w 4352938"/>
                <a:gd name="connsiteY325" fmla="*/ 468741 h 1239475"/>
                <a:gd name="connsiteX326" fmla="*/ 4157214 w 4352938"/>
                <a:gd name="connsiteY326" fmla="*/ 521129 h 1239475"/>
                <a:gd name="connsiteX327" fmla="*/ 4210554 w 4352938"/>
                <a:gd name="connsiteY327" fmla="*/ 521129 h 1239475"/>
                <a:gd name="connsiteX328" fmla="*/ 4251512 w 4352938"/>
                <a:gd name="connsiteY328" fmla="*/ 533511 h 1239475"/>
                <a:gd name="connsiteX329" fmla="*/ 4167692 w 4352938"/>
                <a:gd name="connsiteY329" fmla="*/ 688769 h 1239475"/>
                <a:gd name="connsiteX330" fmla="*/ 4140069 w 4352938"/>
                <a:gd name="connsiteY330" fmla="*/ 716391 h 1239475"/>
                <a:gd name="connsiteX331" fmla="*/ 4083871 w 4352938"/>
                <a:gd name="connsiteY331" fmla="*/ 736394 h 1239475"/>
                <a:gd name="connsiteX332" fmla="*/ 3989574 w 4352938"/>
                <a:gd name="connsiteY332" fmla="*/ 779256 h 1239475"/>
                <a:gd name="connsiteX333" fmla="*/ 3986717 w 4352938"/>
                <a:gd name="connsiteY333" fmla="*/ 753539 h 1239475"/>
                <a:gd name="connsiteX334" fmla="*/ 4044819 w 4352938"/>
                <a:gd name="connsiteY334" fmla="*/ 703056 h 1239475"/>
                <a:gd name="connsiteX335" fmla="*/ 4064821 w 4352938"/>
                <a:gd name="connsiteY335" fmla="*/ 675434 h 1239475"/>
                <a:gd name="connsiteX336" fmla="*/ 4105779 w 4352938"/>
                <a:gd name="connsiteY336" fmla="*/ 637334 h 1239475"/>
                <a:gd name="connsiteX337" fmla="*/ 4113399 w 4352938"/>
                <a:gd name="connsiteY337" fmla="*/ 617331 h 1239475"/>
                <a:gd name="connsiteX338" fmla="*/ 4136259 w 4352938"/>
                <a:gd name="connsiteY338" fmla="*/ 583994 h 1239475"/>
                <a:gd name="connsiteX339" fmla="*/ 4123877 w 4352938"/>
                <a:gd name="connsiteY339" fmla="*/ 583994 h 1239475"/>
                <a:gd name="connsiteX340" fmla="*/ 4081014 w 4352938"/>
                <a:gd name="connsiteY340" fmla="*/ 609711 h 1239475"/>
                <a:gd name="connsiteX341" fmla="*/ 4027674 w 4352938"/>
                <a:gd name="connsiteY341" fmla="*/ 660194 h 1239475"/>
                <a:gd name="connsiteX342" fmla="*/ 3827649 w 4352938"/>
                <a:gd name="connsiteY342" fmla="*/ 779256 h 1239475"/>
                <a:gd name="connsiteX343" fmla="*/ 3635244 w 4352938"/>
                <a:gd name="connsiteY343" fmla="*/ 820214 h 1239475"/>
                <a:gd name="connsiteX344" fmla="*/ 3632387 w 4352938"/>
                <a:gd name="connsiteY344" fmla="*/ 802116 h 1239475"/>
                <a:gd name="connsiteX345" fmla="*/ 3635244 w 4352938"/>
                <a:gd name="connsiteY345" fmla="*/ 797354 h 1239475"/>
                <a:gd name="connsiteX346" fmla="*/ 3815267 w 4352938"/>
                <a:gd name="connsiteY346" fmla="*/ 683054 h 1239475"/>
                <a:gd name="connsiteX347" fmla="*/ 3848604 w 4352938"/>
                <a:gd name="connsiteY347" fmla="*/ 672576 h 1239475"/>
                <a:gd name="connsiteX348" fmla="*/ 3970524 w 4352938"/>
                <a:gd name="connsiteY348" fmla="*/ 603996 h 1239475"/>
                <a:gd name="connsiteX349" fmla="*/ 4059107 w 4352938"/>
                <a:gd name="connsiteY349" fmla="*/ 561134 h 1239475"/>
                <a:gd name="connsiteX350" fmla="*/ 4094349 w 4352938"/>
                <a:gd name="connsiteY350" fmla="*/ 535416 h 1239475"/>
                <a:gd name="connsiteX351" fmla="*/ 4089587 w 4352938"/>
                <a:gd name="connsiteY351" fmla="*/ 535416 h 1239475"/>
                <a:gd name="connsiteX352" fmla="*/ 3993384 w 4352938"/>
                <a:gd name="connsiteY352" fmla="*/ 563039 h 1239475"/>
                <a:gd name="connsiteX353" fmla="*/ 3990527 w 4352938"/>
                <a:gd name="connsiteY353" fmla="*/ 537321 h 1239475"/>
                <a:gd name="connsiteX354" fmla="*/ 4005767 w 4352938"/>
                <a:gd name="connsiteY354" fmla="*/ 499221 h 1239475"/>
                <a:gd name="connsiteX355" fmla="*/ 3941949 w 4352938"/>
                <a:gd name="connsiteY355" fmla="*/ 471599 h 1239475"/>
                <a:gd name="connsiteX356" fmla="*/ 3860987 w 4352938"/>
                <a:gd name="connsiteY356" fmla="*/ 544941 h 1239475"/>
                <a:gd name="connsiteX357" fmla="*/ 3845746 w 4352938"/>
                <a:gd name="connsiteY357" fmla="*/ 537321 h 1239475"/>
                <a:gd name="connsiteX358" fmla="*/ 3858129 w 4352938"/>
                <a:gd name="connsiteY358" fmla="*/ 502079 h 1239475"/>
                <a:gd name="connsiteX359" fmla="*/ 3900992 w 4352938"/>
                <a:gd name="connsiteY359" fmla="*/ 436356 h 1239475"/>
                <a:gd name="connsiteX360" fmla="*/ 3880989 w 4352938"/>
                <a:gd name="connsiteY360" fmla="*/ 403019 h 1239475"/>
                <a:gd name="connsiteX361" fmla="*/ 3883846 w 4352938"/>
                <a:gd name="connsiteY361" fmla="*/ 400161 h 1239475"/>
                <a:gd name="connsiteX362" fmla="*/ 3941949 w 4352938"/>
                <a:gd name="connsiteY362" fmla="*/ 392541 h 1239475"/>
                <a:gd name="connsiteX363" fmla="*/ 3982907 w 4352938"/>
                <a:gd name="connsiteY363" fmla="*/ 328724 h 1239475"/>
                <a:gd name="connsiteX364" fmla="*/ 3924804 w 4352938"/>
                <a:gd name="connsiteY364" fmla="*/ 339201 h 1239475"/>
                <a:gd name="connsiteX365" fmla="*/ 3921946 w 4352938"/>
                <a:gd name="connsiteY365" fmla="*/ 319199 h 1239475"/>
                <a:gd name="connsiteX366" fmla="*/ 3949569 w 4352938"/>
                <a:gd name="connsiteY366" fmla="*/ 273479 h 1239475"/>
                <a:gd name="connsiteX367" fmla="*/ 3914327 w 4352938"/>
                <a:gd name="connsiteY367" fmla="*/ 273479 h 1239475"/>
                <a:gd name="connsiteX368" fmla="*/ 3876227 w 4352938"/>
                <a:gd name="connsiteY368" fmla="*/ 220139 h 1239475"/>
                <a:gd name="connsiteX369" fmla="*/ 3901944 w 4352938"/>
                <a:gd name="connsiteY369" fmla="*/ 212519 h 1239475"/>
                <a:gd name="connsiteX370" fmla="*/ 3982907 w 4352938"/>
                <a:gd name="connsiteY370" fmla="*/ 200136 h 1239475"/>
                <a:gd name="connsiteX371" fmla="*/ 4021007 w 4352938"/>
                <a:gd name="connsiteY371" fmla="*/ 189659 h 1239475"/>
                <a:gd name="connsiteX372" fmla="*/ 4086729 w 4352938"/>
                <a:gd name="connsiteY372" fmla="*/ 30591 h 1239475"/>
                <a:gd name="connsiteX373" fmla="*/ 4109589 w 4352938"/>
                <a:gd name="connsiteY373" fmla="*/ 20114 h 1239475"/>
                <a:gd name="connsiteX374" fmla="*/ 1675952 w 4352938"/>
                <a:gd name="connsiteY374" fmla="*/ 111 h 1239475"/>
                <a:gd name="connsiteX375" fmla="*/ 1800729 w 4352938"/>
                <a:gd name="connsiteY375" fmla="*/ 42974 h 1239475"/>
                <a:gd name="connsiteX376" fmla="*/ 1834067 w 4352938"/>
                <a:gd name="connsiteY376" fmla="*/ 55356 h 1239475"/>
                <a:gd name="connsiteX377" fmla="*/ 1899789 w 4352938"/>
                <a:gd name="connsiteY377" fmla="*/ 101076 h 1239475"/>
                <a:gd name="connsiteX378" fmla="*/ 1917887 w 4352938"/>
                <a:gd name="connsiteY378" fmla="*/ 126794 h 1239475"/>
                <a:gd name="connsiteX379" fmla="*/ 1814064 w 4352938"/>
                <a:gd name="connsiteY379" fmla="*/ 215376 h 1239475"/>
                <a:gd name="connsiteX380" fmla="*/ 1717862 w 4352938"/>
                <a:gd name="connsiteY380" fmla="*/ 279194 h 1239475"/>
                <a:gd name="connsiteX381" fmla="*/ 1710242 w 4352938"/>
                <a:gd name="connsiteY381" fmla="*/ 253476 h 1239475"/>
                <a:gd name="connsiteX382" fmla="*/ 1720719 w 4352938"/>
                <a:gd name="connsiteY382" fmla="*/ 151559 h 1239475"/>
                <a:gd name="connsiteX383" fmla="*/ 1695002 w 4352938"/>
                <a:gd name="connsiteY383" fmla="*/ 101076 h 1239475"/>
                <a:gd name="connsiteX384" fmla="*/ 1684524 w 4352938"/>
                <a:gd name="connsiteY384" fmla="*/ 93456 h 1239475"/>
                <a:gd name="connsiteX385" fmla="*/ 1678809 w 4352938"/>
                <a:gd name="connsiteY385" fmla="*/ 63929 h 1239475"/>
                <a:gd name="connsiteX386" fmla="*/ 1675952 w 4352938"/>
                <a:gd name="connsiteY386" fmla="*/ 111 h 12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</a:cxnLst>
              <a:rect l="l" t="t" r="r" b="b"/>
              <a:pathLst>
                <a:path w="4352938" h="1239475">
                  <a:moveTo>
                    <a:pt x="1911219" y="884984"/>
                  </a:moveTo>
                  <a:cubicBezTo>
                    <a:pt x="1975989" y="884031"/>
                    <a:pt x="2003612" y="917369"/>
                    <a:pt x="2030282" y="953564"/>
                  </a:cubicBezTo>
                  <a:cubicBezTo>
                    <a:pt x="2038854" y="965946"/>
                    <a:pt x="2054094" y="969756"/>
                    <a:pt x="2055047" y="991664"/>
                  </a:cubicBezTo>
                  <a:cubicBezTo>
                    <a:pt x="2063619" y="1004999"/>
                    <a:pt x="2051237" y="1052624"/>
                    <a:pt x="2047427" y="1067864"/>
                  </a:cubicBezTo>
                  <a:cubicBezTo>
                    <a:pt x="2035044" y="1076436"/>
                    <a:pt x="2001707" y="1111679"/>
                    <a:pt x="1974085" y="1093581"/>
                  </a:cubicBezTo>
                  <a:cubicBezTo>
                    <a:pt x="1947414" y="1084056"/>
                    <a:pt x="1938842" y="1062149"/>
                    <a:pt x="1923602" y="1040241"/>
                  </a:cubicBezTo>
                  <a:cubicBezTo>
                    <a:pt x="1916934" y="1033574"/>
                    <a:pt x="1910267" y="1027859"/>
                    <a:pt x="1903600" y="1022144"/>
                  </a:cubicBezTo>
                  <a:cubicBezTo>
                    <a:pt x="1876929" y="983091"/>
                    <a:pt x="1875977" y="940229"/>
                    <a:pt x="1888359" y="887841"/>
                  </a:cubicBezTo>
                  <a:cubicBezTo>
                    <a:pt x="1896932" y="887841"/>
                    <a:pt x="1906457" y="887841"/>
                    <a:pt x="1911219" y="884984"/>
                  </a:cubicBezTo>
                  <a:close/>
                  <a:moveTo>
                    <a:pt x="3037075" y="831644"/>
                  </a:moveTo>
                  <a:cubicBezTo>
                    <a:pt x="3082795" y="831644"/>
                    <a:pt x="3093272" y="860219"/>
                    <a:pt x="3118038" y="880221"/>
                  </a:cubicBezTo>
                  <a:cubicBezTo>
                    <a:pt x="3156138" y="909749"/>
                    <a:pt x="3217097" y="938324"/>
                    <a:pt x="3217097" y="1004046"/>
                  </a:cubicBezTo>
                  <a:cubicBezTo>
                    <a:pt x="3199000" y="1025001"/>
                    <a:pt x="3169472" y="1045004"/>
                    <a:pt x="3140897" y="1054529"/>
                  </a:cubicBezTo>
                  <a:cubicBezTo>
                    <a:pt x="3114227" y="1063101"/>
                    <a:pt x="3075175" y="1054529"/>
                    <a:pt x="3072318" y="1031669"/>
                  </a:cubicBezTo>
                  <a:cubicBezTo>
                    <a:pt x="3086605" y="1008809"/>
                    <a:pt x="3062793" y="982139"/>
                    <a:pt x="3057077" y="970709"/>
                  </a:cubicBezTo>
                  <a:cubicBezTo>
                    <a:pt x="3056125" y="963089"/>
                    <a:pt x="3054220" y="955469"/>
                    <a:pt x="3052315" y="947849"/>
                  </a:cubicBezTo>
                  <a:cubicBezTo>
                    <a:pt x="3036122" y="904986"/>
                    <a:pt x="3028502" y="896414"/>
                    <a:pt x="3029455" y="836406"/>
                  </a:cubicBezTo>
                  <a:cubicBezTo>
                    <a:pt x="3032313" y="835454"/>
                    <a:pt x="3035170" y="833549"/>
                    <a:pt x="3037075" y="831644"/>
                  </a:cubicBezTo>
                  <a:close/>
                  <a:moveTo>
                    <a:pt x="4031485" y="816404"/>
                  </a:moveTo>
                  <a:cubicBezTo>
                    <a:pt x="4066727" y="816404"/>
                    <a:pt x="4088635" y="825929"/>
                    <a:pt x="4124830" y="826881"/>
                  </a:cubicBezTo>
                  <a:cubicBezTo>
                    <a:pt x="4134355" y="841169"/>
                    <a:pt x="4142927" y="843074"/>
                    <a:pt x="4142927" y="867839"/>
                  </a:cubicBezTo>
                  <a:cubicBezTo>
                    <a:pt x="4136260" y="877364"/>
                    <a:pt x="4136260" y="891651"/>
                    <a:pt x="4130545" y="901176"/>
                  </a:cubicBezTo>
                  <a:cubicBezTo>
                    <a:pt x="4121020" y="915464"/>
                    <a:pt x="4104827" y="924036"/>
                    <a:pt x="4092445" y="936419"/>
                  </a:cubicBezTo>
                  <a:cubicBezTo>
                    <a:pt x="4054345" y="935466"/>
                    <a:pt x="4026722" y="942134"/>
                    <a:pt x="3998147" y="948801"/>
                  </a:cubicBezTo>
                  <a:cubicBezTo>
                    <a:pt x="3994338" y="950706"/>
                    <a:pt x="3990527" y="955469"/>
                    <a:pt x="3990527" y="959279"/>
                  </a:cubicBezTo>
                  <a:cubicBezTo>
                    <a:pt x="3991480" y="994521"/>
                    <a:pt x="4006720" y="1006904"/>
                    <a:pt x="4016245" y="1030716"/>
                  </a:cubicBezTo>
                  <a:cubicBezTo>
                    <a:pt x="4017197" y="1041194"/>
                    <a:pt x="4019102" y="1050719"/>
                    <a:pt x="4021007" y="1061196"/>
                  </a:cubicBezTo>
                  <a:cubicBezTo>
                    <a:pt x="4023865" y="1070721"/>
                    <a:pt x="4033390" y="1086914"/>
                    <a:pt x="4028627" y="1104059"/>
                  </a:cubicBezTo>
                  <a:cubicBezTo>
                    <a:pt x="4024818" y="1115489"/>
                    <a:pt x="4016245" y="1131681"/>
                    <a:pt x="4010530" y="1142159"/>
                  </a:cubicBezTo>
                  <a:cubicBezTo>
                    <a:pt x="4004815" y="1154541"/>
                    <a:pt x="4002910" y="1169781"/>
                    <a:pt x="3990527" y="1175496"/>
                  </a:cubicBezTo>
                  <a:cubicBezTo>
                    <a:pt x="3978145" y="1186926"/>
                    <a:pt x="3960047" y="1177401"/>
                    <a:pt x="3940045" y="1183116"/>
                  </a:cubicBezTo>
                  <a:cubicBezTo>
                    <a:pt x="3928615" y="1185974"/>
                    <a:pt x="3925757" y="1198356"/>
                    <a:pt x="3917185" y="1203119"/>
                  </a:cubicBezTo>
                  <a:cubicBezTo>
                    <a:pt x="3877180" y="1225979"/>
                    <a:pt x="3852415" y="1192641"/>
                    <a:pt x="3828602" y="1185021"/>
                  </a:cubicBezTo>
                  <a:cubicBezTo>
                    <a:pt x="3804790" y="1177401"/>
                    <a:pt x="3790502" y="1185021"/>
                    <a:pt x="3782882" y="1162161"/>
                  </a:cubicBezTo>
                  <a:cubicBezTo>
                    <a:pt x="3779072" y="1157399"/>
                    <a:pt x="3779072" y="1152636"/>
                    <a:pt x="3778120" y="1144064"/>
                  </a:cubicBezTo>
                  <a:cubicBezTo>
                    <a:pt x="3779072" y="1144064"/>
                    <a:pt x="3780977" y="1144064"/>
                    <a:pt x="3782882" y="1144064"/>
                  </a:cubicBezTo>
                  <a:cubicBezTo>
                    <a:pt x="3798122" y="1132634"/>
                    <a:pt x="3823840" y="1146921"/>
                    <a:pt x="3843843" y="1141206"/>
                  </a:cubicBezTo>
                  <a:cubicBezTo>
                    <a:pt x="3873370" y="1133586"/>
                    <a:pt x="3908613" y="1126919"/>
                    <a:pt x="3930520" y="1110726"/>
                  </a:cubicBezTo>
                  <a:cubicBezTo>
                    <a:pt x="3937188" y="1105011"/>
                    <a:pt x="3940045" y="1094534"/>
                    <a:pt x="3945760" y="1087866"/>
                  </a:cubicBezTo>
                  <a:cubicBezTo>
                    <a:pt x="3946713" y="1067864"/>
                    <a:pt x="3941950" y="1065006"/>
                    <a:pt x="3938140" y="1049766"/>
                  </a:cubicBezTo>
                  <a:cubicBezTo>
                    <a:pt x="3935282" y="1035479"/>
                    <a:pt x="3945760" y="1014524"/>
                    <a:pt x="3940997" y="996426"/>
                  </a:cubicBezTo>
                  <a:cubicBezTo>
                    <a:pt x="3939093" y="990711"/>
                    <a:pt x="3935282" y="984996"/>
                    <a:pt x="3933377" y="978329"/>
                  </a:cubicBezTo>
                  <a:cubicBezTo>
                    <a:pt x="3889563" y="964041"/>
                    <a:pt x="3901945" y="984044"/>
                    <a:pt x="3872418" y="996426"/>
                  </a:cubicBezTo>
                  <a:cubicBezTo>
                    <a:pt x="3856225" y="1003094"/>
                    <a:pt x="3841938" y="998331"/>
                    <a:pt x="3823840" y="1004046"/>
                  </a:cubicBezTo>
                  <a:cubicBezTo>
                    <a:pt x="3807647" y="1009761"/>
                    <a:pt x="3785740" y="1020239"/>
                    <a:pt x="3770500" y="1029764"/>
                  </a:cubicBezTo>
                  <a:cubicBezTo>
                    <a:pt x="3728590" y="1055481"/>
                    <a:pt x="3693347" y="1089771"/>
                    <a:pt x="3645722" y="1110726"/>
                  </a:cubicBezTo>
                  <a:cubicBezTo>
                    <a:pt x="3633340" y="1116441"/>
                    <a:pt x="3607622" y="1132634"/>
                    <a:pt x="3589525" y="1128824"/>
                  </a:cubicBezTo>
                  <a:cubicBezTo>
                    <a:pt x="3581905" y="1126919"/>
                    <a:pt x="3570475" y="1122156"/>
                    <a:pt x="3566665" y="1118346"/>
                  </a:cubicBezTo>
                  <a:cubicBezTo>
                    <a:pt x="3561902" y="1111679"/>
                    <a:pt x="3563807" y="1105964"/>
                    <a:pt x="3561902" y="1101201"/>
                  </a:cubicBezTo>
                  <a:cubicBezTo>
                    <a:pt x="3550472" y="1075484"/>
                    <a:pt x="3527613" y="1063101"/>
                    <a:pt x="3526660" y="1017381"/>
                  </a:cubicBezTo>
                  <a:cubicBezTo>
                    <a:pt x="3535232" y="1007856"/>
                    <a:pt x="3541900" y="995474"/>
                    <a:pt x="3554282" y="989759"/>
                  </a:cubicBezTo>
                  <a:cubicBezTo>
                    <a:pt x="3565713" y="988806"/>
                    <a:pt x="3578095" y="987854"/>
                    <a:pt x="3589525" y="986901"/>
                  </a:cubicBezTo>
                  <a:cubicBezTo>
                    <a:pt x="3601907" y="981186"/>
                    <a:pt x="3617147" y="966899"/>
                    <a:pt x="3630482" y="961184"/>
                  </a:cubicBezTo>
                  <a:cubicBezTo>
                    <a:pt x="3639055" y="960231"/>
                    <a:pt x="3647627" y="958326"/>
                    <a:pt x="3656200" y="956421"/>
                  </a:cubicBezTo>
                  <a:cubicBezTo>
                    <a:pt x="3687632" y="943086"/>
                    <a:pt x="3720970" y="924036"/>
                    <a:pt x="3752402" y="910701"/>
                  </a:cubicBezTo>
                  <a:cubicBezTo>
                    <a:pt x="3800027" y="889746"/>
                    <a:pt x="3850510" y="873554"/>
                    <a:pt x="3897182" y="854504"/>
                  </a:cubicBezTo>
                  <a:cubicBezTo>
                    <a:pt x="3931472" y="840216"/>
                    <a:pt x="4011482" y="842121"/>
                    <a:pt x="4031485" y="816404"/>
                  </a:cubicBezTo>
                  <a:close/>
                  <a:moveTo>
                    <a:pt x="281492" y="738299"/>
                  </a:moveTo>
                  <a:cubicBezTo>
                    <a:pt x="272919" y="772589"/>
                    <a:pt x="250059" y="795449"/>
                    <a:pt x="205292" y="794496"/>
                  </a:cubicBezTo>
                  <a:cubicBezTo>
                    <a:pt x="199577" y="809736"/>
                    <a:pt x="183384" y="820214"/>
                    <a:pt x="174812" y="832596"/>
                  </a:cubicBezTo>
                  <a:cubicBezTo>
                    <a:pt x="173859" y="839264"/>
                    <a:pt x="171954" y="844979"/>
                    <a:pt x="170049" y="850694"/>
                  </a:cubicBezTo>
                  <a:cubicBezTo>
                    <a:pt x="148142" y="884984"/>
                    <a:pt x="118614" y="915464"/>
                    <a:pt x="96707" y="951659"/>
                  </a:cubicBezTo>
                  <a:cubicBezTo>
                    <a:pt x="85277" y="969756"/>
                    <a:pt x="65274" y="982139"/>
                    <a:pt x="63369" y="1009761"/>
                  </a:cubicBezTo>
                  <a:cubicBezTo>
                    <a:pt x="66227" y="1010714"/>
                    <a:pt x="68132" y="1011666"/>
                    <a:pt x="70989" y="1012619"/>
                  </a:cubicBezTo>
                  <a:cubicBezTo>
                    <a:pt x="88134" y="1023096"/>
                    <a:pt x="124329" y="1008809"/>
                    <a:pt x="134807" y="1002141"/>
                  </a:cubicBezTo>
                  <a:cubicBezTo>
                    <a:pt x="148142" y="992616"/>
                    <a:pt x="164334" y="980234"/>
                    <a:pt x="177669" y="971661"/>
                  </a:cubicBezTo>
                  <a:cubicBezTo>
                    <a:pt x="192909" y="962136"/>
                    <a:pt x="208149" y="961184"/>
                    <a:pt x="226247" y="953564"/>
                  </a:cubicBezTo>
                  <a:cubicBezTo>
                    <a:pt x="235772" y="949754"/>
                    <a:pt x="245297" y="939276"/>
                    <a:pt x="253869" y="933561"/>
                  </a:cubicBezTo>
                  <a:cubicBezTo>
                    <a:pt x="263394" y="926894"/>
                    <a:pt x="287207" y="918321"/>
                    <a:pt x="291969" y="907844"/>
                  </a:cubicBezTo>
                  <a:cubicBezTo>
                    <a:pt x="291969" y="896414"/>
                    <a:pt x="291969" y="884984"/>
                    <a:pt x="291969" y="874506"/>
                  </a:cubicBezTo>
                  <a:cubicBezTo>
                    <a:pt x="297684" y="865934"/>
                    <a:pt x="293874" y="843074"/>
                    <a:pt x="293874" y="829739"/>
                  </a:cubicBezTo>
                  <a:cubicBezTo>
                    <a:pt x="294827" y="802116"/>
                    <a:pt x="294827" y="769731"/>
                    <a:pt x="293874" y="741156"/>
                  </a:cubicBezTo>
                  <a:cubicBezTo>
                    <a:pt x="290064" y="739251"/>
                    <a:pt x="288159" y="739251"/>
                    <a:pt x="281492" y="738299"/>
                  </a:cubicBezTo>
                  <a:close/>
                  <a:moveTo>
                    <a:pt x="1852924" y="577625"/>
                  </a:moveTo>
                  <a:cubicBezTo>
                    <a:pt x="1889491" y="577446"/>
                    <a:pt x="1939319" y="586376"/>
                    <a:pt x="1952177" y="596377"/>
                  </a:cubicBezTo>
                  <a:cubicBezTo>
                    <a:pt x="1956940" y="601139"/>
                    <a:pt x="1962655" y="611617"/>
                    <a:pt x="1959798" y="616379"/>
                  </a:cubicBezTo>
                  <a:cubicBezTo>
                    <a:pt x="1945510" y="639239"/>
                    <a:pt x="1924555" y="643049"/>
                    <a:pt x="1903600" y="659242"/>
                  </a:cubicBezTo>
                  <a:cubicBezTo>
                    <a:pt x="1895980" y="664957"/>
                    <a:pt x="1895027" y="676387"/>
                    <a:pt x="1888360" y="682102"/>
                  </a:cubicBezTo>
                  <a:cubicBezTo>
                    <a:pt x="1884550" y="683054"/>
                    <a:pt x="1879788" y="684007"/>
                    <a:pt x="1875977" y="684959"/>
                  </a:cubicBezTo>
                  <a:cubicBezTo>
                    <a:pt x="1871215" y="688769"/>
                    <a:pt x="1868357" y="699247"/>
                    <a:pt x="1863595" y="704962"/>
                  </a:cubicBezTo>
                  <a:cubicBezTo>
                    <a:pt x="1856927" y="713534"/>
                    <a:pt x="1844545" y="718297"/>
                    <a:pt x="1835973" y="724964"/>
                  </a:cubicBezTo>
                  <a:cubicBezTo>
                    <a:pt x="1825495" y="732584"/>
                    <a:pt x="1816923" y="745919"/>
                    <a:pt x="1808350" y="755444"/>
                  </a:cubicBezTo>
                  <a:cubicBezTo>
                    <a:pt x="1797873" y="767827"/>
                    <a:pt x="1765488" y="787829"/>
                    <a:pt x="1762630" y="804022"/>
                  </a:cubicBezTo>
                  <a:cubicBezTo>
                    <a:pt x="1776917" y="801164"/>
                    <a:pt x="1782632" y="789734"/>
                    <a:pt x="1795967" y="785924"/>
                  </a:cubicBezTo>
                  <a:cubicBezTo>
                    <a:pt x="1823590" y="776399"/>
                    <a:pt x="1851213" y="783067"/>
                    <a:pt x="1882645" y="783067"/>
                  </a:cubicBezTo>
                  <a:cubicBezTo>
                    <a:pt x="1885502" y="793544"/>
                    <a:pt x="1891217" y="799259"/>
                    <a:pt x="1893123" y="809737"/>
                  </a:cubicBezTo>
                  <a:cubicBezTo>
                    <a:pt x="1883598" y="820214"/>
                    <a:pt x="1878835" y="834502"/>
                    <a:pt x="1867405" y="843074"/>
                  </a:cubicBezTo>
                  <a:cubicBezTo>
                    <a:pt x="1837877" y="864029"/>
                    <a:pt x="1804540" y="882127"/>
                    <a:pt x="1773107" y="901177"/>
                  </a:cubicBezTo>
                  <a:cubicBezTo>
                    <a:pt x="1750248" y="915464"/>
                    <a:pt x="1724530" y="904987"/>
                    <a:pt x="1724530" y="942134"/>
                  </a:cubicBezTo>
                  <a:cubicBezTo>
                    <a:pt x="1707385" y="968804"/>
                    <a:pt x="1735007" y="1005952"/>
                    <a:pt x="1742627" y="1025954"/>
                  </a:cubicBezTo>
                  <a:cubicBezTo>
                    <a:pt x="1764535" y="1085009"/>
                    <a:pt x="1769298" y="1155494"/>
                    <a:pt x="1770250" y="1233599"/>
                  </a:cubicBezTo>
                  <a:cubicBezTo>
                    <a:pt x="1767392" y="1234552"/>
                    <a:pt x="1765488" y="1235504"/>
                    <a:pt x="1762630" y="1236457"/>
                  </a:cubicBezTo>
                  <a:cubicBezTo>
                    <a:pt x="1755010" y="1242172"/>
                    <a:pt x="1737865" y="1238362"/>
                    <a:pt x="1729292" y="1236457"/>
                  </a:cubicBezTo>
                  <a:cubicBezTo>
                    <a:pt x="1724530" y="1228837"/>
                    <a:pt x="1712148" y="1220264"/>
                    <a:pt x="1709290" y="1213597"/>
                  </a:cubicBezTo>
                  <a:cubicBezTo>
                    <a:pt x="1709290" y="1205977"/>
                    <a:pt x="1709290" y="1198357"/>
                    <a:pt x="1709290" y="1190737"/>
                  </a:cubicBezTo>
                  <a:cubicBezTo>
                    <a:pt x="1706432" y="1184069"/>
                    <a:pt x="1696907" y="1171687"/>
                    <a:pt x="1691192" y="1167877"/>
                  </a:cubicBezTo>
                  <a:cubicBezTo>
                    <a:pt x="1684525" y="1163114"/>
                    <a:pt x="1639757" y="1148827"/>
                    <a:pt x="1637852" y="1145017"/>
                  </a:cubicBezTo>
                  <a:cubicBezTo>
                    <a:pt x="1637852" y="1140254"/>
                    <a:pt x="1637852" y="1134539"/>
                    <a:pt x="1637852" y="1129777"/>
                  </a:cubicBezTo>
                  <a:cubicBezTo>
                    <a:pt x="1644520" y="1125014"/>
                    <a:pt x="1646425" y="1114537"/>
                    <a:pt x="1653092" y="1109774"/>
                  </a:cubicBezTo>
                  <a:cubicBezTo>
                    <a:pt x="1660713" y="1108822"/>
                    <a:pt x="1668332" y="1106917"/>
                    <a:pt x="1675952" y="1105012"/>
                  </a:cubicBezTo>
                  <a:cubicBezTo>
                    <a:pt x="1690240" y="1097392"/>
                    <a:pt x="1688335" y="1071674"/>
                    <a:pt x="1688335" y="1048814"/>
                  </a:cubicBezTo>
                  <a:cubicBezTo>
                    <a:pt x="1682620" y="1039289"/>
                    <a:pt x="1682620" y="1024049"/>
                    <a:pt x="1675952" y="1015477"/>
                  </a:cubicBezTo>
                  <a:cubicBezTo>
                    <a:pt x="1673095" y="1013572"/>
                    <a:pt x="1673095" y="1013572"/>
                    <a:pt x="1668332" y="1012619"/>
                  </a:cubicBezTo>
                  <a:cubicBezTo>
                    <a:pt x="1662617" y="1021192"/>
                    <a:pt x="1654045" y="1021192"/>
                    <a:pt x="1645473" y="1027859"/>
                  </a:cubicBezTo>
                  <a:cubicBezTo>
                    <a:pt x="1636900" y="1038337"/>
                    <a:pt x="1627375" y="1047862"/>
                    <a:pt x="1617850" y="1058339"/>
                  </a:cubicBezTo>
                  <a:cubicBezTo>
                    <a:pt x="1614040" y="1061197"/>
                    <a:pt x="1608325" y="1059292"/>
                    <a:pt x="1605467" y="1063102"/>
                  </a:cubicBezTo>
                  <a:cubicBezTo>
                    <a:pt x="1596895" y="1072627"/>
                    <a:pt x="1594990" y="1082152"/>
                    <a:pt x="1587370" y="1093582"/>
                  </a:cubicBezTo>
                  <a:cubicBezTo>
                    <a:pt x="1575940" y="1102154"/>
                    <a:pt x="1565463" y="1111679"/>
                    <a:pt x="1554032" y="1121204"/>
                  </a:cubicBezTo>
                  <a:cubicBezTo>
                    <a:pt x="1523552" y="1163114"/>
                    <a:pt x="1485452" y="1193594"/>
                    <a:pt x="1450210" y="1230742"/>
                  </a:cubicBezTo>
                  <a:cubicBezTo>
                    <a:pt x="1379725" y="1230742"/>
                    <a:pt x="1353055" y="1166924"/>
                    <a:pt x="1355913" y="1104059"/>
                  </a:cubicBezTo>
                  <a:cubicBezTo>
                    <a:pt x="1367342" y="1101202"/>
                    <a:pt x="1377820" y="1089772"/>
                    <a:pt x="1394013" y="1093582"/>
                  </a:cubicBezTo>
                  <a:cubicBezTo>
                    <a:pt x="1400680" y="1095487"/>
                    <a:pt x="1409252" y="1104059"/>
                    <a:pt x="1419730" y="1101202"/>
                  </a:cubicBezTo>
                  <a:cubicBezTo>
                    <a:pt x="1427350" y="1099297"/>
                    <a:pt x="1429255" y="1089772"/>
                    <a:pt x="1434970" y="1085962"/>
                  </a:cubicBezTo>
                  <a:cubicBezTo>
                    <a:pt x="1445448" y="1078342"/>
                    <a:pt x="1457830" y="1078342"/>
                    <a:pt x="1470213" y="1070722"/>
                  </a:cubicBezTo>
                  <a:cubicBezTo>
                    <a:pt x="1476880" y="1065959"/>
                    <a:pt x="1483548" y="1057387"/>
                    <a:pt x="1490215" y="1052624"/>
                  </a:cubicBezTo>
                  <a:cubicBezTo>
                    <a:pt x="1501645" y="1045957"/>
                    <a:pt x="1514027" y="1044052"/>
                    <a:pt x="1525457" y="1037384"/>
                  </a:cubicBezTo>
                  <a:cubicBezTo>
                    <a:pt x="1554985" y="1020239"/>
                    <a:pt x="1584513" y="998332"/>
                    <a:pt x="1612135" y="979282"/>
                  </a:cubicBezTo>
                  <a:cubicBezTo>
                    <a:pt x="1634995" y="963089"/>
                    <a:pt x="1673095" y="955469"/>
                    <a:pt x="1677857" y="921179"/>
                  </a:cubicBezTo>
                  <a:cubicBezTo>
                    <a:pt x="1663570" y="917369"/>
                    <a:pt x="1652140" y="911654"/>
                    <a:pt x="1650235" y="893557"/>
                  </a:cubicBezTo>
                  <a:cubicBezTo>
                    <a:pt x="1654998" y="889747"/>
                    <a:pt x="1682620" y="820214"/>
                    <a:pt x="1683573" y="812594"/>
                  </a:cubicBezTo>
                  <a:cubicBezTo>
                    <a:pt x="1676905" y="808784"/>
                    <a:pt x="1673095" y="807832"/>
                    <a:pt x="1660713" y="807832"/>
                  </a:cubicBezTo>
                  <a:cubicBezTo>
                    <a:pt x="1653092" y="812594"/>
                    <a:pt x="1635948" y="816404"/>
                    <a:pt x="1627375" y="818309"/>
                  </a:cubicBezTo>
                  <a:cubicBezTo>
                    <a:pt x="1627375" y="839264"/>
                    <a:pt x="1627375" y="860219"/>
                    <a:pt x="1627375" y="881174"/>
                  </a:cubicBezTo>
                  <a:lnTo>
                    <a:pt x="1627375" y="882127"/>
                  </a:lnTo>
                  <a:cubicBezTo>
                    <a:pt x="1627375" y="886889"/>
                    <a:pt x="1628327" y="890699"/>
                    <a:pt x="1624517" y="897367"/>
                  </a:cubicBezTo>
                  <a:cubicBezTo>
                    <a:pt x="1607373" y="924989"/>
                    <a:pt x="1568320" y="994522"/>
                    <a:pt x="1546413" y="999284"/>
                  </a:cubicBezTo>
                  <a:cubicBezTo>
                    <a:pt x="1540698" y="983092"/>
                    <a:pt x="1523552" y="979282"/>
                    <a:pt x="1515932" y="965947"/>
                  </a:cubicBezTo>
                  <a:cubicBezTo>
                    <a:pt x="1511170" y="957374"/>
                    <a:pt x="1512123" y="947849"/>
                    <a:pt x="1508313" y="938324"/>
                  </a:cubicBezTo>
                  <a:cubicBezTo>
                    <a:pt x="1505455" y="930704"/>
                    <a:pt x="1495930" y="920227"/>
                    <a:pt x="1493073" y="912607"/>
                  </a:cubicBezTo>
                  <a:cubicBezTo>
                    <a:pt x="1476880" y="863077"/>
                    <a:pt x="1495930" y="786877"/>
                    <a:pt x="1505455" y="744967"/>
                  </a:cubicBezTo>
                  <a:cubicBezTo>
                    <a:pt x="1509265" y="726869"/>
                    <a:pt x="1501645" y="704962"/>
                    <a:pt x="1502598" y="686864"/>
                  </a:cubicBezTo>
                  <a:cubicBezTo>
                    <a:pt x="1507360" y="684959"/>
                    <a:pt x="1507360" y="684007"/>
                    <a:pt x="1513075" y="682102"/>
                  </a:cubicBezTo>
                  <a:cubicBezTo>
                    <a:pt x="1516885" y="679244"/>
                    <a:pt x="1517838" y="680197"/>
                    <a:pt x="1523552" y="679244"/>
                  </a:cubicBezTo>
                  <a:cubicBezTo>
                    <a:pt x="1529267" y="684007"/>
                    <a:pt x="1536888" y="684959"/>
                    <a:pt x="1543555" y="689722"/>
                  </a:cubicBezTo>
                  <a:cubicBezTo>
                    <a:pt x="1553080" y="697342"/>
                    <a:pt x="1570225" y="731632"/>
                    <a:pt x="1584513" y="723059"/>
                  </a:cubicBezTo>
                  <a:cubicBezTo>
                    <a:pt x="1616898" y="704962"/>
                    <a:pt x="1650235" y="686864"/>
                    <a:pt x="1680715" y="664957"/>
                  </a:cubicBezTo>
                  <a:cubicBezTo>
                    <a:pt x="1695002" y="654479"/>
                    <a:pt x="1708338" y="636382"/>
                    <a:pt x="1723577" y="626857"/>
                  </a:cubicBezTo>
                  <a:cubicBezTo>
                    <a:pt x="1735960" y="625904"/>
                    <a:pt x="1749295" y="623999"/>
                    <a:pt x="1761677" y="622094"/>
                  </a:cubicBezTo>
                  <a:cubicBezTo>
                    <a:pt x="1765488" y="615427"/>
                    <a:pt x="1770250" y="609712"/>
                    <a:pt x="1774060" y="603997"/>
                  </a:cubicBezTo>
                  <a:cubicBezTo>
                    <a:pt x="1786442" y="594472"/>
                    <a:pt x="1807398" y="585899"/>
                    <a:pt x="1822638" y="581137"/>
                  </a:cubicBezTo>
                  <a:cubicBezTo>
                    <a:pt x="1830020" y="578756"/>
                    <a:pt x="1840735" y="577684"/>
                    <a:pt x="1852924" y="577625"/>
                  </a:cubicBezTo>
                  <a:close/>
                  <a:moveTo>
                    <a:pt x="3579047" y="530654"/>
                  </a:moveTo>
                  <a:cubicBezTo>
                    <a:pt x="3588572" y="530654"/>
                    <a:pt x="3600002" y="529701"/>
                    <a:pt x="3604764" y="533511"/>
                  </a:cubicBezTo>
                  <a:cubicBezTo>
                    <a:pt x="3624767" y="540179"/>
                    <a:pt x="3686680" y="615426"/>
                    <a:pt x="3680964" y="644954"/>
                  </a:cubicBezTo>
                  <a:cubicBezTo>
                    <a:pt x="3674297" y="679244"/>
                    <a:pt x="3662867" y="698294"/>
                    <a:pt x="3642864" y="718296"/>
                  </a:cubicBezTo>
                  <a:cubicBezTo>
                    <a:pt x="3631434" y="719249"/>
                    <a:pt x="3625719" y="720201"/>
                    <a:pt x="3615242" y="718296"/>
                  </a:cubicBezTo>
                  <a:cubicBezTo>
                    <a:pt x="3610480" y="702104"/>
                    <a:pt x="3594287" y="684959"/>
                    <a:pt x="3587619" y="669719"/>
                  </a:cubicBezTo>
                  <a:cubicBezTo>
                    <a:pt x="3587619" y="652574"/>
                    <a:pt x="3587619" y="635429"/>
                    <a:pt x="3586667" y="619236"/>
                  </a:cubicBezTo>
                  <a:cubicBezTo>
                    <a:pt x="3584762" y="601139"/>
                    <a:pt x="3575237" y="547799"/>
                    <a:pt x="3579047" y="530654"/>
                  </a:cubicBezTo>
                  <a:close/>
                  <a:moveTo>
                    <a:pt x="1938842" y="307769"/>
                  </a:moveTo>
                  <a:cubicBezTo>
                    <a:pt x="1949319" y="307769"/>
                    <a:pt x="1958844" y="307769"/>
                    <a:pt x="1969322" y="307769"/>
                  </a:cubicBezTo>
                  <a:cubicBezTo>
                    <a:pt x="1975989" y="307769"/>
                    <a:pt x="1978847" y="319199"/>
                    <a:pt x="1979799" y="333486"/>
                  </a:cubicBezTo>
                  <a:cubicBezTo>
                    <a:pt x="1968369" y="344916"/>
                    <a:pt x="1957892" y="357299"/>
                    <a:pt x="1946462" y="368729"/>
                  </a:cubicBezTo>
                  <a:cubicBezTo>
                    <a:pt x="1935032" y="369681"/>
                    <a:pt x="1924554" y="371586"/>
                    <a:pt x="1913124" y="373491"/>
                  </a:cubicBezTo>
                  <a:cubicBezTo>
                    <a:pt x="1884549" y="384921"/>
                    <a:pt x="1856926" y="411591"/>
                    <a:pt x="1832162" y="429689"/>
                  </a:cubicBezTo>
                  <a:cubicBezTo>
                    <a:pt x="1795967" y="457311"/>
                    <a:pt x="1751199" y="532559"/>
                    <a:pt x="1708337" y="546846"/>
                  </a:cubicBezTo>
                  <a:cubicBezTo>
                    <a:pt x="1693097" y="552561"/>
                    <a:pt x="1648329" y="562086"/>
                    <a:pt x="1629279" y="557324"/>
                  </a:cubicBezTo>
                  <a:cubicBezTo>
                    <a:pt x="1599751" y="550656"/>
                    <a:pt x="1529267" y="524939"/>
                    <a:pt x="1519742" y="498269"/>
                  </a:cubicBezTo>
                  <a:cubicBezTo>
                    <a:pt x="1508312" y="483981"/>
                    <a:pt x="1518789" y="464931"/>
                    <a:pt x="1524504" y="452549"/>
                  </a:cubicBezTo>
                  <a:cubicBezTo>
                    <a:pt x="1604514" y="419211"/>
                    <a:pt x="1692144" y="383016"/>
                    <a:pt x="1775964" y="351584"/>
                  </a:cubicBezTo>
                  <a:cubicBezTo>
                    <a:pt x="1783584" y="350631"/>
                    <a:pt x="1791204" y="349679"/>
                    <a:pt x="1798824" y="348726"/>
                  </a:cubicBezTo>
                  <a:cubicBezTo>
                    <a:pt x="1826447" y="340154"/>
                    <a:pt x="1856926" y="326819"/>
                    <a:pt x="1885501" y="318246"/>
                  </a:cubicBezTo>
                  <a:cubicBezTo>
                    <a:pt x="1901694" y="313484"/>
                    <a:pt x="1925507" y="316341"/>
                    <a:pt x="1938842" y="307769"/>
                  </a:cubicBezTo>
                  <a:close/>
                  <a:moveTo>
                    <a:pt x="667255" y="301102"/>
                  </a:moveTo>
                  <a:cubicBezTo>
                    <a:pt x="688210" y="308722"/>
                    <a:pt x="700592" y="334439"/>
                    <a:pt x="717738" y="346822"/>
                  </a:cubicBezTo>
                  <a:cubicBezTo>
                    <a:pt x="788222" y="399209"/>
                    <a:pt x="797747" y="484934"/>
                    <a:pt x="819655" y="587804"/>
                  </a:cubicBezTo>
                  <a:cubicBezTo>
                    <a:pt x="829180" y="593519"/>
                    <a:pt x="830132" y="599234"/>
                    <a:pt x="845372" y="600187"/>
                  </a:cubicBezTo>
                  <a:cubicBezTo>
                    <a:pt x="855850" y="588757"/>
                    <a:pt x="865375" y="578279"/>
                    <a:pt x="875852" y="566849"/>
                  </a:cubicBezTo>
                  <a:cubicBezTo>
                    <a:pt x="888235" y="558277"/>
                    <a:pt x="915857" y="549704"/>
                    <a:pt x="921572" y="536369"/>
                  </a:cubicBezTo>
                  <a:cubicBezTo>
                    <a:pt x="921572" y="515414"/>
                    <a:pt x="921572" y="495412"/>
                    <a:pt x="921572" y="474457"/>
                  </a:cubicBezTo>
                  <a:cubicBezTo>
                    <a:pt x="921572" y="471599"/>
                    <a:pt x="920620" y="469694"/>
                    <a:pt x="921572" y="467789"/>
                  </a:cubicBezTo>
                  <a:cubicBezTo>
                    <a:pt x="922525" y="465884"/>
                    <a:pt x="925382" y="464932"/>
                    <a:pt x="927288" y="463027"/>
                  </a:cubicBezTo>
                  <a:cubicBezTo>
                    <a:pt x="933002" y="458264"/>
                    <a:pt x="936813" y="453502"/>
                    <a:pt x="949195" y="452549"/>
                  </a:cubicBezTo>
                  <a:cubicBezTo>
                    <a:pt x="953957" y="457312"/>
                    <a:pt x="956815" y="456359"/>
                    <a:pt x="959672" y="463027"/>
                  </a:cubicBezTo>
                  <a:cubicBezTo>
                    <a:pt x="962530" y="467789"/>
                    <a:pt x="959672" y="474457"/>
                    <a:pt x="962530" y="481124"/>
                  </a:cubicBezTo>
                  <a:cubicBezTo>
                    <a:pt x="965388" y="488744"/>
                    <a:pt x="981580" y="502079"/>
                    <a:pt x="988247" y="506842"/>
                  </a:cubicBezTo>
                  <a:cubicBezTo>
                    <a:pt x="996820" y="512557"/>
                    <a:pt x="1059685" y="533512"/>
                    <a:pt x="1061590" y="537322"/>
                  </a:cubicBezTo>
                  <a:cubicBezTo>
                    <a:pt x="1061590" y="543989"/>
                    <a:pt x="1061590" y="550657"/>
                    <a:pt x="1061590" y="557324"/>
                  </a:cubicBezTo>
                  <a:cubicBezTo>
                    <a:pt x="1055875" y="566849"/>
                    <a:pt x="1060638" y="587804"/>
                    <a:pt x="1056827" y="598282"/>
                  </a:cubicBezTo>
                  <a:cubicBezTo>
                    <a:pt x="1047302" y="623999"/>
                    <a:pt x="1025395" y="653527"/>
                    <a:pt x="1003488" y="666862"/>
                  </a:cubicBezTo>
                  <a:cubicBezTo>
                    <a:pt x="985390" y="679244"/>
                    <a:pt x="957767" y="686864"/>
                    <a:pt x="934907" y="692579"/>
                  </a:cubicBezTo>
                  <a:cubicBezTo>
                    <a:pt x="898713" y="702104"/>
                    <a:pt x="849182" y="681149"/>
                    <a:pt x="846325" y="723059"/>
                  </a:cubicBezTo>
                  <a:cubicBezTo>
                    <a:pt x="860613" y="741157"/>
                    <a:pt x="850135" y="774494"/>
                    <a:pt x="849182" y="802117"/>
                  </a:cubicBezTo>
                  <a:cubicBezTo>
                    <a:pt x="809177" y="821167"/>
                    <a:pt x="810130" y="838312"/>
                    <a:pt x="783460" y="865934"/>
                  </a:cubicBezTo>
                  <a:cubicBezTo>
                    <a:pt x="785365" y="869744"/>
                    <a:pt x="784413" y="867839"/>
                    <a:pt x="786317" y="870697"/>
                  </a:cubicBezTo>
                  <a:cubicBezTo>
                    <a:pt x="815845" y="891652"/>
                    <a:pt x="854897" y="876412"/>
                    <a:pt x="882520" y="867839"/>
                  </a:cubicBezTo>
                  <a:cubicBezTo>
                    <a:pt x="909190" y="858314"/>
                    <a:pt x="934907" y="848789"/>
                    <a:pt x="958720" y="842122"/>
                  </a:cubicBezTo>
                  <a:cubicBezTo>
                    <a:pt x="967292" y="841169"/>
                    <a:pt x="975865" y="840217"/>
                    <a:pt x="984438" y="839264"/>
                  </a:cubicBezTo>
                  <a:cubicBezTo>
                    <a:pt x="1016822" y="826882"/>
                    <a:pt x="1044445" y="812594"/>
                    <a:pt x="1088260" y="808784"/>
                  </a:cubicBezTo>
                  <a:cubicBezTo>
                    <a:pt x="1093975" y="818309"/>
                    <a:pt x="1095880" y="825929"/>
                    <a:pt x="1095880" y="844027"/>
                  </a:cubicBezTo>
                  <a:cubicBezTo>
                    <a:pt x="1079688" y="859267"/>
                    <a:pt x="1078735" y="886889"/>
                    <a:pt x="1065400" y="900224"/>
                  </a:cubicBezTo>
                  <a:cubicBezTo>
                    <a:pt x="1055875" y="910702"/>
                    <a:pt x="1022538" y="927847"/>
                    <a:pt x="1009202" y="933562"/>
                  </a:cubicBezTo>
                  <a:cubicBezTo>
                    <a:pt x="972055" y="944039"/>
                    <a:pt x="934907" y="953564"/>
                    <a:pt x="897760" y="964042"/>
                  </a:cubicBezTo>
                  <a:cubicBezTo>
                    <a:pt x="885377" y="964042"/>
                    <a:pt x="872042" y="964042"/>
                    <a:pt x="859660" y="964042"/>
                  </a:cubicBezTo>
                  <a:cubicBezTo>
                    <a:pt x="852040" y="967852"/>
                    <a:pt x="841563" y="984997"/>
                    <a:pt x="829180" y="989759"/>
                  </a:cubicBezTo>
                  <a:cubicBezTo>
                    <a:pt x="790127" y="1006904"/>
                    <a:pt x="740597" y="997379"/>
                    <a:pt x="710117" y="977377"/>
                  </a:cubicBezTo>
                  <a:cubicBezTo>
                    <a:pt x="682495" y="960232"/>
                    <a:pt x="650110" y="864982"/>
                    <a:pt x="638680" y="827834"/>
                  </a:cubicBezTo>
                  <a:cubicBezTo>
                    <a:pt x="632013" y="807832"/>
                    <a:pt x="636775" y="791639"/>
                    <a:pt x="631060" y="769732"/>
                  </a:cubicBezTo>
                  <a:cubicBezTo>
                    <a:pt x="617725" y="723059"/>
                    <a:pt x="604390" y="658289"/>
                    <a:pt x="592960" y="607807"/>
                  </a:cubicBezTo>
                  <a:cubicBezTo>
                    <a:pt x="591055" y="597329"/>
                    <a:pt x="605342" y="532559"/>
                    <a:pt x="608200" y="521129"/>
                  </a:cubicBezTo>
                  <a:cubicBezTo>
                    <a:pt x="621535" y="471599"/>
                    <a:pt x="631060" y="423022"/>
                    <a:pt x="643442" y="376349"/>
                  </a:cubicBezTo>
                  <a:cubicBezTo>
                    <a:pt x="645347" y="371587"/>
                    <a:pt x="643442" y="367777"/>
                    <a:pt x="644395" y="363014"/>
                  </a:cubicBezTo>
                  <a:cubicBezTo>
                    <a:pt x="650110" y="342059"/>
                    <a:pt x="659635" y="321104"/>
                    <a:pt x="667255" y="301102"/>
                  </a:cubicBezTo>
                  <a:close/>
                  <a:moveTo>
                    <a:pt x="4077204" y="290624"/>
                  </a:moveTo>
                  <a:cubicBezTo>
                    <a:pt x="4050534" y="324914"/>
                    <a:pt x="3998146" y="365871"/>
                    <a:pt x="3993384" y="420164"/>
                  </a:cubicBezTo>
                  <a:cubicBezTo>
                    <a:pt x="4000052" y="424926"/>
                    <a:pt x="4019102" y="453501"/>
                    <a:pt x="4026721" y="445881"/>
                  </a:cubicBezTo>
                  <a:cubicBezTo>
                    <a:pt x="4045771" y="430641"/>
                    <a:pt x="4034342" y="397304"/>
                    <a:pt x="4049582" y="384921"/>
                  </a:cubicBezTo>
                  <a:cubicBezTo>
                    <a:pt x="4056249" y="379206"/>
                    <a:pt x="4061012" y="380159"/>
                    <a:pt x="4069584" y="382064"/>
                  </a:cubicBezTo>
                  <a:cubicBezTo>
                    <a:pt x="4081967" y="410639"/>
                    <a:pt x="4084824" y="439214"/>
                    <a:pt x="4092444" y="476361"/>
                  </a:cubicBezTo>
                  <a:cubicBezTo>
                    <a:pt x="4096254" y="478266"/>
                    <a:pt x="4098159" y="478266"/>
                    <a:pt x="4104827" y="479219"/>
                  </a:cubicBezTo>
                  <a:cubicBezTo>
                    <a:pt x="4113399" y="464931"/>
                    <a:pt x="4121019" y="449691"/>
                    <a:pt x="4130544" y="436356"/>
                  </a:cubicBezTo>
                  <a:cubicBezTo>
                    <a:pt x="4157214" y="400161"/>
                    <a:pt x="4204839" y="379206"/>
                    <a:pt x="4206744" y="318246"/>
                  </a:cubicBezTo>
                  <a:cubicBezTo>
                    <a:pt x="4161024" y="315389"/>
                    <a:pt x="4125782" y="291576"/>
                    <a:pt x="4077204" y="290624"/>
                  </a:cubicBezTo>
                  <a:close/>
                  <a:moveTo>
                    <a:pt x="3600002" y="256334"/>
                  </a:moveTo>
                  <a:cubicBezTo>
                    <a:pt x="3628577" y="267764"/>
                    <a:pt x="3640960" y="289672"/>
                    <a:pt x="3663820" y="304912"/>
                  </a:cubicBezTo>
                  <a:cubicBezTo>
                    <a:pt x="3685727" y="319199"/>
                    <a:pt x="3711445" y="325867"/>
                    <a:pt x="3732400" y="340154"/>
                  </a:cubicBezTo>
                  <a:cubicBezTo>
                    <a:pt x="3769547" y="364919"/>
                    <a:pt x="3834317" y="462074"/>
                    <a:pt x="3834317" y="524939"/>
                  </a:cubicBezTo>
                  <a:cubicBezTo>
                    <a:pt x="3812410" y="550657"/>
                    <a:pt x="3793360" y="590662"/>
                    <a:pt x="3747640" y="590662"/>
                  </a:cubicBezTo>
                  <a:cubicBezTo>
                    <a:pt x="3732400" y="542084"/>
                    <a:pt x="3725732" y="465884"/>
                    <a:pt x="3699062" y="428737"/>
                  </a:cubicBezTo>
                  <a:cubicBezTo>
                    <a:pt x="3691442" y="417307"/>
                    <a:pt x="3676202" y="408734"/>
                    <a:pt x="3668582" y="398257"/>
                  </a:cubicBezTo>
                  <a:cubicBezTo>
                    <a:pt x="3651437" y="374444"/>
                    <a:pt x="3633340" y="353489"/>
                    <a:pt x="3615242" y="330629"/>
                  </a:cubicBezTo>
                  <a:cubicBezTo>
                    <a:pt x="3606670" y="323009"/>
                    <a:pt x="3597145" y="315389"/>
                    <a:pt x="3587620" y="307769"/>
                  </a:cubicBezTo>
                  <a:cubicBezTo>
                    <a:pt x="3587620" y="293482"/>
                    <a:pt x="3587620" y="280147"/>
                    <a:pt x="3587620" y="266812"/>
                  </a:cubicBezTo>
                  <a:cubicBezTo>
                    <a:pt x="3587620" y="263954"/>
                    <a:pt x="3596192" y="255382"/>
                    <a:pt x="3600002" y="256334"/>
                  </a:cubicBezTo>
                  <a:close/>
                  <a:moveTo>
                    <a:pt x="189099" y="169656"/>
                  </a:moveTo>
                  <a:cubicBezTo>
                    <a:pt x="218627" y="175371"/>
                    <a:pt x="218627" y="196326"/>
                    <a:pt x="239582" y="207756"/>
                  </a:cubicBezTo>
                  <a:cubicBezTo>
                    <a:pt x="293874" y="235379"/>
                    <a:pt x="393887" y="283956"/>
                    <a:pt x="416747" y="339201"/>
                  </a:cubicBezTo>
                  <a:cubicBezTo>
                    <a:pt x="424367" y="357299"/>
                    <a:pt x="414842" y="385874"/>
                    <a:pt x="419604" y="407781"/>
                  </a:cubicBezTo>
                  <a:cubicBezTo>
                    <a:pt x="425319" y="434451"/>
                    <a:pt x="424367" y="472551"/>
                    <a:pt x="424367" y="506841"/>
                  </a:cubicBezTo>
                  <a:cubicBezTo>
                    <a:pt x="424367" y="522081"/>
                    <a:pt x="426272" y="537321"/>
                    <a:pt x="429129" y="550656"/>
                  </a:cubicBezTo>
                  <a:cubicBezTo>
                    <a:pt x="428177" y="577326"/>
                    <a:pt x="427224" y="603044"/>
                    <a:pt x="426272" y="629714"/>
                  </a:cubicBezTo>
                  <a:cubicBezTo>
                    <a:pt x="426272" y="694484"/>
                    <a:pt x="428177" y="764969"/>
                    <a:pt x="415794" y="822119"/>
                  </a:cubicBezTo>
                  <a:cubicBezTo>
                    <a:pt x="414842" y="844026"/>
                    <a:pt x="413889" y="864981"/>
                    <a:pt x="412937" y="885936"/>
                  </a:cubicBezTo>
                  <a:cubicBezTo>
                    <a:pt x="398649" y="946896"/>
                    <a:pt x="393887" y="1006904"/>
                    <a:pt x="371979" y="1058339"/>
                  </a:cubicBezTo>
                  <a:cubicBezTo>
                    <a:pt x="363407" y="1078341"/>
                    <a:pt x="353882" y="1111679"/>
                    <a:pt x="333879" y="1119299"/>
                  </a:cubicBezTo>
                  <a:cubicBezTo>
                    <a:pt x="328164" y="1123109"/>
                    <a:pt x="312924" y="1122156"/>
                    <a:pt x="303399" y="1122156"/>
                  </a:cubicBezTo>
                  <a:cubicBezTo>
                    <a:pt x="286254" y="1095486"/>
                    <a:pt x="290064" y="1064054"/>
                    <a:pt x="291017" y="1020239"/>
                  </a:cubicBezTo>
                  <a:cubicBezTo>
                    <a:pt x="296732" y="1012619"/>
                    <a:pt x="292922" y="993569"/>
                    <a:pt x="291017" y="984996"/>
                  </a:cubicBezTo>
                  <a:cubicBezTo>
                    <a:pt x="289112" y="983091"/>
                    <a:pt x="286254" y="984044"/>
                    <a:pt x="283397" y="984996"/>
                  </a:cubicBezTo>
                  <a:cubicBezTo>
                    <a:pt x="263394" y="1005951"/>
                    <a:pt x="240534" y="1024049"/>
                    <a:pt x="217674" y="1041194"/>
                  </a:cubicBezTo>
                  <a:cubicBezTo>
                    <a:pt x="213864" y="1045956"/>
                    <a:pt x="209102" y="1051671"/>
                    <a:pt x="205292" y="1056434"/>
                  </a:cubicBezTo>
                  <a:cubicBezTo>
                    <a:pt x="181479" y="1072626"/>
                    <a:pt x="156714" y="1083104"/>
                    <a:pt x="133854" y="1099296"/>
                  </a:cubicBezTo>
                  <a:cubicBezTo>
                    <a:pt x="118614" y="1110726"/>
                    <a:pt x="93849" y="1145969"/>
                    <a:pt x="80514" y="1152636"/>
                  </a:cubicBezTo>
                  <a:cubicBezTo>
                    <a:pt x="73847" y="1154541"/>
                    <a:pt x="39557" y="1154541"/>
                    <a:pt x="35747" y="1152636"/>
                  </a:cubicBezTo>
                  <a:cubicBezTo>
                    <a:pt x="35747" y="1152636"/>
                    <a:pt x="32889" y="1150731"/>
                    <a:pt x="31937" y="1149779"/>
                  </a:cubicBezTo>
                  <a:cubicBezTo>
                    <a:pt x="-6163" y="1136444"/>
                    <a:pt x="-448" y="1055481"/>
                    <a:pt x="1457" y="1013571"/>
                  </a:cubicBezTo>
                  <a:cubicBezTo>
                    <a:pt x="1457" y="1012619"/>
                    <a:pt x="2409" y="1005951"/>
                    <a:pt x="3362" y="1004046"/>
                  </a:cubicBezTo>
                  <a:cubicBezTo>
                    <a:pt x="5267" y="1001189"/>
                    <a:pt x="7172" y="1000236"/>
                    <a:pt x="9077" y="998331"/>
                  </a:cubicBezTo>
                  <a:cubicBezTo>
                    <a:pt x="66227" y="960231"/>
                    <a:pt x="79562" y="886889"/>
                    <a:pt x="101469" y="814499"/>
                  </a:cubicBezTo>
                  <a:cubicBezTo>
                    <a:pt x="107184" y="796401"/>
                    <a:pt x="126234" y="779256"/>
                    <a:pt x="119567" y="750681"/>
                  </a:cubicBezTo>
                  <a:cubicBezTo>
                    <a:pt x="115757" y="732584"/>
                    <a:pt x="110994" y="710676"/>
                    <a:pt x="107184" y="694484"/>
                  </a:cubicBezTo>
                  <a:cubicBezTo>
                    <a:pt x="107184" y="687816"/>
                    <a:pt x="107184" y="681149"/>
                    <a:pt x="107184" y="674481"/>
                  </a:cubicBezTo>
                  <a:cubicBezTo>
                    <a:pt x="101469" y="656384"/>
                    <a:pt x="83372" y="645906"/>
                    <a:pt x="79562" y="623999"/>
                  </a:cubicBezTo>
                  <a:cubicBezTo>
                    <a:pt x="78609" y="621141"/>
                    <a:pt x="89087" y="612569"/>
                    <a:pt x="94802" y="611616"/>
                  </a:cubicBezTo>
                  <a:cubicBezTo>
                    <a:pt x="122424" y="611616"/>
                    <a:pt x="128139" y="625904"/>
                    <a:pt x="145284" y="631619"/>
                  </a:cubicBezTo>
                  <a:cubicBezTo>
                    <a:pt x="161477" y="637334"/>
                    <a:pt x="175764" y="630666"/>
                    <a:pt x="191004" y="636381"/>
                  </a:cubicBezTo>
                  <a:cubicBezTo>
                    <a:pt x="204339" y="641144"/>
                    <a:pt x="211007" y="652574"/>
                    <a:pt x="221484" y="659241"/>
                  </a:cubicBezTo>
                  <a:cubicBezTo>
                    <a:pt x="232914" y="660194"/>
                    <a:pt x="243392" y="662099"/>
                    <a:pt x="254822" y="664004"/>
                  </a:cubicBezTo>
                  <a:cubicBezTo>
                    <a:pt x="269109" y="670671"/>
                    <a:pt x="278634" y="684006"/>
                    <a:pt x="292922" y="689721"/>
                  </a:cubicBezTo>
                  <a:cubicBezTo>
                    <a:pt x="293874" y="670671"/>
                    <a:pt x="295779" y="650669"/>
                    <a:pt x="297684" y="631619"/>
                  </a:cubicBezTo>
                  <a:cubicBezTo>
                    <a:pt x="297684" y="614474"/>
                    <a:pt x="297684" y="598281"/>
                    <a:pt x="297684" y="581136"/>
                  </a:cubicBezTo>
                  <a:cubicBezTo>
                    <a:pt x="309114" y="530654"/>
                    <a:pt x="308162" y="416354"/>
                    <a:pt x="292922" y="370634"/>
                  </a:cubicBezTo>
                  <a:cubicBezTo>
                    <a:pt x="283397" y="342059"/>
                    <a:pt x="255774" y="323961"/>
                    <a:pt x="239582" y="302054"/>
                  </a:cubicBezTo>
                  <a:cubicBezTo>
                    <a:pt x="229104" y="288719"/>
                    <a:pt x="222437" y="272526"/>
                    <a:pt x="211959" y="259191"/>
                  </a:cubicBezTo>
                  <a:cubicBezTo>
                    <a:pt x="193862" y="236331"/>
                    <a:pt x="168144" y="222996"/>
                    <a:pt x="169097" y="187754"/>
                  </a:cubicBezTo>
                  <a:cubicBezTo>
                    <a:pt x="169097" y="182991"/>
                    <a:pt x="182432" y="168704"/>
                    <a:pt x="189099" y="169656"/>
                  </a:cubicBezTo>
                  <a:close/>
                  <a:moveTo>
                    <a:pt x="2741800" y="161084"/>
                  </a:moveTo>
                  <a:cubicBezTo>
                    <a:pt x="2758945" y="173466"/>
                    <a:pt x="2781805" y="164894"/>
                    <a:pt x="2802760" y="173466"/>
                  </a:cubicBezTo>
                  <a:cubicBezTo>
                    <a:pt x="2816095" y="179181"/>
                    <a:pt x="2824667" y="193469"/>
                    <a:pt x="2836097" y="201089"/>
                  </a:cubicBezTo>
                  <a:cubicBezTo>
                    <a:pt x="2858005" y="215376"/>
                    <a:pt x="2886580" y="222044"/>
                    <a:pt x="2899915" y="243951"/>
                  </a:cubicBezTo>
                  <a:cubicBezTo>
                    <a:pt x="2909440" y="260144"/>
                    <a:pt x="2913250" y="292529"/>
                    <a:pt x="2904677" y="312531"/>
                  </a:cubicBezTo>
                  <a:cubicBezTo>
                    <a:pt x="2902772" y="317294"/>
                    <a:pt x="2894200" y="323009"/>
                    <a:pt x="2892295" y="327771"/>
                  </a:cubicBezTo>
                  <a:cubicBezTo>
                    <a:pt x="2892295" y="349679"/>
                    <a:pt x="2892295" y="371586"/>
                    <a:pt x="2892295" y="393494"/>
                  </a:cubicBezTo>
                  <a:cubicBezTo>
                    <a:pt x="2892295" y="448739"/>
                    <a:pt x="2885627" y="515414"/>
                    <a:pt x="2895152" y="565896"/>
                  </a:cubicBezTo>
                  <a:cubicBezTo>
                    <a:pt x="2896105" y="565896"/>
                    <a:pt x="2898010" y="565896"/>
                    <a:pt x="2899915" y="565896"/>
                  </a:cubicBezTo>
                  <a:cubicBezTo>
                    <a:pt x="2923727" y="548751"/>
                    <a:pt x="2948492" y="537321"/>
                    <a:pt x="2971352" y="520176"/>
                  </a:cubicBezTo>
                  <a:cubicBezTo>
                    <a:pt x="3020882" y="482076"/>
                    <a:pt x="3028502" y="412544"/>
                    <a:pt x="3123752" y="433499"/>
                  </a:cubicBezTo>
                  <a:cubicBezTo>
                    <a:pt x="3128515" y="435404"/>
                    <a:pt x="3138992" y="463026"/>
                    <a:pt x="3131372" y="468741"/>
                  </a:cubicBezTo>
                  <a:cubicBezTo>
                    <a:pt x="3120895" y="476361"/>
                    <a:pt x="3120895" y="485886"/>
                    <a:pt x="3113275" y="496364"/>
                  </a:cubicBezTo>
                  <a:cubicBezTo>
                    <a:pt x="3102797" y="511604"/>
                    <a:pt x="3081842" y="531606"/>
                    <a:pt x="3068507" y="544941"/>
                  </a:cubicBezTo>
                  <a:cubicBezTo>
                    <a:pt x="3041837" y="564944"/>
                    <a:pt x="3014215" y="583041"/>
                    <a:pt x="2987545" y="603044"/>
                  </a:cubicBezTo>
                  <a:cubicBezTo>
                    <a:pt x="2974210" y="612569"/>
                    <a:pt x="2962780" y="628761"/>
                    <a:pt x="2949445" y="638286"/>
                  </a:cubicBezTo>
                  <a:cubicBezTo>
                    <a:pt x="2936110" y="647811"/>
                    <a:pt x="2898962" y="667814"/>
                    <a:pt x="2891342" y="681149"/>
                  </a:cubicBezTo>
                  <a:cubicBezTo>
                    <a:pt x="2888485" y="699246"/>
                    <a:pt x="2886580" y="716391"/>
                    <a:pt x="2883722" y="734489"/>
                  </a:cubicBezTo>
                  <a:cubicBezTo>
                    <a:pt x="2871340" y="779256"/>
                    <a:pt x="2864672" y="831644"/>
                    <a:pt x="2845622" y="873554"/>
                  </a:cubicBezTo>
                  <a:cubicBezTo>
                    <a:pt x="2829430" y="908796"/>
                    <a:pt x="2795140" y="929751"/>
                    <a:pt x="2766565" y="952611"/>
                  </a:cubicBezTo>
                  <a:cubicBezTo>
                    <a:pt x="2691317" y="1014524"/>
                    <a:pt x="2607497" y="1073579"/>
                    <a:pt x="2472242" y="1074531"/>
                  </a:cubicBezTo>
                  <a:cubicBezTo>
                    <a:pt x="2472242" y="1073579"/>
                    <a:pt x="2472242" y="1071674"/>
                    <a:pt x="2472242" y="1069769"/>
                  </a:cubicBezTo>
                  <a:cubicBezTo>
                    <a:pt x="2482720" y="1053576"/>
                    <a:pt x="2480815" y="1041194"/>
                    <a:pt x="2497960" y="1028811"/>
                  </a:cubicBezTo>
                  <a:cubicBezTo>
                    <a:pt x="2510342" y="1020239"/>
                    <a:pt x="2526535" y="1008809"/>
                    <a:pt x="2538917" y="1003094"/>
                  </a:cubicBezTo>
                  <a:cubicBezTo>
                    <a:pt x="2545585" y="1002141"/>
                    <a:pt x="2552252" y="1001189"/>
                    <a:pt x="2558920" y="1000236"/>
                  </a:cubicBezTo>
                  <a:cubicBezTo>
                    <a:pt x="2567492" y="996426"/>
                    <a:pt x="2576065" y="992616"/>
                    <a:pt x="2586542" y="987854"/>
                  </a:cubicBezTo>
                  <a:cubicBezTo>
                    <a:pt x="2596067" y="984044"/>
                    <a:pt x="2604640" y="977376"/>
                    <a:pt x="2612260" y="972614"/>
                  </a:cubicBezTo>
                  <a:cubicBezTo>
                    <a:pt x="2663695" y="939276"/>
                    <a:pt x="2736085" y="853551"/>
                    <a:pt x="2736085" y="769731"/>
                  </a:cubicBezTo>
                  <a:cubicBezTo>
                    <a:pt x="2692270" y="771636"/>
                    <a:pt x="2657980" y="791639"/>
                    <a:pt x="2624642" y="804974"/>
                  </a:cubicBezTo>
                  <a:cubicBezTo>
                    <a:pt x="2617022" y="805926"/>
                    <a:pt x="2609402" y="807831"/>
                    <a:pt x="2601782" y="809736"/>
                  </a:cubicBezTo>
                  <a:cubicBezTo>
                    <a:pt x="2584637" y="820214"/>
                    <a:pt x="2572255" y="839264"/>
                    <a:pt x="2556062" y="850694"/>
                  </a:cubicBezTo>
                  <a:cubicBezTo>
                    <a:pt x="2534155" y="865934"/>
                    <a:pt x="2513200" y="874506"/>
                    <a:pt x="2492245" y="888794"/>
                  </a:cubicBezTo>
                  <a:cubicBezTo>
                    <a:pt x="2444620" y="921179"/>
                    <a:pt x="2391280" y="957374"/>
                    <a:pt x="2316985" y="942134"/>
                  </a:cubicBezTo>
                  <a:cubicBezTo>
                    <a:pt x="2281742" y="887841"/>
                    <a:pt x="2287457" y="871649"/>
                    <a:pt x="2289362" y="792591"/>
                  </a:cubicBezTo>
                  <a:cubicBezTo>
                    <a:pt x="2290315" y="786876"/>
                    <a:pt x="2292220" y="784971"/>
                    <a:pt x="2294125" y="784971"/>
                  </a:cubicBezTo>
                  <a:cubicBezTo>
                    <a:pt x="2296982" y="783066"/>
                    <a:pt x="2300792" y="785924"/>
                    <a:pt x="2304602" y="790686"/>
                  </a:cubicBezTo>
                  <a:cubicBezTo>
                    <a:pt x="2311270" y="802116"/>
                    <a:pt x="2322700" y="815451"/>
                    <a:pt x="2332225" y="824024"/>
                  </a:cubicBezTo>
                  <a:cubicBezTo>
                    <a:pt x="2334130" y="824024"/>
                    <a:pt x="2344607" y="823071"/>
                    <a:pt x="2352227" y="821166"/>
                  </a:cubicBezTo>
                  <a:cubicBezTo>
                    <a:pt x="2365562" y="817356"/>
                    <a:pt x="2381755" y="809736"/>
                    <a:pt x="2395090" y="805926"/>
                  </a:cubicBezTo>
                  <a:cubicBezTo>
                    <a:pt x="2403662" y="804974"/>
                    <a:pt x="2413187" y="804021"/>
                    <a:pt x="2422712" y="803069"/>
                  </a:cubicBezTo>
                  <a:cubicBezTo>
                    <a:pt x="2453192" y="792591"/>
                    <a:pt x="2497960" y="762111"/>
                    <a:pt x="2526535" y="744966"/>
                  </a:cubicBezTo>
                  <a:cubicBezTo>
                    <a:pt x="2544632" y="734489"/>
                    <a:pt x="2565587" y="732584"/>
                    <a:pt x="2587495" y="724964"/>
                  </a:cubicBezTo>
                  <a:cubicBezTo>
                    <a:pt x="2606545" y="718296"/>
                    <a:pt x="2627500" y="706866"/>
                    <a:pt x="2645597" y="699246"/>
                  </a:cubicBezTo>
                  <a:cubicBezTo>
                    <a:pt x="2667505" y="689721"/>
                    <a:pt x="2750372" y="662099"/>
                    <a:pt x="2759897" y="648764"/>
                  </a:cubicBezTo>
                  <a:cubicBezTo>
                    <a:pt x="2776090" y="625904"/>
                    <a:pt x="2765612" y="578279"/>
                    <a:pt x="2772280" y="546846"/>
                  </a:cubicBezTo>
                  <a:cubicBezTo>
                    <a:pt x="2781805" y="504936"/>
                    <a:pt x="2780852" y="390636"/>
                    <a:pt x="2767517" y="354441"/>
                  </a:cubicBezTo>
                  <a:cubicBezTo>
                    <a:pt x="2751325" y="311579"/>
                    <a:pt x="2697032" y="229664"/>
                    <a:pt x="2718940" y="171561"/>
                  </a:cubicBezTo>
                  <a:cubicBezTo>
                    <a:pt x="2726560" y="166799"/>
                    <a:pt x="2730370" y="162989"/>
                    <a:pt x="2741800" y="161084"/>
                  </a:cubicBezTo>
                  <a:close/>
                  <a:moveTo>
                    <a:pt x="4109589" y="20114"/>
                  </a:moveTo>
                  <a:cubicBezTo>
                    <a:pt x="4122924" y="32496"/>
                    <a:pt x="4146737" y="47736"/>
                    <a:pt x="4147689" y="70596"/>
                  </a:cubicBezTo>
                  <a:cubicBezTo>
                    <a:pt x="4156262" y="84884"/>
                    <a:pt x="4141974" y="115364"/>
                    <a:pt x="4137212" y="126794"/>
                  </a:cubicBezTo>
                  <a:cubicBezTo>
                    <a:pt x="4121019" y="166799"/>
                    <a:pt x="4086729" y="195374"/>
                    <a:pt x="4083871" y="243951"/>
                  </a:cubicBezTo>
                  <a:cubicBezTo>
                    <a:pt x="4086729" y="244904"/>
                    <a:pt x="4088634" y="245856"/>
                    <a:pt x="4091492" y="246809"/>
                  </a:cubicBezTo>
                  <a:cubicBezTo>
                    <a:pt x="4106732" y="256334"/>
                    <a:pt x="4143879" y="234426"/>
                    <a:pt x="4157214" y="228711"/>
                  </a:cubicBezTo>
                  <a:cubicBezTo>
                    <a:pt x="4185789" y="216329"/>
                    <a:pt x="4213412" y="213471"/>
                    <a:pt x="4245796" y="202994"/>
                  </a:cubicBezTo>
                  <a:cubicBezTo>
                    <a:pt x="4252464" y="201089"/>
                    <a:pt x="4264846" y="191564"/>
                    <a:pt x="4276277" y="195374"/>
                  </a:cubicBezTo>
                  <a:cubicBezTo>
                    <a:pt x="4282944" y="197279"/>
                    <a:pt x="4288659" y="205851"/>
                    <a:pt x="4296279" y="207756"/>
                  </a:cubicBezTo>
                  <a:cubicBezTo>
                    <a:pt x="4313424" y="212519"/>
                    <a:pt x="4338189" y="204899"/>
                    <a:pt x="4346762" y="218234"/>
                  </a:cubicBezTo>
                  <a:cubicBezTo>
                    <a:pt x="4365812" y="243951"/>
                    <a:pt x="4335332" y="288719"/>
                    <a:pt x="4328664" y="306816"/>
                  </a:cubicBezTo>
                  <a:cubicBezTo>
                    <a:pt x="4303899" y="370634"/>
                    <a:pt x="4250559" y="417306"/>
                    <a:pt x="4211507" y="468741"/>
                  </a:cubicBezTo>
                  <a:cubicBezTo>
                    <a:pt x="4195314" y="489696"/>
                    <a:pt x="4166739" y="489696"/>
                    <a:pt x="4157214" y="521129"/>
                  </a:cubicBezTo>
                  <a:cubicBezTo>
                    <a:pt x="4175312" y="521129"/>
                    <a:pt x="4192457" y="521129"/>
                    <a:pt x="4210554" y="521129"/>
                  </a:cubicBezTo>
                  <a:cubicBezTo>
                    <a:pt x="4221032" y="528749"/>
                    <a:pt x="4239129" y="528749"/>
                    <a:pt x="4251512" y="533511"/>
                  </a:cubicBezTo>
                  <a:cubicBezTo>
                    <a:pt x="4261989" y="623999"/>
                    <a:pt x="4217221" y="652574"/>
                    <a:pt x="4167692" y="688769"/>
                  </a:cubicBezTo>
                  <a:cubicBezTo>
                    <a:pt x="4158167" y="696389"/>
                    <a:pt x="4151499" y="709724"/>
                    <a:pt x="4140069" y="716391"/>
                  </a:cubicBezTo>
                  <a:cubicBezTo>
                    <a:pt x="4121971" y="725916"/>
                    <a:pt x="4101969" y="727821"/>
                    <a:pt x="4083871" y="736394"/>
                  </a:cubicBezTo>
                  <a:cubicBezTo>
                    <a:pt x="4053392" y="749729"/>
                    <a:pt x="4029579" y="776399"/>
                    <a:pt x="3989574" y="779256"/>
                  </a:cubicBezTo>
                  <a:cubicBezTo>
                    <a:pt x="3987669" y="770684"/>
                    <a:pt x="3984812" y="757349"/>
                    <a:pt x="3986717" y="753539"/>
                  </a:cubicBezTo>
                  <a:cubicBezTo>
                    <a:pt x="4001957" y="733536"/>
                    <a:pt x="4024817" y="718296"/>
                    <a:pt x="4044819" y="703056"/>
                  </a:cubicBezTo>
                  <a:cubicBezTo>
                    <a:pt x="4052439" y="697341"/>
                    <a:pt x="4058154" y="684006"/>
                    <a:pt x="4064821" y="675434"/>
                  </a:cubicBezTo>
                  <a:cubicBezTo>
                    <a:pt x="4079109" y="663051"/>
                    <a:pt x="4092444" y="649716"/>
                    <a:pt x="4105779" y="637334"/>
                  </a:cubicBezTo>
                  <a:cubicBezTo>
                    <a:pt x="4108637" y="630666"/>
                    <a:pt x="4110542" y="623999"/>
                    <a:pt x="4113399" y="617331"/>
                  </a:cubicBezTo>
                  <a:cubicBezTo>
                    <a:pt x="4121019" y="605901"/>
                    <a:pt x="4131496" y="599234"/>
                    <a:pt x="4136259" y="583994"/>
                  </a:cubicBezTo>
                  <a:cubicBezTo>
                    <a:pt x="4132449" y="583994"/>
                    <a:pt x="4127687" y="583994"/>
                    <a:pt x="4123877" y="583994"/>
                  </a:cubicBezTo>
                  <a:cubicBezTo>
                    <a:pt x="4110542" y="595424"/>
                    <a:pt x="4096254" y="599234"/>
                    <a:pt x="4081014" y="609711"/>
                  </a:cubicBezTo>
                  <a:cubicBezTo>
                    <a:pt x="4061012" y="622094"/>
                    <a:pt x="4046724" y="645906"/>
                    <a:pt x="4027674" y="660194"/>
                  </a:cubicBezTo>
                  <a:cubicBezTo>
                    <a:pt x="3968619" y="704009"/>
                    <a:pt x="3900039" y="750681"/>
                    <a:pt x="3827649" y="779256"/>
                  </a:cubicBezTo>
                  <a:cubicBezTo>
                    <a:pt x="3774309" y="801164"/>
                    <a:pt x="3712396" y="836406"/>
                    <a:pt x="3635244" y="820214"/>
                  </a:cubicBezTo>
                  <a:cubicBezTo>
                    <a:pt x="3633339" y="815451"/>
                    <a:pt x="3632387" y="809736"/>
                    <a:pt x="3632387" y="802116"/>
                  </a:cubicBezTo>
                  <a:cubicBezTo>
                    <a:pt x="3634292" y="800211"/>
                    <a:pt x="3633339" y="802116"/>
                    <a:pt x="3635244" y="797354"/>
                  </a:cubicBezTo>
                  <a:cubicBezTo>
                    <a:pt x="3697157" y="763064"/>
                    <a:pt x="3755259" y="719249"/>
                    <a:pt x="3815267" y="683054"/>
                  </a:cubicBezTo>
                  <a:cubicBezTo>
                    <a:pt x="3826696" y="679244"/>
                    <a:pt x="3837174" y="676386"/>
                    <a:pt x="3848604" y="672576"/>
                  </a:cubicBezTo>
                  <a:cubicBezTo>
                    <a:pt x="3885752" y="648764"/>
                    <a:pt x="3930519" y="624951"/>
                    <a:pt x="3970524" y="603996"/>
                  </a:cubicBezTo>
                  <a:cubicBezTo>
                    <a:pt x="4000052" y="588756"/>
                    <a:pt x="4032437" y="578279"/>
                    <a:pt x="4059107" y="561134"/>
                  </a:cubicBezTo>
                  <a:cubicBezTo>
                    <a:pt x="4071489" y="552561"/>
                    <a:pt x="4090539" y="552561"/>
                    <a:pt x="4094349" y="535416"/>
                  </a:cubicBezTo>
                  <a:cubicBezTo>
                    <a:pt x="4093396" y="535416"/>
                    <a:pt x="4091492" y="535416"/>
                    <a:pt x="4089587" y="535416"/>
                  </a:cubicBezTo>
                  <a:cubicBezTo>
                    <a:pt x="4068632" y="522081"/>
                    <a:pt x="4023864" y="562086"/>
                    <a:pt x="3993384" y="563039"/>
                  </a:cubicBezTo>
                  <a:cubicBezTo>
                    <a:pt x="3990527" y="556371"/>
                    <a:pt x="3990527" y="546846"/>
                    <a:pt x="3990527" y="537321"/>
                  </a:cubicBezTo>
                  <a:cubicBezTo>
                    <a:pt x="3998146" y="527796"/>
                    <a:pt x="4004814" y="513509"/>
                    <a:pt x="4005767" y="499221"/>
                  </a:cubicBezTo>
                  <a:cubicBezTo>
                    <a:pt x="3981954" y="483981"/>
                    <a:pt x="3981954" y="474456"/>
                    <a:pt x="3941949" y="471599"/>
                  </a:cubicBezTo>
                  <a:cubicBezTo>
                    <a:pt x="3929567" y="508746"/>
                    <a:pt x="3886704" y="520176"/>
                    <a:pt x="3860987" y="544941"/>
                  </a:cubicBezTo>
                  <a:cubicBezTo>
                    <a:pt x="3853367" y="543989"/>
                    <a:pt x="3849557" y="543036"/>
                    <a:pt x="3845746" y="537321"/>
                  </a:cubicBezTo>
                  <a:cubicBezTo>
                    <a:pt x="3835269" y="521129"/>
                    <a:pt x="3852414" y="510651"/>
                    <a:pt x="3858129" y="502079"/>
                  </a:cubicBezTo>
                  <a:cubicBezTo>
                    <a:pt x="3872417" y="481124"/>
                    <a:pt x="3894324" y="463026"/>
                    <a:pt x="3900992" y="436356"/>
                  </a:cubicBezTo>
                  <a:cubicBezTo>
                    <a:pt x="3888609" y="428736"/>
                    <a:pt x="3880989" y="422069"/>
                    <a:pt x="3880989" y="403019"/>
                  </a:cubicBezTo>
                  <a:cubicBezTo>
                    <a:pt x="3880989" y="402066"/>
                    <a:pt x="3882894" y="400161"/>
                    <a:pt x="3883846" y="400161"/>
                  </a:cubicBezTo>
                  <a:cubicBezTo>
                    <a:pt x="3899087" y="398256"/>
                    <a:pt x="3924804" y="396351"/>
                    <a:pt x="3941949" y="392541"/>
                  </a:cubicBezTo>
                  <a:cubicBezTo>
                    <a:pt x="3955284" y="371586"/>
                    <a:pt x="3979096" y="357299"/>
                    <a:pt x="3982907" y="328724"/>
                  </a:cubicBezTo>
                  <a:cubicBezTo>
                    <a:pt x="3957189" y="329676"/>
                    <a:pt x="3952427" y="343964"/>
                    <a:pt x="3924804" y="339201"/>
                  </a:cubicBezTo>
                  <a:cubicBezTo>
                    <a:pt x="3922899" y="334439"/>
                    <a:pt x="3921946" y="327771"/>
                    <a:pt x="3921946" y="319199"/>
                  </a:cubicBezTo>
                  <a:cubicBezTo>
                    <a:pt x="3933377" y="310626"/>
                    <a:pt x="3949569" y="293481"/>
                    <a:pt x="3949569" y="273479"/>
                  </a:cubicBezTo>
                  <a:cubicBezTo>
                    <a:pt x="3938139" y="273479"/>
                    <a:pt x="3919089" y="276336"/>
                    <a:pt x="3914327" y="273479"/>
                  </a:cubicBezTo>
                  <a:cubicBezTo>
                    <a:pt x="3893371" y="266811"/>
                    <a:pt x="3879084" y="245856"/>
                    <a:pt x="3876227" y="220139"/>
                  </a:cubicBezTo>
                  <a:cubicBezTo>
                    <a:pt x="3884799" y="215376"/>
                    <a:pt x="3886704" y="212519"/>
                    <a:pt x="3901944" y="212519"/>
                  </a:cubicBezTo>
                  <a:cubicBezTo>
                    <a:pt x="3931471" y="234426"/>
                    <a:pt x="3958142" y="208709"/>
                    <a:pt x="3982907" y="200136"/>
                  </a:cubicBezTo>
                  <a:cubicBezTo>
                    <a:pt x="3999099" y="194421"/>
                    <a:pt x="4009577" y="197279"/>
                    <a:pt x="4021007" y="189659"/>
                  </a:cubicBezTo>
                  <a:cubicBezTo>
                    <a:pt x="4059107" y="164894"/>
                    <a:pt x="4085777" y="94409"/>
                    <a:pt x="4086729" y="30591"/>
                  </a:cubicBezTo>
                  <a:cubicBezTo>
                    <a:pt x="4086729" y="22971"/>
                    <a:pt x="4105779" y="16304"/>
                    <a:pt x="4109589" y="20114"/>
                  </a:cubicBezTo>
                  <a:close/>
                  <a:moveTo>
                    <a:pt x="1675952" y="111"/>
                  </a:moveTo>
                  <a:cubicBezTo>
                    <a:pt x="1735959" y="-1794"/>
                    <a:pt x="1764534" y="21066"/>
                    <a:pt x="1800729" y="42974"/>
                  </a:cubicBezTo>
                  <a:cubicBezTo>
                    <a:pt x="1811207" y="48689"/>
                    <a:pt x="1824542" y="48689"/>
                    <a:pt x="1834067" y="55356"/>
                  </a:cubicBezTo>
                  <a:cubicBezTo>
                    <a:pt x="1855022" y="69644"/>
                    <a:pt x="1878834" y="84884"/>
                    <a:pt x="1899789" y="101076"/>
                  </a:cubicBezTo>
                  <a:cubicBezTo>
                    <a:pt x="1908362" y="107744"/>
                    <a:pt x="1911219" y="119174"/>
                    <a:pt x="1917887" y="126794"/>
                  </a:cubicBezTo>
                  <a:cubicBezTo>
                    <a:pt x="1922649" y="197279"/>
                    <a:pt x="1884549" y="217281"/>
                    <a:pt x="1814064" y="215376"/>
                  </a:cubicBezTo>
                  <a:cubicBezTo>
                    <a:pt x="1798824" y="245856"/>
                    <a:pt x="1757867" y="274431"/>
                    <a:pt x="1717862" y="279194"/>
                  </a:cubicBezTo>
                  <a:cubicBezTo>
                    <a:pt x="1709289" y="279194"/>
                    <a:pt x="1706432" y="255381"/>
                    <a:pt x="1710242" y="253476"/>
                  </a:cubicBezTo>
                  <a:cubicBezTo>
                    <a:pt x="1734054" y="237284"/>
                    <a:pt x="1731197" y="183944"/>
                    <a:pt x="1720719" y="151559"/>
                  </a:cubicBezTo>
                  <a:cubicBezTo>
                    <a:pt x="1715004" y="136319"/>
                    <a:pt x="1704527" y="114411"/>
                    <a:pt x="1695002" y="101076"/>
                  </a:cubicBezTo>
                  <a:cubicBezTo>
                    <a:pt x="1691192" y="98219"/>
                    <a:pt x="1688334" y="96314"/>
                    <a:pt x="1684524" y="93456"/>
                  </a:cubicBezTo>
                  <a:cubicBezTo>
                    <a:pt x="1683572" y="82979"/>
                    <a:pt x="1681667" y="73454"/>
                    <a:pt x="1678809" y="63929"/>
                  </a:cubicBezTo>
                  <a:cubicBezTo>
                    <a:pt x="1664522" y="34401"/>
                    <a:pt x="1646424" y="34401"/>
                    <a:pt x="1675952" y="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íṡļîḋé"/>
          <p:cNvSpPr>
            <a:spLocks noEditPoints="1"/>
          </p:cNvSpPr>
          <p:nvPr userDrawn="1"/>
        </p:nvSpPr>
        <p:spPr bwMode="auto">
          <a:xfrm>
            <a:off x="-474153" y="-1314450"/>
            <a:ext cx="9584884" cy="9681092"/>
          </a:xfrm>
          <a:custGeom>
            <a:avLst/>
            <a:gdLst>
              <a:gd name="T0" fmla="*/ 121 w 2927"/>
              <a:gd name="T1" fmla="*/ 681 h 2957"/>
              <a:gd name="T2" fmla="*/ 265 w 2927"/>
              <a:gd name="T3" fmla="*/ 207 h 2957"/>
              <a:gd name="T4" fmla="*/ 140 w 2927"/>
              <a:gd name="T5" fmla="*/ 970 h 2957"/>
              <a:gd name="T6" fmla="*/ 290 w 2927"/>
              <a:gd name="T7" fmla="*/ 380 h 2957"/>
              <a:gd name="T8" fmla="*/ 769 w 2927"/>
              <a:gd name="T9" fmla="*/ 202 h 2957"/>
              <a:gd name="T10" fmla="*/ 1134 w 2927"/>
              <a:gd name="T11" fmla="*/ 849 h 2957"/>
              <a:gd name="T12" fmla="*/ 1301 w 2927"/>
              <a:gd name="T13" fmla="*/ 1148 h 2957"/>
              <a:gd name="T14" fmla="*/ 2367 w 2927"/>
              <a:gd name="T15" fmla="*/ 2106 h 2957"/>
              <a:gd name="T16" fmla="*/ 424 w 2927"/>
              <a:gd name="T17" fmla="*/ 16 h 2957"/>
              <a:gd name="T18" fmla="*/ 2705 w 2927"/>
              <a:gd name="T19" fmla="*/ 2558 h 2957"/>
              <a:gd name="T20" fmla="*/ 2246 w 2927"/>
              <a:gd name="T21" fmla="*/ 2926 h 2957"/>
              <a:gd name="T22" fmla="*/ 657 w 2927"/>
              <a:gd name="T23" fmla="*/ 2131 h 2957"/>
              <a:gd name="T24" fmla="*/ 29 w 2927"/>
              <a:gd name="T25" fmla="*/ 724 h 2957"/>
              <a:gd name="T26" fmla="*/ 125 w 2927"/>
              <a:gd name="T27" fmla="*/ 998 h 2957"/>
              <a:gd name="T28" fmla="*/ 592 w 2927"/>
              <a:gd name="T29" fmla="*/ 1889 h 2957"/>
              <a:gd name="T30" fmla="*/ 137 w 2927"/>
              <a:gd name="T31" fmla="*/ 574 h 2957"/>
              <a:gd name="T32" fmla="*/ 183 w 2927"/>
              <a:gd name="T33" fmla="*/ 368 h 2957"/>
              <a:gd name="T34" fmla="*/ 281 w 2927"/>
              <a:gd name="T35" fmla="*/ 553 h 2957"/>
              <a:gd name="T36" fmla="*/ 324 w 2927"/>
              <a:gd name="T37" fmla="*/ 371 h 2957"/>
              <a:gd name="T38" fmla="*/ 397 w 2927"/>
              <a:gd name="T39" fmla="*/ 243 h 2957"/>
              <a:gd name="T40" fmla="*/ 511 w 2927"/>
              <a:gd name="T41" fmla="*/ 404 h 2957"/>
              <a:gd name="T42" fmla="*/ 607 w 2927"/>
              <a:gd name="T43" fmla="*/ 516 h 2957"/>
              <a:gd name="T44" fmla="*/ 729 w 2927"/>
              <a:gd name="T45" fmla="*/ 254 h 2957"/>
              <a:gd name="T46" fmla="*/ 845 w 2927"/>
              <a:gd name="T47" fmla="*/ 153 h 2957"/>
              <a:gd name="T48" fmla="*/ 872 w 2927"/>
              <a:gd name="T49" fmla="*/ 513 h 2957"/>
              <a:gd name="T50" fmla="*/ 953 w 2927"/>
              <a:gd name="T51" fmla="*/ 826 h 2957"/>
              <a:gd name="T52" fmla="*/ 945 w 2927"/>
              <a:gd name="T53" fmla="*/ 521 h 2957"/>
              <a:gd name="T54" fmla="*/ 1005 w 2927"/>
              <a:gd name="T55" fmla="*/ 523 h 2957"/>
              <a:gd name="T56" fmla="*/ 1152 w 2927"/>
              <a:gd name="T57" fmla="*/ 919 h 2957"/>
              <a:gd name="T58" fmla="*/ 1304 w 2927"/>
              <a:gd name="T59" fmla="*/ 1193 h 2957"/>
              <a:gd name="T60" fmla="*/ 1408 w 2927"/>
              <a:gd name="T61" fmla="*/ 1338 h 2957"/>
              <a:gd name="T62" fmla="*/ 1626 w 2927"/>
              <a:gd name="T63" fmla="*/ 1630 h 2957"/>
              <a:gd name="T64" fmla="*/ 1933 w 2927"/>
              <a:gd name="T65" fmla="*/ 1920 h 2957"/>
              <a:gd name="T66" fmla="*/ 2335 w 2927"/>
              <a:gd name="T67" fmla="*/ 2128 h 2957"/>
              <a:gd name="T68" fmla="*/ 2721 w 2927"/>
              <a:gd name="T69" fmla="*/ 2246 h 2957"/>
              <a:gd name="T70" fmla="*/ 967 w 2927"/>
              <a:gd name="T71" fmla="*/ 347 h 2957"/>
              <a:gd name="T72" fmla="*/ 794 w 2927"/>
              <a:gd name="T73" fmla="*/ 2143 h 2957"/>
              <a:gd name="T74" fmla="*/ 1400 w 2927"/>
              <a:gd name="T75" fmla="*/ 1419 h 2957"/>
              <a:gd name="T76" fmla="*/ 1347 w 2927"/>
              <a:gd name="T77" fmla="*/ 1317 h 2957"/>
              <a:gd name="T78" fmla="*/ 723 w 2927"/>
              <a:gd name="T79" fmla="*/ 399 h 2957"/>
              <a:gd name="T80" fmla="*/ 986 w 2927"/>
              <a:gd name="T81" fmla="*/ 960 h 2957"/>
              <a:gd name="T82" fmla="*/ 1109 w 2927"/>
              <a:gd name="T83" fmla="*/ 1274 h 2957"/>
              <a:gd name="T84" fmla="*/ 785 w 2927"/>
              <a:gd name="T85" fmla="*/ 1090 h 2957"/>
              <a:gd name="T86" fmla="*/ 711 w 2927"/>
              <a:gd name="T87" fmla="*/ 727 h 2957"/>
              <a:gd name="T88" fmla="*/ 748 w 2927"/>
              <a:gd name="T89" fmla="*/ 908 h 2957"/>
              <a:gd name="T90" fmla="*/ 763 w 2927"/>
              <a:gd name="T91" fmla="*/ 948 h 2957"/>
              <a:gd name="T92" fmla="*/ 744 w 2927"/>
              <a:gd name="T93" fmla="*/ 1010 h 2957"/>
              <a:gd name="T94" fmla="*/ 816 w 2927"/>
              <a:gd name="T95" fmla="*/ 1149 h 2957"/>
              <a:gd name="T96" fmla="*/ 810 w 2927"/>
              <a:gd name="T97" fmla="*/ 1109 h 2957"/>
              <a:gd name="T98" fmla="*/ 701 w 2927"/>
              <a:gd name="T99" fmla="*/ 572 h 2957"/>
              <a:gd name="T100" fmla="*/ 1002 w 2927"/>
              <a:gd name="T101" fmla="*/ 962 h 2957"/>
              <a:gd name="T102" fmla="*/ 195 w 2927"/>
              <a:gd name="T103" fmla="*/ 401 h 2957"/>
              <a:gd name="T104" fmla="*/ 1127 w 2927"/>
              <a:gd name="T105" fmla="*/ 873 h 2957"/>
              <a:gd name="T106" fmla="*/ 999 w 2927"/>
              <a:gd name="T107" fmla="*/ 614 h 2957"/>
              <a:gd name="T108" fmla="*/ 895 w 2927"/>
              <a:gd name="T109" fmla="*/ 761 h 2957"/>
              <a:gd name="T110" fmla="*/ 848 w 2927"/>
              <a:gd name="T111" fmla="*/ 318 h 2957"/>
              <a:gd name="T112" fmla="*/ 703 w 2927"/>
              <a:gd name="T113" fmla="*/ 299 h 2957"/>
              <a:gd name="T114" fmla="*/ 536 w 2927"/>
              <a:gd name="T115" fmla="*/ 403 h 2957"/>
              <a:gd name="T116" fmla="*/ 192 w 2927"/>
              <a:gd name="T117" fmla="*/ 1002 h 2957"/>
              <a:gd name="T118" fmla="*/ 2633 w 2927"/>
              <a:gd name="T119" fmla="*/ 2672 h 2957"/>
              <a:gd name="T120" fmla="*/ 541 w 2927"/>
              <a:gd name="T121" fmla="*/ 354 h 2957"/>
              <a:gd name="T122" fmla="*/ 938 w 2927"/>
              <a:gd name="T123" fmla="*/ 777 h 2957"/>
              <a:gd name="T124" fmla="*/ 1404 w 2927"/>
              <a:gd name="T125" fmla="*/ 1329 h 2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27" h="2957">
                <a:moveTo>
                  <a:pt x="223" y="263"/>
                </a:moveTo>
                <a:cubicBezTo>
                  <a:pt x="230" y="266"/>
                  <a:pt x="221" y="271"/>
                  <a:pt x="221" y="274"/>
                </a:cubicBezTo>
                <a:cubicBezTo>
                  <a:pt x="216" y="271"/>
                  <a:pt x="216" y="267"/>
                  <a:pt x="223" y="263"/>
                </a:cubicBezTo>
                <a:close/>
                <a:moveTo>
                  <a:pt x="242" y="282"/>
                </a:moveTo>
                <a:cubicBezTo>
                  <a:pt x="244" y="278"/>
                  <a:pt x="254" y="274"/>
                  <a:pt x="244" y="271"/>
                </a:cubicBezTo>
                <a:cubicBezTo>
                  <a:pt x="246" y="274"/>
                  <a:pt x="235" y="279"/>
                  <a:pt x="242" y="282"/>
                </a:cubicBezTo>
                <a:close/>
                <a:moveTo>
                  <a:pt x="213" y="312"/>
                </a:moveTo>
                <a:cubicBezTo>
                  <a:pt x="218" y="310"/>
                  <a:pt x="217" y="308"/>
                  <a:pt x="219" y="306"/>
                </a:cubicBezTo>
                <a:cubicBezTo>
                  <a:pt x="215" y="304"/>
                  <a:pt x="212" y="305"/>
                  <a:pt x="208" y="303"/>
                </a:cubicBezTo>
                <a:cubicBezTo>
                  <a:pt x="204" y="307"/>
                  <a:pt x="210" y="307"/>
                  <a:pt x="213" y="312"/>
                </a:cubicBezTo>
                <a:close/>
                <a:moveTo>
                  <a:pt x="46" y="453"/>
                </a:moveTo>
                <a:cubicBezTo>
                  <a:pt x="53" y="447"/>
                  <a:pt x="52" y="443"/>
                  <a:pt x="44" y="440"/>
                </a:cubicBezTo>
                <a:cubicBezTo>
                  <a:pt x="42" y="442"/>
                  <a:pt x="39" y="444"/>
                  <a:pt x="37" y="447"/>
                </a:cubicBezTo>
                <a:cubicBezTo>
                  <a:pt x="44" y="448"/>
                  <a:pt x="40" y="451"/>
                  <a:pt x="46" y="453"/>
                </a:cubicBezTo>
                <a:close/>
                <a:moveTo>
                  <a:pt x="237" y="300"/>
                </a:moveTo>
                <a:cubicBezTo>
                  <a:pt x="244" y="299"/>
                  <a:pt x="239" y="297"/>
                  <a:pt x="247" y="293"/>
                </a:cubicBezTo>
                <a:cubicBezTo>
                  <a:pt x="243" y="293"/>
                  <a:pt x="240" y="293"/>
                  <a:pt x="242" y="291"/>
                </a:cubicBezTo>
                <a:cubicBezTo>
                  <a:pt x="236" y="290"/>
                  <a:pt x="230" y="299"/>
                  <a:pt x="237" y="300"/>
                </a:cubicBezTo>
                <a:close/>
                <a:moveTo>
                  <a:pt x="51" y="462"/>
                </a:moveTo>
                <a:cubicBezTo>
                  <a:pt x="48" y="461"/>
                  <a:pt x="45" y="460"/>
                  <a:pt x="42" y="459"/>
                </a:cubicBezTo>
                <a:cubicBezTo>
                  <a:pt x="43" y="463"/>
                  <a:pt x="36" y="465"/>
                  <a:pt x="31" y="468"/>
                </a:cubicBezTo>
                <a:cubicBezTo>
                  <a:pt x="38" y="469"/>
                  <a:pt x="45" y="467"/>
                  <a:pt x="51" y="462"/>
                </a:cubicBezTo>
                <a:close/>
                <a:moveTo>
                  <a:pt x="28" y="534"/>
                </a:moveTo>
                <a:cubicBezTo>
                  <a:pt x="44" y="531"/>
                  <a:pt x="44" y="540"/>
                  <a:pt x="50" y="546"/>
                </a:cubicBezTo>
                <a:cubicBezTo>
                  <a:pt x="50" y="542"/>
                  <a:pt x="47" y="538"/>
                  <a:pt x="54" y="533"/>
                </a:cubicBezTo>
                <a:cubicBezTo>
                  <a:pt x="43" y="535"/>
                  <a:pt x="47" y="532"/>
                  <a:pt x="41" y="528"/>
                </a:cubicBezTo>
                <a:cubicBezTo>
                  <a:pt x="44" y="527"/>
                  <a:pt x="46" y="526"/>
                  <a:pt x="49" y="524"/>
                </a:cubicBezTo>
                <a:cubicBezTo>
                  <a:pt x="43" y="521"/>
                  <a:pt x="43" y="518"/>
                  <a:pt x="47" y="514"/>
                </a:cubicBezTo>
                <a:cubicBezTo>
                  <a:pt x="42" y="511"/>
                  <a:pt x="37" y="509"/>
                  <a:pt x="32" y="510"/>
                </a:cubicBezTo>
                <a:cubicBezTo>
                  <a:pt x="32" y="512"/>
                  <a:pt x="36" y="515"/>
                  <a:pt x="31" y="514"/>
                </a:cubicBezTo>
                <a:cubicBezTo>
                  <a:pt x="27" y="518"/>
                  <a:pt x="38" y="518"/>
                  <a:pt x="40" y="520"/>
                </a:cubicBezTo>
                <a:cubicBezTo>
                  <a:pt x="33" y="524"/>
                  <a:pt x="30" y="529"/>
                  <a:pt x="28" y="534"/>
                </a:cubicBezTo>
                <a:close/>
                <a:moveTo>
                  <a:pt x="255" y="401"/>
                </a:moveTo>
                <a:cubicBezTo>
                  <a:pt x="256" y="397"/>
                  <a:pt x="258" y="390"/>
                  <a:pt x="248" y="391"/>
                </a:cubicBezTo>
                <a:cubicBezTo>
                  <a:pt x="246" y="395"/>
                  <a:pt x="248" y="398"/>
                  <a:pt x="255" y="401"/>
                </a:cubicBezTo>
                <a:close/>
                <a:moveTo>
                  <a:pt x="11" y="635"/>
                </a:moveTo>
                <a:cubicBezTo>
                  <a:pt x="10" y="632"/>
                  <a:pt x="11" y="628"/>
                  <a:pt x="5" y="626"/>
                </a:cubicBezTo>
                <a:cubicBezTo>
                  <a:pt x="0" y="631"/>
                  <a:pt x="3" y="637"/>
                  <a:pt x="11" y="635"/>
                </a:cubicBezTo>
                <a:close/>
                <a:moveTo>
                  <a:pt x="247" y="427"/>
                </a:moveTo>
                <a:cubicBezTo>
                  <a:pt x="247" y="431"/>
                  <a:pt x="237" y="436"/>
                  <a:pt x="249" y="438"/>
                </a:cubicBezTo>
                <a:cubicBezTo>
                  <a:pt x="251" y="434"/>
                  <a:pt x="253" y="430"/>
                  <a:pt x="247" y="427"/>
                </a:cubicBezTo>
                <a:close/>
                <a:moveTo>
                  <a:pt x="147" y="587"/>
                </a:moveTo>
                <a:cubicBezTo>
                  <a:pt x="147" y="585"/>
                  <a:pt x="148" y="583"/>
                  <a:pt x="150" y="581"/>
                </a:cubicBezTo>
                <a:cubicBezTo>
                  <a:pt x="137" y="582"/>
                  <a:pt x="146" y="573"/>
                  <a:pt x="135" y="578"/>
                </a:cubicBezTo>
                <a:cubicBezTo>
                  <a:pt x="133" y="584"/>
                  <a:pt x="142" y="581"/>
                  <a:pt x="147" y="587"/>
                </a:cubicBezTo>
                <a:close/>
                <a:moveTo>
                  <a:pt x="295" y="449"/>
                </a:moveTo>
                <a:cubicBezTo>
                  <a:pt x="286" y="447"/>
                  <a:pt x="283" y="457"/>
                  <a:pt x="280" y="461"/>
                </a:cubicBezTo>
                <a:cubicBezTo>
                  <a:pt x="287" y="461"/>
                  <a:pt x="286" y="453"/>
                  <a:pt x="295" y="449"/>
                </a:cubicBezTo>
                <a:close/>
                <a:moveTo>
                  <a:pt x="272" y="504"/>
                </a:moveTo>
                <a:cubicBezTo>
                  <a:pt x="272" y="506"/>
                  <a:pt x="272" y="508"/>
                  <a:pt x="272" y="510"/>
                </a:cubicBezTo>
                <a:cubicBezTo>
                  <a:pt x="271" y="510"/>
                  <a:pt x="270" y="510"/>
                  <a:pt x="269" y="510"/>
                </a:cubicBezTo>
                <a:cubicBezTo>
                  <a:pt x="268" y="513"/>
                  <a:pt x="274" y="513"/>
                  <a:pt x="277" y="515"/>
                </a:cubicBezTo>
                <a:cubicBezTo>
                  <a:pt x="274" y="516"/>
                  <a:pt x="271" y="517"/>
                  <a:pt x="269" y="519"/>
                </a:cubicBezTo>
                <a:cubicBezTo>
                  <a:pt x="277" y="520"/>
                  <a:pt x="277" y="516"/>
                  <a:pt x="280" y="511"/>
                </a:cubicBezTo>
                <a:cubicBezTo>
                  <a:pt x="280" y="511"/>
                  <a:pt x="279" y="511"/>
                  <a:pt x="279" y="511"/>
                </a:cubicBezTo>
                <a:cubicBezTo>
                  <a:pt x="280" y="507"/>
                  <a:pt x="280" y="504"/>
                  <a:pt x="283" y="500"/>
                </a:cubicBezTo>
                <a:cubicBezTo>
                  <a:pt x="279" y="496"/>
                  <a:pt x="276" y="508"/>
                  <a:pt x="272" y="504"/>
                </a:cubicBezTo>
                <a:close/>
                <a:moveTo>
                  <a:pt x="72" y="704"/>
                </a:moveTo>
                <a:cubicBezTo>
                  <a:pt x="82" y="703"/>
                  <a:pt x="73" y="696"/>
                  <a:pt x="74" y="693"/>
                </a:cubicBezTo>
                <a:cubicBezTo>
                  <a:pt x="62" y="694"/>
                  <a:pt x="74" y="701"/>
                  <a:pt x="72" y="704"/>
                </a:cubicBezTo>
                <a:close/>
                <a:moveTo>
                  <a:pt x="117" y="691"/>
                </a:moveTo>
                <a:cubicBezTo>
                  <a:pt x="124" y="686"/>
                  <a:pt x="112" y="686"/>
                  <a:pt x="121" y="681"/>
                </a:cubicBezTo>
                <a:cubicBezTo>
                  <a:pt x="116" y="680"/>
                  <a:pt x="110" y="681"/>
                  <a:pt x="106" y="685"/>
                </a:cubicBezTo>
                <a:cubicBezTo>
                  <a:pt x="116" y="686"/>
                  <a:pt x="107" y="693"/>
                  <a:pt x="117" y="691"/>
                </a:cubicBezTo>
                <a:close/>
                <a:moveTo>
                  <a:pt x="19" y="794"/>
                </a:moveTo>
                <a:cubicBezTo>
                  <a:pt x="16" y="800"/>
                  <a:pt x="13" y="806"/>
                  <a:pt x="21" y="808"/>
                </a:cubicBezTo>
                <a:cubicBezTo>
                  <a:pt x="21" y="803"/>
                  <a:pt x="23" y="798"/>
                  <a:pt x="19" y="794"/>
                </a:cubicBezTo>
                <a:close/>
                <a:moveTo>
                  <a:pt x="126" y="751"/>
                </a:moveTo>
                <a:cubicBezTo>
                  <a:pt x="120" y="747"/>
                  <a:pt x="117" y="751"/>
                  <a:pt x="112" y="751"/>
                </a:cubicBezTo>
                <a:cubicBezTo>
                  <a:pt x="108" y="755"/>
                  <a:pt x="107" y="759"/>
                  <a:pt x="106" y="763"/>
                </a:cubicBezTo>
                <a:cubicBezTo>
                  <a:pt x="113" y="764"/>
                  <a:pt x="115" y="757"/>
                  <a:pt x="114" y="754"/>
                </a:cubicBezTo>
                <a:cubicBezTo>
                  <a:pt x="116" y="751"/>
                  <a:pt x="122" y="757"/>
                  <a:pt x="122" y="758"/>
                </a:cubicBezTo>
                <a:cubicBezTo>
                  <a:pt x="132" y="758"/>
                  <a:pt x="119" y="754"/>
                  <a:pt x="126" y="751"/>
                </a:cubicBezTo>
                <a:close/>
                <a:moveTo>
                  <a:pt x="562" y="373"/>
                </a:moveTo>
                <a:cubicBezTo>
                  <a:pt x="573" y="368"/>
                  <a:pt x="561" y="368"/>
                  <a:pt x="563" y="365"/>
                </a:cubicBezTo>
                <a:cubicBezTo>
                  <a:pt x="556" y="365"/>
                  <a:pt x="557" y="372"/>
                  <a:pt x="562" y="373"/>
                </a:cubicBezTo>
                <a:close/>
                <a:moveTo>
                  <a:pt x="549" y="382"/>
                </a:moveTo>
                <a:cubicBezTo>
                  <a:pt x="554" y="384"/>
                  <a:pt x="558" y="382"/>
                  <a:pt x="563" y="383"/>
                </a:cubicBezTo>
                <a:cubicBezTo>
                  <a:pt x="565" y="381"/>
                  <a:pt x="562" y="380"/>
                  <a:pt x="565" y="377"/>
                </a:cubicBezTo>
                <a:cubicBezTo>
                  <a:pt x="559" y="377"/>
                  <a:pt x="554" y="379"/>
                  <a:pt x="549" y="382"/>
                </a:cubicBezTo>
                <a:close/>
                <a:moveTo>
                  <a:pt x="122" y="768"/>
                </a:moveTo>
                <a:cubicBezTo>
                  <a:pt x="109" y="771"/>
                  <a:pt x="120" y="778"/>
                  <a:pt x="115" y="784"/>
                </a:cubicBezTo>
                <a:cubicBezTo>
                  <a:pt x="129" y="783"/>
                  <a:pt x="124" y="771"/>
                  <a:pt x="122" y="768"/>
                </a:cubicBezTo>
                <a:close/>
                <a:moveTo>
                  <a:pt x="121" y="817"/>
                </a:moveTo>
                <a:cubicBezTo>
                  <a:pt x="128" y="816"/>
                  <a:pt x="134" y="807"/>
                  <a:pt x="127" y="805"/>
                </a:cubicBezTo>
                <a:cubicBezTo>
                  <a:pt x="121" y="807"/>
                  <a:pt x="111" y="817"/>
                  <a:pt x="121" y="817"/>
                </a:cubicBezTo>
                <a:close/>
                <a:moveTo>
                  <a:pt x="614" y="400"/>
                </a:moveTo>
                <a:cubicBezTo>
                  <a:pt x="611" y="396"/>
                  <a:pt x="625" y="390"/>
                  <a:pt x="617" y="387"/>
                </a:cubicBezTo>
                <a:cubicBezTo>
                  <a:pt x="607" y="393"/>
                  <a:pt x="608" y="397"/>
                  <a:pt x="614" y="400"/>
                </a:cubicBezTo>
                <a:close/>
                <a:moveTo>
                  <a:pt x="121" y="842"/>
                </a:moveTo>
                <a:cubicBezTo>
                  <a:pt x="121" y="845"/>
                  <a:pt x="121" y="847"/>
                  <a:pt x="118" y="846"/>
                </a:cubicBezTo>
                <a:cubicBezTo>
                  <a:pt x="129" y="851"/>
                  <a:pt x="119" y="863"/>
                  <a:pt x="130" y="868"/>
                </a:cubicBezTo>
                <a:cubicBezTo>
                  <a:pt x="126" y="857"/>
                  <a:pt x="147" y="844"/>
                  <a:pt x="121" y="842"/>
                </a:cubicBezTo>
                <a:close/>
                <a:moveTo>
                  <a:pt x="136" y="874"/>
                </a:moveTo>
                <a:cubicBezTo>
                  <a:pt x="132" y="873"/>
                  <a:pt x="129" y="872"/>
                  <a:pt x="131" y="870"/>
                </a:cubicBezTo>
                <a:cubicBezTo>
                  <a:pt x="123" y="869"/>
                  <a:pt x="129" y="874"/>
                  <a:pt x="124" y="877"/>
                </a:cubicBezTo>
                <a:cubicBezTo>
                  <a:pt x="135" y="871"/>
                  <a:pt x="126" y="881"/>
                  <a:pt x="136" y="883"/>
                </a:cubicBezTo>
                <a:cubicBezTo>
                  <a:pt x="146" y="877"/>
                  <a:pt x="126" y="880"/>
                  <a:pt x="136" y="874"/>
                </a:cubicBezTo>
                <a:close/>
                <a:moveTo>
                  <a:pt x="131" y="886"/>
                </a:moveTo>
                <a:cubicBezTo>
                  <a:pt x="130" y="895"/>
                  <a:pt x="115" y="901"/>
                  <a:pt x="125" y="905"/>
                </a:cubicBezTo>
                <a:cubicBezTo>
                  <a:pt x="130" y="895"/>
                  <a:pt x="139" y="903"/>
                  <a:pt x="143" y="894"/>
                </a:cubicBezTo>
                <a:cubicBezTo>
                  <a:pt x="130" y="898"/>
                  <a:pt x="139" y="887"/>
                  <a:pt x="131" y="886"/>
                </a:cubicBezTo>
                <a:close/>
                <a:moveTo>
                  <a:pt x="599" y="492"/>
                </a:moveTo>
                <a:cubicBezTo>
                  <a:pt x="592" y="490"/>
                  <a:pt x="593" y="488"/>
                  <a:pt x="584" y="488"/>
                </a:cubicBezTo>
                <a:cubicBezTo>
                  <a:pt x="582" y="494"/>
                  <a:pt x="589" y="499"/>
                  <a:pt x="599" y="492"/>
                </a:cubicBezTo>
                <a:close/>
                <a:moveTo>
                  <a:pt x="142" y="927"/>
                </a:moveTo>
                <a:cubicBezTo>
                  <a:pt x="135" y="935"/>
                  <a:pt x="144" y="937"/>
                  <a:pt x="143" y="943"/>
                </a:cubicBezTo>
                <a:cubicBezTo>
                  <a:pt x="139" y="947"/>
                  <a:pt x="134" y="946"/>
                  <a:pt x="128" y="944"/>
                </a:cubicBezTo>
                <a:cubicBezTo>
                  <a:pt x="126" y="954"/>
                  <a:pt x="145" y="947"/>
                  <a:pt x="145" y="960"/>
                </a:cubicBezTo>
                <a:cubicBezTo>
                  <a:pt x="153" y="954"/>
                  <a:pt x="149" y="955"/>
                  <a:pt x="155" y="948"/>
                </a:cubicBezTo>
                <a:cubicBezTo>
                  <a:pt x="146" y="946"/>
                  <a:pt x="153" y="951"/>
                  <a:pt x="146" y="955"/>
                </a:cubicBezTo>
                <a:cubicBezTo>
                  <a:pt x="143" y="947"/>
                  <a:pt x="152" y="934"/>
                  <a:pt x="142" y="927"/>
                </a:cubicBezTo>
                <a:close/>
                <a:moveTo>
                  <a:pt x="1582" y="2832"/>
                </a:moveTo>
                <a:cubicBezTo>
                  <a:pt x="1586" y="2842"/>
                  <a:pt x="1605" y="2833"/>
                  <a:pt x="1610" y="2844"/>
                </a:cubicBezTo>
                <a:cubicBezTo>
                  <a:pt x="1615" y="2828"/>
                  <a:pt x="1593" y="2832"/>
                  <a:pt x="1582" y="2832"/>
                </a:cubicBezTo>
                <a:close/>
                <a:moveTo>
                  <a:pt x="1614" y="2839"/>
                </a:moveTo>
                <a:cubicBezTo>
                  <a:pt x="1614" y="2847"/>
                  <a:pt x="1618" y="2848"/>
                  <a:pt x="1626" y="2844"/>
                </a:cubicBezTo>
                <a:cubicBezTo>
                  <a:pt x="1624" y="2840"/>
                  <a:pt x="1620" y="2838"/>
                  <a:pt x="1614" y="2839"/>
                </a:cubicBezTo>
                <a:close/>
                <a:moveTo>
                  <a:pt x="251" y="249"/>
                </a:moveTo>
                <a:cubicBezTo>
                  <a:pt x="262" y="245"/>
                  <a:pt x="255" y="242"/>
                  <a:pt x="253" y="238"/>
                </a:cubicBezTo>
                <a:cubicBezTo>
                  <a:pt x="271" y="230"/>
                  <a:pt x="261" y="219"/>
                  <a:pt x="269" y="214"/>
                </a:cubicBezTo>
                <a:cubicBezTo>
                  <a:pt x="261" y="209"/>
                  <a:pt x="254" y="221"/>
                  <a:pt x="255" y="223"/>
                </a:cubicBezTo>
                <a:cubicBezTo>
                  <a:pt x="246" y="219"/>
                  <a:pt x="261" y="213"/>
                  <a:pt x="251" y="209"/>
                </a:cubicBezTo>
                <a:cubicBezTo>
                  <a:pt x="256" y="207"/>
                  <a:pt x="260" y="212"/>
                  <a:pt x="265" y="207"/>
                </a:cubicBezTo>
                <a:cubicBezTo>
                  <a:pt x="261" y="206"/>
                  <a:pt x="264" y="203"/>
                  <a:pt x="259" y="202"/>
                </a:cubicBezTo>
                <a:cubicBezTo>
                  <a:pt x="258" y="211"/>
                  <a:pt x="223" y="198"/>
                  <a:pt x="249" y="208"/>
                </a:cubicBezTo>
                <a:cubicBezTo>
                  <a:pt x="247" y="218"/>
                  <a:pt x="251" y="228"/>
                  <a:pt x="241" y="239"/>
                </a:cubicBezTo>
                <a:cubicBezTo>
                  <a:pt x="250" y="243"/>
                  <a:pt x="247" y="245"/>
                  <a:pt x="239" y="248"/>
                </a:cubicBezTo>
                <a:cubicBezTo>
                  <a:pt x="242" y="248"/>
                  <a:pt x="244" y="246"/>
                  <a:pt x="247" y="247"/>
                </a:cubicBezTo>
                <a:cubicBezTo>
                  <a:pt x="251" y="251"/>
                  <a:pt x="239" y="249"/>
                  <a:pt x="237" y="254"/>
                </a:cubicBezTo>
                <a:cubicBezTo>
                  <a:pt x="247" y="254"/>
                  <a:pt x="246" y="257"/>
                  <a:pt x="262" y="261"/>
                </a:cubicBezTo>
                <a:cubicBezTo>
                  <a:pt x="265" y="257"/>
                  <a:pt x="256" y="253"/>
                  <a:pt x="251" y="249"/>
                </a:cubicBezTo>
                <a:close/>
                <a:moveTo>
                  <a:pt x="20" y="691"/>
                </a:moveTo>
                <a:cubicBezTo>
                  <a:pt x="2" y="691"/>
                  <a:pt x="19" y="672"/>
                  <a:pt x="7" y="667"/>
                </a:cubicBezTo>
                <a:cubicBezTo>
                  <a:pt x="6" y="676"/>
                  <a:pt x="7" y="684"/>
                  <a:pt x="9" y="692"/>
                </a:cubicBezTo>
                <a:cubicBezTo>
                  <a:pt x="11" y="699"/>
                  <a:pt x="12" y="706"/>
                  <a:pt x="12" y="714"/>
                </a:cubicBezTo>
                <a:cubicBezTo>
                  <a:pt x="20" y="715"/>
                  <a:pt x="14" y="709"/>
                  <a:pt x="19" y="707"/>
                </a:cubicBezTo>
                <a:cubicBezTo>
                  <a:pt x="13" y="703"/>
                  <a:pt x="12" y="698"/>
                  <a:pt x="20" y="691"/>
                </a:cubicBezTo>
                <a:close/>
                <a:moveTo>
                  <a:pt x="22" y="760"/>
                </a:moveTo>
                <a:cubicBezTo>
                  <a:pt x="23" y="762"/>
                  <a:pt x="24" y="763"/>
                  <a:pt x="24" y="765"/>
                </a:cubicBezTo>
                <a:cubicBezTo>
                  <a:pt x="25" y="763"/>
                  <a:pt x="27" y="759"/>
                  <a:pt x="22" y="760"/>
                </a:cubicBezTo>
                <a:close/>
                <a:moveTo>
                  <a:pt x="567" y="1860"/>
                </a:moveTo>
                <a:cubicBezTo>
                  <a:pt x="567" y="1860"/>
                  <a:pt x="568" y="1860"/>
                  <a:pt x="568" y="1860"/>
                </a:cubicBezTo>
                <a:cubicBezTo>
                  <a:pt x="568" y="1859"/>
                  <a:pt x="567" y="1859"/>
                  <a:pt x="567" y="1860"/>
                </a:cubicBezTo>
                <a:close/>
                <a:moveTo>
                  <a:pt x="593" y="440"/>
                </a:moveTo>
                <a:cubicBezTo>
                  <a:pt x="592" y="440"/>
                  <a:pt x="592" y="440"/>
                  <a:pt x="591" y="440"/>
                </a:cubicBezTo>
                <a:cubicBezTo>
                  <a:pt x="592" y="440"/>
                  <a:pt x="592" y="440"/>
                  <a:pt x="593" y="440"/>
                </a:cubicBezTo>
                <a:close/>
                <a:moveTo>
                  <a:pt x="646" y="378"/>
                </a:moveTo>
                <a:cubicBezTo>
                  <a:pt x="646" y="377"/>
                  <a:pt x="646" y="377"/>
                  <a:pt x="646" y="376"/>
                </a:cubicBezTo>
                <a:cubicBezTo>
                  <a:pt x="645" y="377"/>
                  <a:pt x="645" y="378"/>
                  <a:pt x="646" y="378"/>
                </a:cubicBezTo>
                <a:close/>
                <a:moveTo>
                  <a:pt x="25" y="767"/>
                </a:moveTo>
                <a:cubicBezTo>
                  <a:pt x="25" y="767"/>
                  <a:pt x="25" y="766"/>
                  <a:pt x="24" y="765"/>
                </a:cubicBezTo>
                <a:cubicBezTo>
                  <a:pt x="24" y="767"/>
                  <a:pt x="24" y="767"/>
                  <a:pt x="25" y="767"/>
                </a:cubicBezTo>
                <a:close/>
                <a:moveTo>
                  <a:pt x="44" y="508"/>
                </a:moveTo>
                <a:cubicBezTo>
                  <a:pt x="45" y="503"/>
                  <a:pt x="48" y="498"/>
                  <a:pt x="39" y="496"/>
                </a:cubicBezTo>
                <a:cubicBezTo>
                  <a:pt x="34" y="501"/>
                  <a:pt x="44" y="503"/>
                  <a:pt x="44" y="508"/>
                </a:cubicBezTo>
                <a:close/>
                <a:moveTo>
                  <a:pt x="115" y="708"/>
                </a:moveTo>
                <a:cubicBezTo>
                  <a:pt x="113" y="711"/>
                  <a:pt x="119" y="712"/>
                  <a:pt x="122" y="713"/>
                </a:cubicBezTo>
                <a:cubicBezTo>
                  <a:pt x="119" y="714"/>
                  <a:pt x="117" y="715"/>
                  <a:pt x="115" y="717"/>
                </a:cubicBezTo>
                <a:cubicBezTo>
                  <a:pt x="123" y="718"/>
                  <a:pt x="122" y="714"/>
                  <a:pt x="125" y="709"/>
                </a:cubicBezTo>
                <a:cubicBezTo>
                  <a:pt x="121" y="707"/>
                  <a:pt x="118" y="709"/>
                  <a:pt x="115" y="708"/>
                </a:cubicBezTo>
                <a:close/>
                <a:moveTo>
                  <a:pt x="80" y="785"/>
                </a:moveTo>
                <a:cubicBezTo>
                  <a:pt x="72" y="792"/>
                  <a:pt x="85" y="786"/>
                  <a:pt x="89" y="787"/>
                </a:cubicBezTo>
                <a:cubicBezTo>
                  <a:pt x="94" y="790"/>
                  <a:pt x="83" y="790"/>
                  <a:pt x="82" y="795"/>
                </a:cubicBezTo>
                <a:cubicBezTo>
                  <a:pt x="95" y="798"/>
                  <a:pt x="94" y="805"/>
                  <a:pt x="91" y="813"/>
                </a:cubicBezTo>
                <a:cubicBezTo>
                  <a:pt x="95" y="813"/>
                  <a:pt x="99" y="812"/>
                  <a:pt x="103" y="812"/>
                </a:cubicBezTo>
                <a:cubicBezTo>
                  <a:pt x="96" y="809"/>
                  <a:pt x="91" y="798"/>
                  <a:pt x="95" y="787"/>
                </a:cubicBezTo>
                <a:cubicBezTo>
                  <a:pt x="85" y="787"/>
                  <a:pt x="86" y="783"/>
                  <a:pt x="80" y="785"/>
                </a:cubicBezTo>
                <a:close/>
                <a:moveTo>
                  <a:pt x="32" y="870"/>
                </a:moveTo>
                <a:cubicBezTo>
                  <a:pt x="25" y="876"/>
                  <a:pt x="30" y="891"/>
                  <a:pt x="37" y="897"/>
                </a:cubicBezTo>
                <a:cubicBezTo>
                  <a:pt x="35" y="888"/>
                  <a:pt x="34" y="879"/>
                  <a:pt x="32" y="870"/>
                </a:cubicBezTo>
                <a:close/>
                <a:moveTo>
                  <a:pt x="121" y="824"/>
                </a:moveTo>
                <a:cubicBezTo>
                  <a:pt x="118" y="828"/>
                  <a:pt x="124" y="829"/>
                  <a:pt x="125" y="832"/>
                </a:cubicBezTo>
                <a:cubicBezTo>
                  <a:pt x="131" y="833"/>
                  <a:pt x="121" y="827"/>
                  <a:pt x="131" y="822"/>
                </a:cubicBezTo>
                <a:cubicBezTo>
                  <a:pt x="127" y="820"/>
                  <a:pt x="125" y="825"/>
                  <a:pt x="121" y="824"/>
                </a:cubicBezTo>
                <a:close/>
                <a:moveTo>
                  <a:pt x="596" y="433"/>
                </a:moveTo>
                <a:cubicBezTo>
                  <a:pt x="602" y="434"/>
                  <a:pt x="597" y="437"/>
                  <a:pt x="605" y="438"/>
                </a:cubicBezTo>
                <a:cubicBezTo>
                  <a:pt x="607" y="433"/>
                  <a:pt x="610" y="428"/>
                  <a:pt x="599" y="426"/>
                </a:cubicBezTo>
                <a:cubicBezTo>
                  <a:pt x="595" y="431"/>
                  <a:pt x="601" y="431"/>
                  <a:pt x="590" y="435"/>
                </a:cubicBezTo>
                <a:cubicBezTo>
                  <a:pt x="592" y="436"/>
                  <a:pt x="594" y="434"/>
                  <a:pt x="596" y="433"/>
                </a:cubicBezTo>
                <a:close/>
                <a:moveTo>
                  <a:pt x="140" y="970"/>
                </a:moveTo>
                <a:cubicBezTo>
                  <a:pt x="146" y="965"/>
                  <a:pt x="145" y="975"/>
                  <a:pt x="153" y="970"/>
                </a:cubicBezTo>
                <a:cubicBezTo>
                  <a:pt x="158" y="966"/>
                  <a:pt x="145" y="967"/>
                  <a:pt x="152" y="961"/>
                </a:cubicBezTo>
                <a:cubicBezTo>
                  <a:pt x="145" y="965"/>
                  <a:pt x="139" y="960"/>
                  <a:pt x="129" y="969"/>
                </a:cubicBezTo>
                <a:cubicBezTo>
                  <a:pt x="134" y="971"/>
                  <a:pt x="138" y="974"/>
                  <a:pt x="136" y="978"/>
                </a:cubicBezTo>
                <a:cubicBezTo>
                  <a:pt x="142" y="978"/>
                  <a:pt x="138" y="972"/>
                  <a:pt x="140" y="970"/>
                </a:cubicBezTo>
                <a:close/>
                <a:moveTo>
                  <a:pt x="150" y="1008"/>
                </a:moveTo>
                <a:cubicBezTo>
                  <a:pt x="146" y="1003"/>
                  <a:pt x="145" y="998"/>
                  <a:pt x="139" y="994"/>
                </a:cubicBezTo>
                <a:cubicBezTo>
                  <a:pt x="135" y="1002"/>
                  <a:pt x="151" y="1003"/>
                  <a:pt x="140" y="1013"/>
                </a:cubicBezTo>
                <a:cubicBezTo>
                  <a:pt x="149" y="1014"/>
                  <a:pt x="144" y="1007"/>
                  <a:pt x="150" y="1008"/>
                </a:cubicBezTo>
                <a:close/>
                <a:moveTo>
                  <a:pt x="149" y="1012"/>
                </a:moveTo>
                <a:cubicBezTo>
                  <a:pt x="160" y="1013"/>
                  <a:pt x="155" y="1019"/>
                  <a:pt x="149" y="1026"/>
                </a:cubicBezTo>
                <a:cubicBezTo>
                  <a:pt x="154" y="1032"/>
                  <a:pt x="159" y="1030"/>
                  <a:pt x="167" y="1034"/>
                </a:cubicBezTo>
                <a:cubicBezTo>
                  <a:pt x="168" y="1031"/>
                  <a:pt x="167" y="1029"/>
                  <a:pt x="168" y="1025"/>
                </a:cubicBezTo>
                <a:cubicBezTo>
                  <a:pt x="164" y="1023"/>
                  <a:pt x="162" y="1028"/>
                  <a:pt x="158" y="1028"/>
                </a:cubicBezTo>
                <a:cubicBezTo>
                  <a:pt x="157" y="1027"/>
                  <a:pt x="157" y="1025"/>
                  <a:pt x="155" y="1025"/>
                </a:cubicBezTo>
                <a:cubicBezTo>
                  <a:pt x="158" y="1022"/>
                  <a:pt x="164" y="1025"/>
                  <a:pt x="166" y="1018"/>
                </a:cubicBezTo>
                <a:cubicBezTo>
                  <a:pt x="164" y="1015"/>
                  <a:pt x="162" y="1015"/>
                  <a:pt x="156" y="1016"/>
                </a:cubicBezTo>
                <a:cubicBezTo>
                  <a:pt x="159" y="1013"/>
                  <a:pt x="163" y="1013"/>
                  <a:pt x="165" y="1009"/>
                </a:cubicBezTo>
                <a:cubicBezTo>
                  <a:pt x="158" y="1004"/>
                  <a:pt x="157" y="997"/>
                  <a:pt x="160" y="988"/>
                </a:cubicBezTo>
                <a:cubicBezTo>
                  <a:pt x="145" y="995"/>
                  <a:pt x="161" y="1002"/>
                  <a:pt x="149" y="1012"/>
                </a:cubicBezTo>
                <a:close/>
                <a:moveTo>
                  <a:pt x="1525" y="2812"/>
                </a:moveTo>
                <a:cubicBezTo>
                  <a:pt x="1534" y="2804"/>
                  <a:pt x="1538" y="2815"/>
                  <a:pt x="1543" y="2819"/>
                </a:cubicBezTo>
                <a:cubicBezTo>
                  <a:pt x="1545" y="2818"/>
                  <a:pt x="1546" y="2816"/>
                  <a:pt x="1548" y="2815"/>
                </a:cubicBezTo>
                <a:cubicBezTo>
                  <a:pt x="1548" y="2813"/>
                  <a:pt x="1549" y="2812"/>
                  <a:pt x="1550" y="2812"/>
                </a:cubicBezTo>
                <a:cubicBezTo>
                  <a:pt x="1534" y="2810"/>
                  <a:pt x="1526" y="2798"/>
                  <a:pt x="1510" y="2797"/>
                </a:cubicBezTo>
                <a:cubicBezTo>
                  <a:pt x="1514" y="2803"/>
                  <a:pt x="1522" y="2804"/>
                  <a:pt x="1525" y="2812"/>
                </a:cubicBezTo>
                <a:close/>
                <a:moveTo>
                  <a:pt x="376" y="76"/>
                </a:moveTo>
                <a:cubicBezTo>
                  <a:pt x="376" y="72"/>
                  <a:pt x="385" y="68"/>
                  <a:pt x="378" y="65"/>
                </a:cubicBezTo>
                <a:cubicBezTo>
                  <a:pt x="371" y="69"/>
                  <a:pt x="371" y="73"/>
                  <a:pt x="376" y="76"/>
                </a:cubicBezTo>
                <a:close/>
                <a:moveTo>
                  <a:pt x="397" y="84"/>
                </a:moveTo>
                <a:cubicBezTo>
                  <a:pt x="399" y="80"/>
                  <a:pt x="408" y="75"/>
                  <a:pt x="398" y="73"/>
                </a:cubicBezTo>
                <a:cubicBezTo>
                  <a:pt x="401" y="76"/>
                  <a:pt x="390" y="81"/>
                  <a:pt x="397" y="84"/>
                </a:cubicBezTo>
                <a:close/>
                <a:moveTo>
                  <a:pt x="368" y="114"/>
                </a:moveTo>
                <a:cubicBezTo>
                  <a:pt x="373" y="111"/>
                  <a:pt x="371" y="110"/>
                  <a:pt x="373" y="107"/>
                </a:cubicBezTo>
                <a:cubicBezTo>
                  <a:pt x="370" y="105"/>
                  <a:pt x="367" y="107"/>
                  <a:pt x="363" y="105"/>
                </a:cubicBezTo>
                <a:cubicBezTo>
                  <a:pt x="358" y="109"/>
                  <a:pt x="365" y="109"/>
                  <a:pt x="368" y="114"/>
                </a:cubicBezTo>
                <a:close/>
                <a:moveTo>
                  <a:pt x="200" y="255"/>
                </a:moveTo>
                <a:cubicBezTo>
                  <a:pt x="208" y="249"/>
                  <a:pt x="207" y="245"/>
                  <a:pt x="199" y="242"/>
                </a:cubicBezTo>
                <a:cubicBezTo>
                  <a:pt x="196" y="244"/>
                  <a:pt x="194" y="246"/>
                  <a:pt x="191" y="248"/>
                </a:cubicBezTo>
                <a:cubicBezTo>
                  <a:pt x="199" y="250"/>
                  <a:pt x="194" y="253"/>
                  <a:pt x="200" y="255"/>
                </a:cubicBezTo>
                <a:close/>
                <a:moveTo>
                  <a:pt x="391" y="102"/>
                </a:moveTo>
                <a:cubicBezTo>
                  <a:pt x="399" y="101"/>
                  <a:pt x="394" y="99"/>
                  <a:pt x="401" y="95"/>
                </a:cubicBezTo>
                <a:cubicBezTo>
                  <a:pt x="398" y="95"/>
                  <a:pt x="395" y="95"/>
                  <a:pt x="397" y="93"/>
                </a:cubicBezTo>
                <a:cubicBezTo>
                  <a:pt x="391" y="92"/>
                  <a:pt x="385" y="100"/>
                  <a:pt x="391" y="102"/>
                </a:cubicBezTo>
                <a:close/>
                <a:moveTo>
                  <a:pt x="206" y="264"/>
                </a:moveTo>
                <a:cubicBezTo>
                  <a:pt x="203" y="263"/>
                  <a:pt x="200" y="262"/>
                  <a:pt x="197" y="260"/>
                </a:cubicBezTo>
                <a:cubicBezTo>
                  <a:pt x="198" y="265"/>
                  <a:pt x="191" y="267"/>
                  <a:pt x="186" y="270"/>
                </a:cubicBezTo>
                <a:cubicBezTo>
                  <a:pt x="193" y="271"/>
                  <a:pt x="199" y="269"/>
                  <a:pt x="206" y="264"/>
                </a:cubicBezTo>
                <a:close/>
                <a:moveTo>
                  <a:pt x="349" y="171"/>
                </a:moveTo>
                <a:cubicBezTo>
                  <a:pt x="342" y="170"/>
                  <a:pt x="340" y="179"/>
                  <a:pt x="350" y="180"/>
                </a:cubicBezTo>
                <a:cubicBezTo>
                  <a:pt x="359" y="176"/>
                  <a:pt x="342" y="175"/>
                  <a:pt x="349" y="171"/>
                </a:cubicBezTo>
                <a:close/>
                <a:moveTo>
                  <a:pt x="343" y="196"/>
                </a:moveTo>
                <a:cubicBezTo>
                  <a:pt x="349" y="197"/>
                  <a:pt x="353" y="188"/>
                  <a:pt x="345" y="187"/>
                </a:cubicBezTo>
                <a:cubicBezTo>
                  <a:pt x="342" y="189"/>
                  <a:pt x="340" y="191"/>
                  <a:pt x="337" y="193"/>
                </a:cubicBezTo>
                <a:cubicBezTo>
                  <a:pt x="340" y="193"/>
                  <a:pt x="346" y="193"/>
                  <a:pt x="343" y="196"/>
                </a:cubicBezTo>
                <a:close/>
                <a:moveTo>
                  <a:pt x="409" y="202"/>
                </a:moveTo>
                <a:cubicBezTo>
                  <a:pt x="410" y="199"/>
                  <a:pt x="412" y="191"/>
                  <a:pt x="402" y="193"/>
                </a:cubicBezTo>
                <a:cubicBezTo>
                  <a:pt x="400" y="197"/>
                  <a:pt x="403" y="200"/>
                  <a:pt x="409" y="202"/>
                </a:cubicBezTo>
                <a:close/>
                <a:moveTo>
                  <a:pt x="166" y="437"/>
                </a:moveTo>
                <a:cubicBezTo>
                  <a:pt x="165" y="434"/>
                  <a:pt x="166" y="430"/>
                  <a:pt x="160" y="428"/>
                </a:cubicBezTo>
                <a:cubicBezTo>
                  <a:pt x="155" y="433"/>
                  <a:pt x="158" y="439"/>
                  <a:pt x="166" y="437"/>
                </a:cubicBezTo>
                <a:close/>
                <a:moveTo>
                  <a:pt x="402" y="229"/>
                </a:moveTo>
                <a:cubicBezTo>
                  <a:pt x="401" y="233"/>
                  <a:pt x="392" y="238"/>
                  <a:pt x="403" y="240"/>
                </a:cubicBezTo>
                <a:cubicBezTo>
                  <a:pt x="405" y="236"/>
                  <a:pt x="408" y="232"/>
                  <a:pt x="402" y="229"/>
                </a:cubicBezTo>
                <a:close/>
                <a:moveTo>
                  <a:pt x="302" y="388"/>
                </a:moveTo>
                <a:cubicBezTo>
                  <a:pt x="302" y="387"/>
                  <a:pt x="302" y="385"/>
                  <a:pt x="305" y="383"/>
                </a:cubicBezTo>
                <a:cubicBezTo>
                  <a:pt x="291" y="384"/>
                  <a:pt x="301" y="375"/>
                  <a:pt x="290" y="380"/>
                </a:cubicBezTo>
                <a:cubicBezTo>
                  <a:pt x="287" y="386"/>
                  <a:pt x="296" y="383"/>
                  <a:pt x="302" y="388"/>
                </a:cubicBezTo>
                <a:close/>
                <a:moveTo>
                  <a:pt x="450" y="251"/>
                </a:moveTo>
                <a:cubicBezTo>
                  <a:pt x="440" y="249"/>
                  <a:pt x="438" y="259"/>
                  <a:pt x="435" y="263"/>
                </a:cubicBezTo>
                <a:cubicBezTo>
                  <a:pt x="442" y="263"/>
                  <a:pt x="441" y="255"/>
                  <a:pt x="450" y="251"/>
                </a:cubicBezTo>
                <a:close/>
                <a:moveTo>
                  <a:pt x="432" y="317"/>
                </a:moveTo>
                <a:cubicBezTo>
                  <a:pt x="435" y="312"/>
                  <a:pt x="434" y="307"/>
                  <a:pt x="438" y="302"/>
                </a:cubicBezTo>
                <a:cubicBezTo>
                  <a:pt x="434" y="298"/>
                  <a:pt x="431" y="309"/>
                  <a:pt x="427" y="306"/>
                </a:cubicBezTo>
                <a:cubicBezTo>
                  <a:pt x="428" y="310"/>
                  <a:pt x="425" y="315"/>
                  <a:pt x="432" y="317"/>
                </a:cubicBezTo>
                <a:close/>
                <a:moveTo>
                  <a:pt x="272" y="493"/>
                </a:moveTo>
                <a:cubicBezTo>
                  <a:pt x="279" y="488"/>
                  <a:pt x="266" y="488"/>
                  <a:pt x="276" y="483"/>
                </a:cubicBezTo>
                <a:cubicBezTo>
                  <a:pt x="270" y="482"/>
                  <a:pt x="265" y="483"/>
                  <a:pt x="260" y="487"/>
                </a:cubicBezTo>
                <a:cubicBezTo>
                  <a:pt x="271" y="487"/>
                  <a:pt x="262" y="495"/>
                  <a:pt x="272" y="493"/>
                </a:cubicBezTo>
                <a:close/>
                <a:moveTo>
                  <a:pt x="545" y="258"/>
                </a:moveTo>
                <a:cubicBezTo>
                  <a:pt x="542" y="257"/>
                  <a:pt x="539" y="256"/>
                  <a:pt x="536" y="255"/>
                </a:cubicBezTo>
                <a:cubicBezTo>
                  <a:pt x="529" y="259"/>
                  <a:pt x="535" y="260"/>
                  <a:pt x="529" y="263"/>
                </a:cubicBezTo>
                <a:cubicBezTo>
                  <a:pt x="535" y="266"/>
                  <a:pt x="540" y="262"/>
                  <a:pt x="545" y="258"/>
                </a:cubicBezTo>
                <a:close/>
                <a:moveTo>
                  <a:pt x="491" y="295"/>
                </a:moveTo>
                <a:cubicBezTo>
                  <a:pt x="483" y="300"/>
                  <a:pt x="485" y="303"/>
                  <a:pt x="484" y="306"/>
                </a:cubicBezTo>
                <a:cubicBezTo>
                  <a:pt x="490" y="306"/>
                  <a:pt x="500" y="296"/>
                  <a:pt x="491" y="295"/>
                </a:cubicBezTo>
                <a:close/>
                <a:moveTo>
                  <a:pt x="546" y="279"/>
                </a:moveTo>
                <a:cubicBezTo>
                  <a:pt x="541" y="275"/>
                  <a:pt x="538" y="284"/>
                  <a:pt x="533" y="280"/>
                </a:cubicBezTo>
                <a:cubicBezTo>
                  <a:pt x="531" y="281"/>
                  <a:pt x="533" y="281"/>
                  <a:pt x="534" y="282"/>
                </a:cubicBezTo>
                <a:cubicBezTo>
                  <a:pt x="525" y="293"/>
                  <a:pt x="536" y="299"/>
                  <a:pt x="530" y="310"/>
                </a:cubicBezTo>
                <a:cubicBezTo>
                  <a:pt x="537" y="314"/>
                  <a:pt x="543" y="309"/>
                  <a:pt x="550" y="310"/>
                </a:cubicBezTo>
                <a:cubicBezTo>
                  <a:pt x="555" y="304"/>
                  <a:pt x="543" y="308"/>
                  <a:pt x="543" y="304"/>
                </a:cubicBezTo>
                <a:cubicBezTo>
                  <a:pt x="548" y="298"/>
                  <a:pt x="553" y="300"/>
                  <a:pt x="552" y="296"/>
                </a:cubicBezTo>
                <a:cubicBezTo>
                  <a:pt x="541" y="298"/>
                  <a:pt x="543" y="291"/>
                  <a:pt x="537" y="289"/>
                </a:cubicBezTo>
                <a:cubicBezTo>
                  <a:pt x="544" y="285"/>
                  <a:pt x="541" y="283"/>
                  <a:pt x="546" y="279"/>
                </a:cubicBezTo>
                <a:close/>
                <a:moveTo>
                  <a:pt x="701" y="182"/>
                </a:moveTo>
                <a:cubicBezTo>
                  <a:pt x="703" y="178"/>
                  <a:pt x="709" y="173"/>
                  <a:pt x="704" y="171"/>
                </a:cubicBezTo>
                <a:cubicBezTo>
                  <a:pt x="700" y="175"/>
                  <a:pt x="691" y="180"/>
                  <a:pt x="701" y="182"/>
                </a:cubicBezTo>
                <a:close/>
                <a:moveTo>
                  <a:pt x="717" y="175"/>
                </a:moveTo>
                <a:cubicBezTo>
                  <a:pt x="728" y="170"/>
                  <a:pt x="715" y="170"/>
                  <a:pt x="718" y="167"/>
                </a:cubicBezTo>
                <a:cubicBezTo>
                  <a:pt x="711" y="167"/>
                  <a:pt x="711" y="174"/>
                  <a:pt x="717" y="175"/>
                </a:cubicBezTo>
                <a:close/>
                <a:moveTo>
                  <a:pt x="704" y="184"/>
                </a:moveTo>
                <a:cubicBezTo>
                  <a:pt x="709" y="186"/>
                  <a:pt x="713" y="184"/>
                  <a:pt x="718" y="185"/>
                </a:cubicBezTo>
                <a:cubicBezTo>
                  <a:pt x="720" y="183"/>
                  <a:pt x="717" y="181"/>
                  <a:pt x="719" y="179"/>
                </a:cubicBezTo>
                <a:cubicBezTo>
                  <a:pt x="714" y="179"/>
                  <a:pt x="709" y="181"/>
                  <a:pt x="704" y="184"/>
                </a:cubicBezTo>
                <a:close/>
                <a:moveTo>
                  <a:pt x="276" y="569"/>
                </a:moveTo>
                <a:cubicBezTo>
                  <a:pt x="276" y="569"/>
                  <a:pt x="276" y="569"/>
                  <a:pt x="276" y="569"/>
                </a:cubicBezTo>
                <a:cubicBezTo>
                  <a:pt x="276" y="568"/>
                  <a:pt x="276" y="566"/>
                  <a:pt x="277" y="565"/>
                </a:cubicBezTo>
                <a:cubicBezTo>
                  <a:pt x="273" y="564"/>
                  <a:pt x="269" y="565"/>
                  <a:pt x="266" y="568"/>
                </a:cubicBezTo>
                <a:cubicBezTo>
                  <a:pt x="270" y="567"/>
                  <a:pt x="272" y="569"/>
                  <a:pt x="273" y="571"/>
                </a:cubicBezTo>
                <a:cubicBezTo>
                  <a:pt x="267" y="575"/>
                  <a:pt x="274" y="581"/>
                  <a:pt x="270" y="586"/>
                </a:cubicBezTo>
                <a:cubicBezTo>
                  <a:pt x="284" y="585"/>
                  <a:pt x="279" y="573"/>
                  <a:pt x="276" y="569"/>
                </a:cubicBezTo>
                <a:close/>
                <a:moveTo>
                  <a:pt x="845" y="135"/>
                </a:moveTo>
                <a:cubicBezTo>
                  <a:pt x="841" y="132"/>
                  <a:pt x="842" y="127"/>
                  <a:pt x="830" y="125"/>
                </a:cubicBezTo>
                <a:cubicBezTo>
                  <a:pt x="828" y="128"/>
                  <a:pt x="834" y="132"/>
                  <a:pt x="845" y="135"/>
                </a:cubicBezTo>
                <a:close/>
                <a:moveTo>
                  <a:pt x="665" y="266"/>
                </a:moveTo>
                <a:cubicBezTo>
                  <a:pt x="654" y="265"/>
                  <a:pt x="658" y="261"/>
                  <a:pt x="654" y="259"/>
                </a:cubicBezTo>
                <a:cubicBezTo>
                  <a:pt x="646" y="264"/>
                  <a:pt x="655" y="274"/>
                  <a:pt x="665" y="266"/>
                </a:cubicBezTo>
                <a:close/>
                <a:moveTo>
                  <a:pt x="542" y="379"/>
                </a:moveTo>
                <a:cubicBezTo>
                  <a:pt x="542" y="379"/>
                  <a:pt x="542" y="378"/>
                  <a:pt x="542" y="378"/>
                </a:cubicBezTo>
                <a:cubicBezTo>
                  <a:pt x="543" y="379"/>
                  <a:pt x="544" y="379"/>
                  <a:pt x="546" y="380"/>
                </a:cubicBezTo>
                <a:cubicBezTo>
                  <a:pt x="547" y="379"/>
                  <a:pt x="548" y="378"/>
                  <a:pt x="548" y="377"/>
                </a:cubicBezTo>
                <a:cubicBezTo>
                  <a:pt x="549" y="377"/>
                  <a:pt x="549" y="377"/>
                  <a:pt x="549" y="377"/>
                </a:cubicBezTo>
                <a:cubicBezTo>
                  <a:pt x="551" y="375"/>
                  <a:pt x="552" y="374"/>
                  <a:pt x="551" y="373"/>
                </a:cubicBezTo>
                <a:cubicBezTo>
                  <a:pt x="552" y="371"/>
                  <a:pt x="552" y="370"/>
                  <a:pt x="549" y="369"/>
                </a:cubicBezTo>
                <a:cubicBezTo>
                  <a:pt x="549" y="369"/>
                  <a:pt x="548" y="370"/>
                  <a:pt x="547" y="371"/>
                </a:cubicBezTo>
                <a:cubicBezTo>
                  <a:pt x="543" y="369"/>
                  <a:pt x="536" y="367"/>
                  <a:pt x="539" y="363"/>
                </a:cubicBezTo>
                <a:cubicBezTo>
                  <a:pt x="528" y="367"/>
                  <a:pt x="530" y="377"/>
                  <a:pt x="542" y="379"/>
                </a:cubicBezTo>
                <a:close/>
                <a:moveTo>
                  <a:pt x="769" y="202"/>
                </a:moveTo>
                <a:cubicBezTo>
                  <a:pt x="766" y="198"/>
                  <a:pt x="779" y="191"/>
                  <a:pt x="771" y="189"/>
                </a:cubicBezTo>
                <a:cubicBezTo>
                  <a:pt x="762" y="195"/>
                  <a:pt x="763" y="199"/>
                  <a:pt x="769" y="202"/>
                </a:cubicBezTo>
                <a:close/>
                <a:moveTo>
                  <a:pt x="660" y="313"/>
                </a:moveTo>
                <a:cubicBezTo>
                  <a:pt x="660" y="312"/>
                  <a:pt x="661" y="310"/>
                  <a:pt x="663" y="308"/>
                </a:cubicBezTo>
                <a:cubicBezTo>
                  <a:pt x="660" y="309"/>
                  <a:pt x="656" y="308"/>
                  <a:pt x="653" y="307"/>
                </a:cubicBezTo>
                <a:cubicBezTo>
                  <a:pt x="644" y="312"/>
                  <a:pt x="657" y="311"/>
                  <a:pt x="660" y="313"/>
                </a:cubicBezTo>
                <a:close/>
                <a:moveTo>
                  <a:pt x="753" y="294"/>
                </a:moveTo>
                <a:cubicBezTo>
                  <a:pt x="747" y="292"/>
                  <a:pt x="748" y="290"/>
                  <a:pt x="738" y="290"/>
                </a:cubicBezTo>
                <a:cubicBezTo>
                  <a:pt x="737" y="296"/>
                  <a:pt x="744" y="301"/>
                  <a:pt x="753" y="294"/>
                </a:cubicBezTo>
                <a:close/>
                <a:moveTo>
                  <a:pt x="874" y="387"/>
                </a:moveTo>
                <a:cubicBezTo>
                  <a:pt x="876" y="385"/>
                  <a:pt x="871" y="385"/>
                  <a:pt x="868" y="384"/>
                </a:cubicBezTo>
                <a:cubicBezTo>
                  <a:pt x="863" y="388"/>
                  <a:pt x="866" y="390"/>
                  <a:pt x="863" y="393"/>
                </a:cubicBezTo>
                <a:cubicBezTo>
                  <a:pt x="868" y="395"/>
                  <a:pt x="870" y="385"/>
                  <a:pt x="874" y="387"/>
                </a:cubicBezTo>
                <a:close/>
                <a:moveTo>
                  <a:pt x="973" y="313"/>
                </a:moveTo>
                <a:cubicBezTo>
                  <a:pt x="971" y="310"/>
                  <a:pt x="972" y="303"/>
                  <a:pt x="963" y="304"/>
                </a:cubicBezTo>
                <a:cubicBezTo>
                  <a:pt x="959" y="310"/>
                  <a:pt x="964" y="312"/>
                  <a:pt x="973" y="313"/>
                </a:cubicBezTo>
                <a:close/>
                <a:moveTo>
                  <a:pt x="930" y="403"/>
                </a:moveTo>
                <a:cubicBezTo>
                  <a:pt x="916" y="405"/>
                  <a:pt x="925" y="396"/>
                  <a:pt x="915" y="395"/>
                </a:cubicBezTo>
                <a:cubicBezTo>
                  <a:pt x="910" y="401"/>
                  <a:pt x="919" y="403"/>
                  <a:pt x="909" y="410"/>
                </a:cubicBezTo>
                <a:cubicBezTo>
                  <a:pt x="914" y="410"/>
                  <a:pt x="918" y="407"/>
                  <a:pt x="922" y="405"/>
                </a:cubicBezTo>
                <a:cubicBezTo>
                  <a:pt x="926" y="406"/>
                  <a:pt x="920" y="413"/>
                  <a:pt x="929" y="410"/>
                </a:cubicBezTo>
                <a:cubicBezTo>
                  <a:pt x="932" y="407"/>
                  <a:pt x="922" y="407"/>
                  <a:pt x="930" y="403"/>
                </a:cubicBezTo>
                <a:close/>
                <a:moveTo>
                  <a:pt x="940" y="461"/>
                </a:moveTo>
                <a:cubicBezTo>
                  <a:pt x="937" y="457"/>
                  <a:pt x="930" y="455"/>
                  <a:pt x="936" y="448"/>
                </a:cubicBezTo>
                <a:cubicBezTo>
                  <a:pt x="927" y="451"/>
                  <a:pt x="927" y="465"/>
                  <a:pt x="940" y="461"/>
                </a:cubicBezTo>
                <a:close/>
                <a:moveTo>
                  <a:pt x="1008" y="425"/>
                </a:moveTo>
                <a:cubicBezTo>
                  <a:pt x="1006" y="423"/>
                  <a:pt x="1008" y="418"/>
                  <a:pt x="1002" y="417"/>
                </a:cubicBezTo>
                <a:cubicBezTo>
                  <a:pt x="997" y="422"/>
                  <a:pt x="999" y="425"/>
                  <a:pt x="1008" y="425"/>
                </a:cubicBezTo>
                <a:close/>
                <a:moveTo>
                  <a:pt x="918" y="507"/>
                </a:moveTo>
                <a:cubicBezTo>
                  <a:pt x="918" y="510"/>
                  <a:pt x="913" y="516"/>
                  <a:pt x="921" y="516"/>
                </a:cubicBezTo>
                <a:cubicBezTo>
                  <a:pt x="922" y="512"/>
                  <a:pt x="924" y="508"/>
                  <a:pt x="918" y="507"/>
                </a:cubicBezTo>
                <a:close/>
                <a:moveTo>
                  <a:pt x="913" y="555"/>
                </a:moveTo>
                <a:cubicBezTo>
                  <a:pt x="916" y="555"/>
                  <a:pt x="919" y="551"/>
                  <a:pt x="921" y="548"/>
                </a:cubicBezTo>
                <a:cubicBezTo>
                  <a:pt x="918" y="548"/>
                  <a:pt x="916" y="548"/>
                  <a:pt x="913" y="547"/>
                </a:cubicBezTo>
                <a:cubicBezTo>
                  <a:pt x="910" y="551"/>
                  <a:pt x="915" y="551"/>
                  <a:pt x="913" y="555"/>
                </a:cubicBezTo>
                <a:close/>
                <a:moveTo>
                  <a:pt x="923" y="560"/>
                </a:moveTo>
                <a:cubicBezTo>
                  <a:pt x="916" y="565"/>
                  <a:pt x="924" y="565"/>
                  <a:pt x="921" y="569"/>
                </a:cubicBezTo>
                <a:cubicBezTo>
                  <a:pt x="926" y="569"/>
                  <a:pt x="932" y="558"/>
                  <a:pt x="923" y="560"/>
                </a:cubicBezTo>
                <a:close/>
                <a:moveTo>
                  <a:pt x="914" y="623"/>
                </a:moveTo>
                <a:cubicBezTo>
                  <a:pt x="913" y="628"/>
                  <a:pt x="927" y="622"/>
                  <a:pt x="930" y="619"/>
                </a:cubicBezTo>
                <a:cubicBezTo>
                  <a:pt x="928" y="614"/>
                  <a:pt x="920" y="622"/>
                  <a:pt x="914" y="623"/>
                </a:cubicBezTo>
                <a:close/>
                <a:moveTo>
                  <a:pt x="934" y="606"/>
                </a:moveTo>
                <a:cubicBezTo>
                  <a:pt x="933" y="613"/>
                  <a:pt x="930" y="622"/>
                  <a:pt x="945" y="619"/>
                </a:cubicBezTo>
                <a:cubicBezTo>
                  <a:pt x="939" y="615"/>
                  <a:pt x="950" y="606"/>
                  <a:pt x="934" y="606"/>
                </a:cubicBezTo>
                <a:close/>
                <a:moveTo>
                  <a:pt x="918" y="629"/>
                </a:moveTo>
                <a:cubicBezTo>
                  <a:pt x="921" y="632"/>
                  <a:pt x="919" y="636"/>
                  <a:pt x="925" y="637"/>
                </a:cubicBezTo>
                <a:cubicBezTo>
                  <a:pt x="926" y="633"/>
                  <a:pt x="923" y="631"/>
                  <a:pt x="926" y="626"/>
                </a:cubicBezTo>
                <a:cubicBezTo>
                  <a:pt x="923" y="626"/>
                  <a:pt x="921" y="629"/>
                  <a:pt x="918" y="629"/>
                </a:cubicBezTo>
                <a:close/>
                <a:moveTo>
                  <a:pt x="892" y="659"/>
                </a:moveTo>
                <a:cubicBezTo>
                  <a:pt x="898" y="666"/>
                  <a:pt x="893" y="671"/>
                  <a:pt x="910" y="657"/>
                </a:cubicBezTo>
                <a:cubicBezTo>
                  <a:pt x="903" y="655"/>
                  <a:pt x="898" y="658"/>
                  <a:pt x="892" y="659"/>
                </a:cubicBezTo>
                <a:close/>
                <a:moveTo>
                  <a:pt x="931" y="710"/>
                </a:moveTo>
                <a:cubicBezTo>
                  <a:pt x="927" y="717"/>
                  <a:pt x="946" y="706"/>
                  <a:pt x="942" y="711"/>
                </a:cubicBezTo>
                <a:cubicBezTo>
                  <a:pt x="954" y="706"/>
                  <a:pt x="934" y="707"/>
                  <a:pt x="931" y="710"/>
                </a:cubicBezTo>
                <a:close/>
                <a:moveTo>
                  <a:pt x="947" y="719"/>
                </a:moveTo>
                <a:cubicBezTo>
                  <a:pt x="948" y="715"/>
                  <a:pt x="945" y="713"/>
                  <a:pt x="938" y="712"/>
                </a:cubicBezTo>
                <a:cubicBezTo>
                  <a:pt x="936" y="716"/>
                  <a:pt x="938" y="719"/>
                  <a:pt x="947" y="719"/>
                </a:cubicBezTo>
                <a:close/>
                <a:moveTo>
                  <a:pt x="916" y="799"/>
                </a:moveTo>
                <a:cubicBezTo>
                  <a:pt x="921" y="799"/>
                  <a:pt x="924" y="794"/>
                  <a:pt x="930" y="796"/>
                </a:cubicBezTo>
                <a:cubicBezTo>
                  <a:pt x="930" y="791"/>
                  <a:pt x="914" y="792"/>
                  <a:pt x="916" y="799"/>
                </a:cubicBezTo>
                <a:close/>
                <a:moveTo>
                  <a:pt x="1146" y="852"/>
                </a:moveTo>
                <a:cubicBezTo>
                  <a:pt x="1145" y="850"/>
                  <a:pt x="1139" y="850"/>
                  <a:pt x="1134" y="849"/>
                </a:cubicBezTo>
                <a:cubicBezTo>
                  <a:pt x="1125" y="859"/>
                  <a:pt x="1139" y="856"/>
                  <a:pt x="1146" y="852"/>
                </a:cubicBezTo>
                <a:close/>
                <a:moveTo>
                  <a:pt x="1171" y="944"/>
                </a:moveTo>
                <a:cubicBezTo>
                  <a:pt x="1166" y="952"/>
                  <a:pt x="1182" y="942"/>
                  <a:pt x="1177" y="951"/>
                </a:cubicBezTo>
                <a:cubicBezTo>
                  <a:pt x="1171" y="957"/>
                  <a:pt x="1170" y="951"/>
                  <a:pt x="1166" y="952"/>
                </a:cubicBezTo>
                <a:cubicBezTo>
                  <a:pt x="1163" y="958"/>
                  <a:pt x="1170" y="958"/>
                  <a:pt x="1178" y="955"/>
                </a:cubicBezTo>
                <a:cubicBezTo>
                  <a:pt x="1178" y="952"/>
                  <a:pt x="1179" y="950"/>
                  <a:pt x="1184" y="947"/>
                </a:cubicBezTo>
                <a:cubicBezTo>
                  <a:pt x="1194" y="946"/>
                  <a:pt x="1183" y="958"/>
                  <a:pt x="1195" y="956"/>
                </a:cubicBezTo>
                <a:cubicBezTo>
                  <a:pt x="1194" y="954"/>
                  <a:pt x="1191" y="953"/>
                  <a:pt x="1197" y="947"/>
                </a:cubicBezTo>
                <a:cubicBezTo>
                  <a:pt x="1185" y="947"/>
                  <a:pt x="1187" y="940"/>
                  <a:pt x="1191" y="934"/>
                </a:cubicBezTo>
                <a:cubicBezTo>
                  <a:pt x="1184" y="938"/>
                  <a:pt x="1180" y="945"/>
                  <a:pt x="1171" y="944"/>
                </a:cubicBezTo>
                <a:close/>
                <a:moveTo>
                  <a:pt x="1186" y="984"/>
                </a:moveTo>
                <a:cubicBezTo>
                  <a:pt x="1194" y="984"/>
                  <a:pt x="1191" y="986"/>
                  <a:pt x="1199" y="983"/>
                </a:cubicBezTo>
                <a:cubicBezTo>
                  <a:pt x="1204" y="977"/>
                  <a:pt x="1186" y="981"/>
                  <a:pt x="1200" y="976"/>
                </a:cubicBezTo>
                <a:cubicBezTo>
                  <a:pt x="1203" y="971"/>
                  <a:pt x="1193" y="976"/>
                  <a:pt x="1191" y="977"/>
                </a:cubicBezTo>
                <a:cubicBezTo>
                  <a:pt x="1190" y="979"/>
                  <a:pt x="1188" y="982"/>
                  <a:pt x="1186" y="984"/>
                </a:cubicBezTo>
                <a:close/>
                <a:moveTo>
                  <a:pt x="1189" y="995"/>
                </a:moveTo>
                <a:cubicBezTo>
                  <a:pt x="1194" y="992"/>
                  <a:pt x="1200" y="993"/>
                  <a:pt x="1206" y="992"/>
                </a:cubicBezTo>
                <a:cubicBezTo>
                  <a:pt x="1207" y="990"/>
                  <a:pt x="1209" y="988"/>
                  <a:pt x="1210" y="986"/>
                </a:cubicBezTo>
                <a:cubicBezTo>
                  <a:pt x="1207" y="987"/>
                  <a:pt x="1206" y="986"/>
                  <a:pt x="1207" y="985"/>
                </a:cubicBezTo>
                <a:cubicBezTo>
                  <a:pt x="1200" y="989"/>
                  <a:pt x="1203" y="989"/>
                  <a:pt x="1197" y="987"/>
                </a:cubicBezTo>
                <a:cubicBezTo>
                  <a:pt x="1195" y="991"/>
                  <a:pt x="1191" y="992"/>
                  <a:pt x="1189" y="995"/>
                </a:cubicBezTo>
                <a:close/>
                <a:moveTo>
                  <a:pt x="1201" y="1019"/>
                </a:moveTo>
                <a:cubicBezTo>
                  <a:pt x="1203" y="1012"/>
                  <a:pt x="1193" y="1014"/>
                  <a:pt x="1201" y="1004"/>
                </a:cubicBezTo>
                <a:cubicBezTo>
                  <a:pt x="1192" y="1007"/>
                  <a:pt x="1197" y="1008"/>
                  <a:pt x="1190" y="1014"/>
                </a:cubicBezTo>
                <a:cubicBezTo>
                  <a:pt x="1198" y="1013"/>
                  <a:pt x="1194" y="1019"/>
                  <a:pt x="1201" y="1019"/>
                </a:cubicBezTo>
                <a:close/>
                <a:moveTo>
                  <a:pt x="1202" y="1024"/>
                </a:moveTo>
                <a:cubicBezTo>
                  <a:pt x="1203" y="1025"/>
                  <a:pt x="1204" y="1026"/>
                  <a:pt x="1208" y="1026"/>
                </a:cubicBezTo>
                <a:cubicBezTo>
                  <a:pt x="1210" y="1024"/>
                  <a:pt x="1213" y="1021"/>
                  <a:pt x="1215" y="1018"/>
                </a:cubicBezTo>
                <a:cubicBezTo>
                  <a:pt x="1209" y="1018"/>
                  <a:pt x="1205" y="1019"/>
                  <a:pt x="1202" y="1024"/>
                </a:cubicBezTo>
                <a:close/>
                <a:moveTo>
                  <a:pt x="1218" y="1023"/>
                </a:moveTo>
                <a:cubicBezTo>
                  <a:pt x="1215" y="1023"/>
                  <a:pt x="1213" y="1024"/>
                  <a:pt x="1211" y="1024"/>
                </a:cubicBezTo>
                <a:cubicBezTo>
                  <a:pt x="1209" y="1027"/>
                  <a:pt x="1206" y="1028"/>
                  <a:pt x="1204" y="1032"/>
                </a:cubicBezTo>
                <a:cubicBezTo>
                  <a:pt x="1207" y="1032"/>
                  <a:pt x="1212" y="1028"/>
                  <a:pt x="1210" y="1031"/>
                </a:cubicBezTo>
                <a:cubicBezTo>
                  <a:pt x="1214" y="1030"/>
                  <a:pt x="1215" y="1026"/>
                  <a:pt x="1218" y="1023"/>
                </a:cubicBezTo>
                <a:close/>
                <a:moveTo>
                  <a:pt x="1225" y="1034"/>
                </a:moveTo>
                <a:cubicBezTo>
                  <a:pt x="1227" y="1029"/>
                  <a:pt x="1231" y="1022"/>
                  <a:pt x="1228" y="1021"/>
                </a:cubicBezTo>
                <a:cubicBezTo>
                  <a:pt x="1224" y="1022"/>
                  <a:pt x="1217" y="1036"/>
                  <a:pt x="1225" y="1034"/>
                </a:cubicBezTo>
                <a:close/>
                <a:moveTo>
                  <a:pt x="1250" y="1084"/>
                </a:moveTo>
                <a:cubicBezTo>
                  <a:pt x="1256" y="1078"/>
                  <a:pt x="1247" y="1081"/>
                  <a:pt x="1252" y="1074"/>
                </a:cubicBezTo>
                <a:cubicBezTo>
                  <a:pt x="1246" y="1076"/>
                  <a:pt x="1241" y="1077"/>
                  <a:pt x="1238" y="1083"/>
                </a:cubicBezTo>
                <a:cubicBezTo>
                  <a:pt x="1246" y="1081"/>
                  <a:pt x="1245" y="1085"/>
                  <a:pt x="1250" y="1084"/>
                </a:cubicBezTo>
                <a:close/>
                <a:moveTo>
                  <a:pt x="1263" y="1115"/>
                </a:moveTo>
                <a:cubicBezTo>
                  <a:pt x="1267" y="1107"/>
                  <a:pt x="1267" y="1107"/>
                  <a:pt x="1267" y="1107"/>
                </a:cubicBezTo>
                <a:cubicBezTo>
                  <a:pt x="1265" y="1107"/>
                  <a:pt x="1262" y="1107"/>
                  <a:pt x="1259" y="1108"/>
                </a:cubicBezTo>
                <a:cubicBezTo>
                  <a:pt x="1256" y="1113"/>
                  <a:pt x="1257" y="1115"/>
                  <a:pt x="1263" y="1115"/>
                </a:cubicBezTo>
                <a:close/>
                <a:moveTo>
                  <a:pt x="1269" y="1138"/>
                </a:moveTo>
                <a:cubicBezTo>
                  <a:pt x="1275" y="1139"/>
                  <a:pt x="1274" y="1128"/>
                  <a:pt x="1280" y="1128"/>
                </a:cubicBezTo>
                <a:cubicBezTo>
                  <a:pt x="1280" y="1124"/>
                  <a:pt x="1276" y="1128"/>
                  <a:pt x="1273" y="1129"/>
                </a:cubicBezTo>
                <a:cubicBezTo>
                  <a:pt x="1270" y="1128"/>
                  <a:pt x="1275" y="1122"/>
                  <a:pt x="1267" y="1125"/>
                </a:cubicBezTo>
                <a:cubicBezTo>
                  <a:pt x="1267" y="1130"/>
                  <a:pt x="1269" y="1134"/>
                  <a:pt x="1269" y="1138"/>
                </a:cubicBezTo>
                <a:close/>
                <a:moveTo>
                  <a:pt x="1297" y="1129"/>
                </a:moveTo>
                <a:cubicBezTo>
                  <a:pt x="1303" y="1125"/>
                  <a:pt x="1303" y="1122"/>
                  <a:pt x="1302" y="1118"/>
                </a:cubicBezTo>
                <a:cubicBezTo>
                  <a:pt x="1298" y="1118"/>
                  <a:pt x="1297" y="1124"/>
                  <a:pt x="1292" y="1124"/>
                </a:cubicBezTo>
                <a:cubicBezTo>
                  <a:pt x="1290" y="1128"/>
                  <a:pt x="1299" y="1125"/>
                  <a:pt x="1297" y="1129"/>
                </a:cubicBezTo>
                <a:close/>
                <a:moveTo>
                  <a:pt x="1288" y="1178"/>
                </a:moveTo>
                <a:cubicBezTo>
                  <a:pt x="1300" y="1174"/>
                  <a:pt x="1295" y="1163"/>
                  <a:pt x="1303" y="1155"/>
                </a:cubicBezTo>
                <a:cubicBezTo>
                  <a:pt x="1293" y="1161"/>
                  <a:pt x="1293" y="1163"/>
                  <a:pt x="1286" y="1159"/>
                </a:cubicBezTo>
                <a:cubicBezTo>
                  <a:pt x="1291" y="1150"/>
                  <a:pt x="1297" y="1147"/>
                  <a:pt x="1293" y="1143"/>
                </a:cubicBezTo>
                <a:cubicBezTo>
                  <a:pt x="1283" y="1149"/>
                  <a:pt x="1283" y="1152"/>
                  <a:pt x="1278" y="1162"/>
                </a:cubicBezTo>
                <a:cubicBezTo>
                  <a:pt x="1291" y="1161"/>
                  <a:pt x="1285" y="1172"/>
                  <a:pt x="1288" y="1178"/>
                </a:cubicBezTo>
                <a:close/>
                <a:moveTo>
                  <a:pt x="1306" y="1160"/>
                </a:moveTo>
                <a:cubicBezTo>
                  <a:pt x="1310" y="1157"/>
                  <a:pt x="1312" y="1144"/>
                  <a:pt x="1301" y="1148"/>
                </a:cubicBezTo>
                <a:cubicBezTo>
                  <a:pt x="1301" y="1153"/>
                  <a:pt x="1307" y="1154"/>
                  <a:pt x="1306" y="1160"/>
                </a:cubicBezTo>
                <a:close/>
                <a:moveTo>
                  <a:pt x="1333" y="1158"/>
                </a:moveTo>
                <a:cubicBezTo>
                  <a:pt x="1333" y="1156"/>
                  <a:pt x="1331" y="1155"/>
                  <a:pt x="1327" y="1156"/>
                </a:cubicBezTo>
                <a:cubicBezTo>
                  <a:pt x="1323" y="1163"/>
                  <a:pt x="1328" y="1160"/>
                  <a:pt x="1320" y="1160"/>
                </a:cubicBezTo>
                <a:cubicBezTo>
                  <a:pt x="1318" y="1164"/>
                  <a:pt x="1320" y="1164"/>
                  <a:pt x="1318" y="1168"/>
                </a:cubicBezTo>
                <a:cubicBezTo>
                  <a:pt x="1324" y="1167"/>
                  <a:pt x="1326" y="1159"/>
                  <a:pt x="1333" y="1158"/>
                </a:cubicBezTo>
                <a:close/>
                <a:moveTo>
                  <a:pt x="1346" y="1183"/>
                </a:moveTo>
                <a:cubicBezTo>
                  <a:pt x="1339" y="1187"/>
                  <a:pt x="1343" y="1183"/>
                  <a:pt x="1337" y="1184"/>
                </a:cubicBezTo>
                <a:cubicBezTo>
                  <a:pt x="1334" y="1189"/>
                  <a:pt x="1335" y="1190"/>
                  <a:pt x="1335" y="1192"/>
                </a:cubicBezTo>
                <a:cubicBezTo>
                  <a:pt x="1338" y="1189"/>
                  <a:pt x="1343" y="1188"/>
                  <a:pt x="1346" y="1183"/>
                </a:cubicBezTo>
                <a:close/>
                <a:moveTo>
                  <a:pt x="1523" y="1511"/>
                </a:moveTo>
                <a:cubicBezTo>
                  <a:pt x="1523" y="1506"/>
                  <a:pt x="1524" y="1498"/>
                  <a:pt x="1522" y="1494"/>
                </a:cubicBezTo>
                <a:cubicBezTo>
                  <a:pt x="1517" y="1496"/>
                  <a:pt x="1513" y="1500"/>
                  <a:pt x="1509" y="1503"/>
                </a:cubicBezTo>
                <a:cubicBezTo>
                  <a:pt x="1507" y="1512"/>
                  <a:pt x="1514" y="1512"/>
                  <a:pt x="1523" y="1511"/>
                </a:cubicBezTo>
                <a:close/>
                <a:moveTo>
                  <a:pt x="1604" y="1563"/>
                </a:moveTo>
                <a:cubicBezTo>
                  <a:pt x="1609" y="1560"/>
                  <a:pt x="1608" y="1551"/>
                  <a:pt x="1601" y="1556"/>
                </a:cubicBezTo>
                <a:cubicBezTo>
                  <a:pt x="1596" y="1563"/>
                  <a:pt x="1605" y="1559"/>
                  <a:pt x="1604" y="1563"/>
                </a:cubicBezTo>
                <a:close/>
                <a:moveTo>
                  <a:pt x="1672" y="1652"/>
                </a:moveTo>
                <a:cubicBezTo>
                  <a:pt x="1672" y="1647"/>
                  <a:pt x="1667" y="1646"/>
                  <a:pt x="1664" y="1643"/>
                </a:cubicBezTo>
                <a:cubicBezTo>
                  <a:pt x="1659" y="1648"/>
                  <a:pt x="1664" y="1655"/>
                  <a:pt x="1672" y="1652"/>
                </a:cubicBezTo>
                <a:close/>
                <a:moveTo>
                  <a:pt x="1718" y="1684"/>
                </a:moveTo>
                <a:cubicBezTo>
                  <a:pt x="1715" y="1680"/>
                  <a:pt x="1707" y="1675"/>
                  <a:pt x="1697" y="1682"/>
                </a:cubicBezTo>
                <a:cubicBezTo>
                  <a:pt x="1704" y="1682"/>
                  <a:pt x="1711" y="1688"/>
                  <a:pt x="1718" y="1684"/>
                </a:cubicBezTo>
                <a:close/>
                <a:moveTo>
                  <a:pt x="1788" y="1753"/>
                </a:moveTo>
                <a:cubicBezTo>
                  <a:pt x="1793" y="1748"/>
                  <a:pt x="1790" y="1738"/>
                  <a:pt x="1781" y="1743"/>
                </a:cubicBezTo>
                <a:cubicBezTo>
                  <a:pt x="1781" y="1749"/>
                  <a:pt x="1787" y="1748"/>
                  <a:pt x="1788" y="1753"/>
                </a:cubicBezTo>
                <a:close/>
                <a:moveTo>
                  <a:pt x="1854" y="1831"/>
                </a:moveTo>
                <a:cubicBezTo>
                  <a:pt x="1854" y="1828"/>
                  <a:pt x="1851" y="1828"/>
                  <a:pt x="1847" y="1830"/>
                </a:cubicBezTo>
                <a:cubicBezTo>
                  <a:pt x="1846" y="1834"/>
                  <a:pt x="1843" y="1835"/>
                  <a:pt x="1843" y="1839"/>
                </a:cubicBezTo>
                <a:cubicBezTo>
                  <a:pt x="1846" y="1836"/>
                  <a:pt x="1851" y="1834"/>
                  <a:pt x="1854" y="1831"/>
                </a:cubicBezTo>
                <a:close/>
                <a:moveTo>
                  <a:pt x="2023" y="1930"/>
                </a:moveTo>
                <a:cubicBezTo>
                  <a:pt x="2028" y="1934"/>
                  <a:pt x="2029" y="1936"/>
                  <a:pt x="2038" y="1938"/>
                </a:cubicBezTo>
                <a:cubicBezTo>
                  <a:pt x="2036" y="1929"/>
                  <a:pt x="2031" y="1924"/>
                  <a:pt x="2022" y="1924"/>
                </a:cubicBezTo>
                <a:cubicBezTo>
                  <a:pt x="2022" y="1930"/>
                  <a:pt x="2019" y="1933"/>
                  <a:pt x="2018" y="1939"/>
                </a:cubicBezTo>
                <a:cubicBezTo>
                  <a:pt x="2020" y="1936"/>
                  <a:pt x="2022" y="1934"/>
                  <a:pt x="2023" y="1930"/>
                </a:cubicBezTo>
                <a:close/>
                <a:moveTo>
                  <a:pt x="2026" y="1984"/>
                </a:moveTo>
                <a:cubicBezTo>
                  <a:pt x="2029" y="1979"/>
                  <a:pt x="2037" y="1977"/>
                  <a:pt x="2038" y="1970"/>
                </a:cubicBezTo>
                <a:cubicBezTo>
                  <a:pt x="2034" y="1967"/>
                  <a:pt x="2027" y="1976"/>
                  <a:pt x="2026" y="1984"/>
                </a:cubicBezTo>
                <a:close/>
                <a:moveTo>
                  <a:pt x="2049" y="1950"/>
                </a:moveTo>
                <a:cubicBezTo>
                  <a:pt x="2049" y="1945"/>
                  <a:pt x="2040" y="1953"/>
                  <a:pt x="2042" y="1947"/>
                </a:cubicBezTo>
                <a:cubicBezTo>
                  <a:pt x="2039" y="1949"/>
                  <a:pt x="2039" y="1953"/>
                  <a:pt x="2038" y="1957"/>
                </a:cubicBezTo>
                <a:cubicBezTo>
                  <a:pt x="2043" y="1955"/>
                  <a:pt x="2046" y="1953"/>
                  <a:pt x="2049" y="1950"/>
                </a:cubicBezTo>
                <a:close/>
                <a:moveTo>
                  <a:pt x="2279" y="2060"/>
                </a:moveTo>
                <a:cubicBezTo>
                  <a:pt x="2278" y="2058"/>
                  <a:pt x="2275" y="2058"/>
                  <a:pt x="2272" y="2060"/>
                </a:cubicBezTo>
                <a:cubicBezTo>
                  <a:pt x="2271" y="2062"/>
                  <a:pt x="2269" y="2063"/>
                  <a:pt x="2267" y="2064"/>
                </a:cubicBezTo>
                <a:cubicBezTo>
                  <a:pt x="2269" y="2069"/>
                  <a:pt x="2275" y="2063"/>
                  <a:pt x="2279" y="2060"/>
                </a:cubicBezTo>
                <a:close/>
                <a:moveTo>
                  <a:pt x="2306" y="2045"/>
                </a:moveTo>
                <a:cubicBezTo>
                  <a:pt x="2303" y="2042"/>
                  <a:pt x="2299" y="2045"/>
                  <a:pt x="2295" y="2052"/>
                </a:cubicBezTo>
                <a:cubicBezTo>
                  <a:pt x="2295" y="2056"/>
                  <a:pt x="2305" y="2048"/>
                  <a:pt x="2306" y="2045"/>
                </a:cubicBezTo>
                <a:close/>
                <a:moveTo>
                  <a:pt x="2327" y="2087"/>
                </a:moveTo>
                <a:cubicBezTo>
                  <a:pt x="2331" y="2077"/>
                  <a:pt x="2334" y="2082"/>
                  <a:pt x="2341" y="2079"/>
                </a:cubicBezTo>
                <a:cubicBezTo>
                  <a:pt x="2330" y="2072"/>
                  <a:pt x="2316" y="2078"/>
                  <a:pt x="2303" y="2074"/>
                </a:cubicBezTo>
                <a:cubicBezTo>
                  <a:pt x="2307" y="2083"/>
                  <a:pt x="2318" y="2083"/>
                  <a:pt x="2327" y="2087"/>
                </a:cubicBezTo>
                <a:close/>
                <a:moveTo>
                  <a:pt x="2333" y="2086"/>
                </a:moveTo>
                <a:cubicBezTo>
                  <a:pt x="2333" y="2093"/>
                  <a:pt x="2341" y="2087"/>
                  <a:pt x="2345" y="2088"/>
                </a:cubicBezTo>
                <a:cubicBezTo>
                  <a:pt x="2344" y="2082"/>
                  <a:pt x="2341" y="2080"/>
                  <a:pt x="2333" y="2086"/>
                </a:cubicBezTo>
                <a:close/>
                <a:moveTo>
                  <a:pt x="2349" y="2090"/>
                </a:moveTo>
                <a:cubicBezTo>
                  <a:pt x="2352" y="2093"/>
                  <a:pt x="2353" y="2099"/>
                  <a:pt x="2359" y="2098"/>
                </a:cubicBezTo>
                <a:cubicBezTo>
                  <a:pt x="2362" y="2091"/>
                  <a:pt x="2358" y="2084"/>
                  <a:pt x="2349" y="2090"/>
                </a:cubicBezTo>
                <a:close/>
                <a:moveTo>
                  <a:pt x="2350" y="2109"/>
                </a:moveTo>
                <a:cubicBezTo>
                  <a:pt x="2354" y="2113"/>
                  <a:pt x="2354" y="2117"/>
                  <a:pt x="2354" y="2122"/>
                </a:cubicBezTo>
                <a:cubicBezTo>
                  <a:pt x="2361" y="2117"/>
                  <a:pt x="2363" y="2118"/>
                  <a:pt x="2367" y="2106"/>
                </a:cubicBezTo>
                <a:cubicBezTo>
                  <a:pt x="2359" y="2118"/>
                  <a:pt x="2358" y="2105"/>
                  <a:pt x="2350" y="2109"/>
                </a:cubicBezTo>
                <a:close/>
                <a:moveTo>
                  <a:pt x="2423" y="2022"/>
                </a:moveTo>
                <a:cubicBezTo>
                  <a:pt x="2425" y="2017"/>
                  <a:pt x="2423" y="2016"/>
                  <a:pt x="2423" y="2014"/>
                </a:cubicBezTo>
                <a:cubicBezTo>
                  <a:pt x="2419" y="2015"/>
                  <a:pt x="2417" y="2020"/>
                  <a:pt x="2417" y="2017"/>
                </a:cubicBezTo>
                <a:cubicBezTo>
                  <a:pt x="2411" y="2024"/>
                  <a:pt x="2419" y="2024"/>
                  <a:pt x="2423" y="2022"/>
                </a:cubicBezTo>
                <a:close/>
                <a:moveTo>
                  <a:pt x="2437" y="2117"/>
                </a:moveTo>
                <a:cubicBezTo>
                  <a:pt x="2437" y="2115"/>
                  <a:pt x="2438" y="2113"/>
                  <a:pt x="2440" y="2112"/>
                </a:cubicBezTo>
                <a:cubicBezTo>
                  <a:pt x="2433" y="2113"/>
                  <a:pt x="2429" y="2110"/>
                  <a:pt x="2421" y="2113"/>
                </a:cubicBezTo>
                <a:cubicBezTo>
                  <a:pt x="2422" y="2102"/>
                  <a:pt x="2427" y="2109"/>
                  <a:pt x="2432" y="2101"/>
                </a:cubicBezTo>
                <a:cubicBezTo>
                  <a:pt x="2433" y="2094"/>
                  <a:pt x="2421" y="2109"/>
                  <a:pt x="2422" y="2102"/>
                </a:cubicBezTo>
                <a:cubicBezTo>
                  <a:pt x="2420" y="2103"/>
                  <a:pt x="2419" y="2117"/>
                  <a:pt x="2416" y="2110"/>
                </a:cubicBezTo>
                <a:cubicBezTo>
                  <a:pt x="2414" y="2110"/>
                  <a:pt x="2414" y="2112"/>
                  <a:pt x="2414" y="2113"/>
                </a:cubicBezTo>
                <a:cubicBezTo>
                  <a:pt x="2414" y="2115"/>
                  <a:pt x="2414" y="2116"/>
                  <a:pt x="2413" y="2118"/>
                </a:cubicBezTo>
                <a:cubicBezTo>
                  <a:pt x="2421" y="2111"/>
                  <a:pt x="2426" y="2125"/>
                  <a:pt x="2437" y="2117"/>
                </a:cubicBezTo>
                <a:close/>
                <a:moveTo>
                  <a:pt x="2455" y="2028"/>
                </a:moveTo>
                <a:cubicBezTo>
                  <a:pt x="2450" y="2024"/>
                  <a:pt x="2442" y="2024"/>
                  <a:pt x="2434" y="2025"/>
                </a:cubicBezTo>
                <a:cubicBezTo>
                  <a:pt x="2439" y="2029"/>
                  <a:pt x="2445" y="2032"/>
                  <a:pt x="2455" y="2028"/>
                </a:cubicBezTo>
                <a:close/>
                <a:moveTo>
                  <a:pt x="2443" y="2134"/>
                </a:moveTo>
                <a:cubicBezTo>
                  <a:pt x="2446" y="2126"/>
                  <a:pt x="2449" y="2122"/>
                  <a:pt x="2455" y="2123"/>
                </a:cubicBezTo>
                <a:cubicBezTo>
                  <a:pt x="2454" y="2116"/>
                  <a:pt x="2448" y="2118"/>
                  <a:pt x="2443" y="2119"/>
                </a:cubicBezTo>
                <a:cubicBezTo>
                  <a:pt x="2446" y="2120"/>
                  <a:pt x="2439" y="2132"/>
                  <a:pt x="2443" y="2134"/>
                </a:cubicBezTo>
                <a:close/>
                <a:moveTo>
                  <a:pt x="2472" y="2112"/>
                </a:moveTo>
                <a:cubicBezTo>
                  <a:pt x="2468" y="2106"/>
                  <a:pt x="2464" y="2111"/>
                  <a:pt x="2456" y="2111"/>
                </a:cubicBezTo>
                <a:cubicBezTo>
                  <a:pt x="2458" y="2118"/>
                  <a:pt x="2466" y="2114"/>
                  <a:pt x="2472" y="2112"/>
                </a:cubicBezTo>
                <a:close/>
                <a:moveTo>
                  <a:pt x="2496" y="2137"/>
                </a:moveTo>
                <a:cubicBezTo>
                  <a:pt x="2499" y="2134"/>
                  <a:pt x="2497" y="2129"/>
                  <a:pt x="2500" y="2127"/>
                </a:cubicBezTo>
                <a:cubicBezTo>
                  <a:pt x="2495" y="2123"/>
                  <a:pt x="2478" y="2136"/>
                  <a:pt x="2479" y="2122"/>
                </a:cubicBezTo>
                <a:cubicBezTo>
                  <a:pt x="2467" y="2141"/>
                  <a:pt x="2494" y="2126"/>
                  <a:pt x="2496" y="2137"/>
                </a:cubicBezTo>
                <a:close/>
                <a:moveTo>
                  <a:pt x="2507" y="2114"/>
                </a:moveTo>
                <a:cubicBezTo>
                  <a:pt x="2504" y="2104"/>
                  <a:pt x="2490" y="2113"/>
                  <a:pt x="2481" y="2114"/>
                </a:cubicBezTo>
                <a:cubicBezTo>
                  <a:pt x="2484" y="2123"/>
                  <a:pt x="2497" y="2116"/>
                  <a:pt x="2507" y="2114"/>
                </a:cubicBezTo>
                <a:close/>
                <a:moveTo>
                  <a:pt x="2522" y="2098"/>
                </a:moveTo>
                <a:cubicBezTo>
                  <a:pt x="2522" y="2091"/>
                  <a:pt x="2513" y="2101"/>
                  <a:pt x="2512" y="2096"/>
                </a:cubicBezTo>
                <a:cubicBezTo>
                  <a:pt x="2506" y="2105"/>
                  <a:pt x="2518" y="2099"/>
                  <a:pt x="2522" y="2098"/>
                </a:cubicBezTo>
                <a:close/>
                <a:moveTo>
                  <a:pt x="2527" y="2113"/>
                </a:moveTo>
                <a:cubicBezTo>
                  <a:pt x="2517" y="2118"/>
                  <a:pt x="2519" y="2103"/>
                  <a:pt x="2509" y="2109"/>
                </a:cubicBezTo>
                <a:cubicBezTo>
                  <a:pt x="2512" y="2114"/>
                  <a:pt x="2514" y="2123"/>
                  <a:pt x="2527" y="2113"/>
                </a:cubicBezTo>
                <a:close/>
                <a:moveTo>
                  <a:pt x="2527" y="2138"/>
                </a:moveTo>
                <a:cubicBezTo>
                  <a:pt x="2526" y="2126"/>
                  <a:pt x="2537" y="2123"/>
                  <a:pt x="2538" y="2129"/>
                </a:cubicBezTo>
                <a:cubicBezTo>
                  <a:pt x="2537" y="2137"/>
                  <a:pt x="2531" y="2136"/>
                  <a:pt x="2527" y="2138"/>
                </a:cubicBezTo>
                <a:cubicBezTo>
                  <a:pt x="2524" y="2148"/>
                  <a:pt x="2533" y="2137"/>
                  <a:pt x="2531" y="2146"/>
                </a:cubicBezTo>
                <a:cubicBezTo>
                  <a:pt x="2542" y="2132"/>
                  <a:pt x="2564" y="2122"/>
                  <a:pt x="2573" y="2118"/>
                </a:cubicBezTo>
                <a:cubicBezTo>
                  <a:pt x="2580" y="2106"/>
                  <a:pt x="2556" y="2120"/>
                  <a:pt x="2551" y="2128"/>
                </a:cubicBezTo>
                <a:cubicBezTo>
                  <a:pt x="2556" y="2117"/>
                  <a:pt x="2546" y="2121"/>
                  <a:pt x="2554" y="2112"/>
                </a:cubicBezTo>
                <a:cubicBezTo>
                  <a:pt x="2541" y="2119"/>
                  <a:pt x="2528" y="2129"/>
                  <a:pt x="2508" y="2140"/>
                </a:cubicBezTo>
                <a:cubicBezTo>
                  <a:pt x="2509" y="2148"/>
                  <a:pt x="2517" y="2144"/>
                  <a:pt x="2527" y="2138"/>
                </a:cubicBezTo>
                <a:close/>
                <a:moveTo>
                  <a:pt x="2573" y="2128"/>
                </a:moveTo>
                <a:cubicBezTo>
                  <a:pt x="2568" y="2131"/>
                  <a:pt x="2563" y="2143"/>
                  <a:pt x="2561" y="2135"/>
                </a:cubicBezTo>
                <a:cubicBezTo>
                  <a:pt x="2559" y="2137"/>
                  <a:pt x="2559" y="2142"/>
                  <a:pt x="2559" y="2145"/>
                </a:cubicBezTo>
                <a:cubicBezTo>
                  <a:pt x="2562" y="2145"/>
                  <a:pt x="2568" y="2140"/>
                  <a:pt x="2570" y="2143"/>
                </a:cubicBezTo>
                <a:cubicBezTo>
                  <a:pt x="2572" y="2140"/>
                  <a:pt x="2572" y="2136"/>
                  <a:pt x="2576" y="2135"/>
                </a:cubicBezTo>
                <a:cubicBezTo>
                  <a:pt x="2575" y="2132"/>
                  <a:pt x="2573" y="2131"/>
                  <a:pt x="2573" y="2128"/>
                </a:cubicBezTo>
                <a:close/>
                <a:moveTo>
                  <a:pt x="2564" y="2156"/>
                </a:moveTo>
                <a:cubicBezTo>
                  <a:pt x="2567" y="2157"/>
                  <a:pt x="2575" y="2156"/>
                  <a:pt x="2575" y="2146"/>
                </a:cubicBezTo>
                <a:cubicBezTo>
                  <a:pt x="2569" y="2148"/>
                  <a:pt x="2568" y="2153"/>
                  <a:pt x="2564" y="2156"/>
                </a:cubicBezTo>
                <a:close/>
                <a:moveTo>
                  <a:pt x="2582" y="2149"/>
                </a:moveTo>
                <a:cubicBezTo>
                  <a:pt x="2587" y="2143"/>
                  <a:pt x="2586" y="2142"/>
                  <a:pt x="2592" y="2141"/>
                </a:cubicBezTo>
                <a:cubicBezTo>
                  <a:pt x="2592" y="2133"/>
                  <a:pt x="2584" y="2141"/>
                  <a:pt x="2581" y="2138"/>
                </a:cubicBezTo>
                <a:cubicBezTo>
                  <a:pt x="2575" y="2146"/>
                  <a:pt x="2585" y="2142"/>
                  <a:pt x="2582" y="2149"/>
                </a:cubicBezTo>
                <a:close/>
                <a:moveTo>
                  <a:pt x="406" y="51"/>
                </a:moveTo>
                <a:cubicBezTo>
                  <a:pt x="417" y="47"/>
                  <a:pt x="409" y="44"/>
                  <a:pt x="408" y="40"/>
                </a:cubicBezTo>
                <a:cubicBezTo>
                  <a:pt x="426" y="31"/>
                  <a:pt x="416" y="21"/>
                  <a:pt x="424" y="16"/>
                </a:cubicBezTo>
                <a:cubicBezTo>
                  <a:pt x="415" y="11"/>
                  <a:pt x="409" y="23"/>
                  <a:pt x="410" y="25"/>
                </a:cubicBezTo>
                <a:cubicBezTo>
                  <a:pt x="400" y="21"/>
                  <a:pt x="416" y="15"/>
                  <a:pt x="406" y="11"/>
                </a:cubicBezTo>
                <a:cubicBezTo>
                  <a:pt x="411" y="9"/>
                  <a:pt x="415" y="14"/>
                  <a:pt x="420" y="9"/>
                </a:cubicBezTo>
                <a:cubicBezTo>
                  <a:pt x="416" y="7"/>
                  <a:pt x="418" y="5"/>
                  <a:pt x="414" y="3"/>
                </a:cubicBezTo>
                <a:cubicBezTo>
                  <a:pt x="413" y="13"/>
                  <a:pt x="378" y="0"/>
                  <a:pt x="404" y="10"/>
                </a:cubicBezTo>
                <a:cubicBezTo>
                  <a:pt x="402" y="20"/>
                  <a:pt x="406" y="30"/>
                  <a:pt x="395" y="41"/>
                </a:cubicBezTo>
                <a:cubicBezTo>
                  <a:pt x="404" y="45"/>
                  <a:pt x="401" y="47"/>
                  <a:pt x="394" y="50"/>
                </a:cubicBezTo>
                <a:cubicBezTo>
                  <a:pt x="396" y="50"/>
                  <a:pt x="399" y="48"/>
                  <a:pt x="402" y="49"/>
                </a:cubicBezTo>
                <a:cubicBezTo>
                  <a:pt x="406" y="53"/>
                  <a:pt x="394" y="51"/>
                  <a:pt x="392" y="56"/>
                </a:cubicBezTo>
                <a:cubicBezTo>
                  <a:pt x="401" y="56"/>
                  <a:pt x="400" y="58"/>
                  <a:pt x="416" y="63"/>
                </a:cubicBezTo>
                <a:cubicBezTo>
                  <a:pt x="420" y="58"/>
                  <a:pt x="410" y="55"/>
                  <a:pt x="406" y="51"/>
                </a:cubicBezTo>
                <a:close/>
                <a:moveTo>
                  <a:pt x="346" y="135"/>
                </a:moveTo>
                <a:cubicBezTo>
                  <a:pt x="329" y="135"/>
                  <a:pt x="340" y="126"/>
                  <a:pt x="333" y="121"/>
                </a:cubicBezTo>
                <a:cubicBezTo>
                  <a:pt x="329" y="129"/>
                  <a:pt x="331" y="135"/>
                  <a:pt x="335" y="141"/>
                </a:cubicBezTo>
                <a:cubicBezTo>
                  <a:pt x="338" y="136"/>
                  <a:pt x="343" y="138"/>
                  <a:pt x="346" y="135"/>
                </a:cubicBezTo>
                <a:close/>
                <a:moveTo>
                  <a:pt x="885" y="502"/>
                </a:moveTo>
                <a:cubicBezTo>
                  <a:pt x="885" y="502"/>
                  <a:pt x="885" y="502"/>
                  <a:pt x="884" y="502"/>
                </a:cubicBezTo>
                <a:cubicBezTo>
                  <a:pt x="884" y="502"/>
                  <a:pt x="885" y="502"/>
                  <a:pt x="885" y="502"/>
                </a:cubicBezTo>
                <a:close/>
                <a:moveTo>
                  <a:pt x="748" y="242"/>
                </a:moveTo>
                <a:cubicBezTo>
                  <a:pt x="747" y="242"/>
                  <a:pt x="746" y="242"/>
                  <a:pt x="745" y="241"/>
                </a:cubicBezTo>
                <a:cubicBezTo>
                  <a:pt x="746" y="242"/>
                  <a:pt x="747" y="242"/>
                  <a:pt x="748" y="242"/>
                </a:cubicBezTo>
                <a:close/>
                <a:moveTo>
                  <a:pt x="800" y="180"/>
                </a:moveTo>
                <a:cubicBezTo>
                  <a:pt x="801" y="179"/>
                  <a:pt x="801" y="179"/>
                  <a:pt x="801" y="178"/>
                </a:cubicBezTo>
                <a:cubicBezTo>
                  <a:pt x="800" y="179"/>
                  <a:pt x="800" y="179"/>
                  <a:pt x="800" y="180"/>
                </a:cubicBezTo>
                <a:close/>
                <a:moveTo>
                  <a:pt x="2926" y="2438"/>
                </a:moveTo>
                <a:cubicBezTo>
                  <a:pt x="2914" y="2462"/>
                  <a:pt x="2890" y="2474"/>
                  <a:pt x="2868" y="2479"/>
                </a:cubicBezTo>
                <a:cubicBezTo>
                  <a:pt x="2871" y="2470"/>
                  <a:pt x="2874" y="2474"/>
                  <a:pt x="2877" y="2468"/>
                </a:cubicBezTo>
                <a:cubicBezTo>
                  <a:pt x="2874" y="2460"/>
                  <a:pt x="2864" y="2475"/>
                  <a:pt x="2858" y="2467"/>
                </a:cubicBezTo>
                <a:cubicBezTo>
                  <a:pt x="2841" y="2498"/>
                  <a:pt x="2820" y="2469"/>
                  <a:pt x="2804" y="2481"/>
                </a:cubicBezTo>
                <a:cubicBezTo>
                  <a:pt x="2798" y="2462"/>
                  <a:pt x="2775" y="2468"/>
                  <a:pt x="2765" y="2472"/>
                </a:cubicBezTo>
                <a:cubicBezTo>
                  <a:pt x="2767" y="2475"/>
                  <a:pt x="2779" y="2469"/>
                  <a:pt x="2772" y="2481"/>
                </a:cubicBezTo>
                <a:cubicBezTo>
                  <a:pt x="2762" y="2482"/>
                  <a:pt x="2758" y="2473"/>
                  <a:pt x="2746" y="2482"/>
                </a:cubicBezTo>
                <a:cubicBezTo>
                  <a:pt x="2741" y="2475"/>
                  <a:pt x="2727" y="2469"/>
                  <a:pt x="2720" y="2480"/>
                </a:cubicBezTo>
                <a:cubicBezTo>
                  <a:pt x="2715" y="2477"/>
                  <a:pt x="2723" y="2477"/>
                  <a:pt x="2722" y="2470"/>
                </a:cubicBezTo>
                <a:cubicBezTo>
                  <a:pt x="2715" y="2469"/>
                  <a:pt x="2702" y="2482"/>
                  <a:pt x="2701" y="2472"/>
                </a:cubicBezTo>
                <a:cubicBezTo>
                  <a:pt x="2705" y="2467"/>
                  <a:pt x="2708" y="2479"/>
                  <a:pt x="2710" y="2470"/>
                </a:cubicBezTo>
                <a:cubicBezTo>
                  <a:pt x="2706" y="2466"/>
                  <a:pt x="2699" y="2457"/>
                  <a:pt x="2695" y="2473"/>
                </a:cubicBezTo>
                <a:cubicBezTo>
                  <a:pt x="2686" y="2461"/>
                  <a:pt x="2671" y="2460"/>
                  <a:pt x="2657" y="2457"/>
                </a:cubicBezTo>
                <a:cubicBezTo>
                  <a:pt x="2648" y="2471"/>
                  <a:pt x="2629" y="2479"/>
                  <a:pt x="2620" y="2477"/>
                </a:cubicBezTo>
                <a:cubicBezTo>
                  <a:pt x="2617" y="2485"/>
                  <a:pt x="2614" y="2492"/>
                  <a:pt x="2612" y="2501"/>
                </a:cubicBezTo>
                <a:cubicBezTo>
                  <a:pt x="2614" y="2501"/>
                  <a:pt x="2617" y="2501"/>
                  <a:pt x="2621" y="2497"/>
                </a:cubicBezTo>
                <a:cubicBezTo>
                  <a:pt x="2622" y="2491"/>
                  <a:pt x="2624" y="2486"/>
                  <a:pt x="2629" y="2483"/>
                </a:cubicBezTo>
                <a:cubicBezTo>
                  <a:pt x="2635" y="2488"/>
                  <a:pt x="2640" y="2494"/>
                  <a:pt x="2650" y="2491"/>
                </a:cubicBezTo>
                <a:cubicBezTo>
                  <a:pt x="2650" y="2495"/>
                  <a:pt x="2648" y="2497"/>
                  <a:pt x="2648" y="2502"/>
                </a:cubicBezTo>
                <a:cubicBezTo>
                  <a:pt x="2655" y="2493"/>
                  <a:pt x="2653" y="2502"/>
                  <a:pt x="2659" y="2499"/>
                </a:cubicBezTo>
                <a:cubicBezTo>
                  <a:pt x="2660" y="2497"/>
                  <a:pt x="2659" y="2494"/>
                  <a:pt x="2661" y="2493"/>
                </a:cubicBezTo>
                <a:cubicBezTo>
                  <a:pt x="2661" y="2497"/>
                  <a:pt x="2662" y="2500"/>
                  <a:pt x="2663" y="2501"/>
                </a:cubicBezTo>
                <a:cubicBezTo>
                  <a:pt x="2657" y="2505"/>
                  <a:pt x="2645" y="2507"/>
                  <a:pt x="2641" y="2516"/>
                </a:cubicBezTo>
                <a:cubicBezTo>
                  <a:pt x="2645" y="2515"/>
                  <a:pt x="2647" y="2516"/>
                  <a:pt x="2650" y="2517"/>
                </a:cubicBezTo>
                <a:cubicBezTo>
                  <a:pt x="2651" y="2517"/>
                  <a:pt x="2653" y="2516"/>
                  <a:pt x="2655" y="2516"/>
                </a:cubicBezTo>
                <a:cubicBezTo>
                  <a:pt x="2656" y="2512"/>
                  <a:pt x="2658" y="2509"/>
                  <a:pt x="2659" y="2505"/>
                </a:cubicBezTo>
                <a:cubicBezTo>
                  <a:pt x="2660" y="2511"/>
                  <a:pt x="2664" y="2511"/>
                  <a:pt x="2666" y="2503"/>
                </a:cubicBezTo>
                <a:cubicBezTo>
                  <a:pt x="2666" y="2509"/>
                  <a:pt x="2672" y="2504"/>
                  <a:pt x="2672" y="2511"/>
                </a:cubicBezTo>
                <a:cubicBezTo>
                  <a:pt x="2670" y="2513"/>
                  <a:pt x="2668" y="2514"/>
                  <a:pt x="2666" y="2516"/>
                </a:cubicBezTo>
                <a:cubicBezTo>
                  <a:pt x="2666" y="2516"/>
                  <a:pt x="2667" y="2517"/>
                  <a:pt x="2667" y="2518"/>
                </a:cubicBezTo>
                <a:cubicBezTo>
                  <a:pt x="2668" y="2522"/>
                  <a:pt x="2663" y="2524"/>
                  <a:pt x="2661" y="2528"/>
                </a:cubicBezTo>
                <a:cubicBezTo>
                  <a:pt x="2672" y="2529"/>
                  <a:pt x="2680" y="2531"/>
                  <a:pt x="2697" y="2523"/>
                </a:cubicBezTo>
                <a:cubicBezTo>
                  <a:pt x="2696" y="2531"/>
                  <a:pt x="2700" y="2528"/>
                  <a:pt x="2699" y="2534"/>
                </a:cubicBezTo>
                <a:cubicBezTo>
                  <a:pt x="2689" y="2543"/>
                  <a:pt x="2679" y="2541"/>
                  <a:pt x="2668" y="2552"/>
                </a:cubicBezTo>
                <a:cubicBezTo>
                  <a:pt x="2669" y="2556"/>
                  <a:pt x="2673" y="2554"/>
                  <a:pt x="2676" y="2556"/>
                </a:cubicBezTo>
                <a:cubicBezTo>
                  <a:pt x="2680" y="2553"/>
                  <a:pt x="2685" y="2551"/>
                  <a:pt x="2690" y="2549"/>
                </a:cubicBezTo>
                <a:cubicBezTo>
                  <a:pt x="2698" y="2546"/>
                  <a:pt x="2704" y="2547"/>
                  <a:pt x="2705" y="2558"/>
                </a:cubicBezTo>
                <a:cubicBezTo>
                  <a:pt x="2718" y="2556"/>
                  <a:pt x="2737" y="2551"/>
                  <a:pt x="2737" y="2567"/>
                </a:cubicBezTo>
                <a:cubicBezTo>
                  <a:pt x="2739" y="2562"/>
                  <a:pt x="2742" y="2562"/>
                  <a:pt x="2744" y="2564"/>
                </a:cubicBezTo>
                <a:cubicBezTo>
                  <a:pt x="2739" y="2567"/>
                  <a:pt x="2736" y="2571"/>
                  <a:pt x="2737" y="2576"/>
                </a:cubicBezTo>
                <a:cubicBezTo>
                  <a:pt x="2740" y="2576"/>
                  <a:pt x="2742" y="2580"/>
                  <a:pt x="2741" y="2588"/>
                </a:cubicBezTo>
                <a:cubicBezTo>
                  <a:pt x="2745" y="2585"/>
                  <a:pt x="2747" y="2588"/>
                  <a:pt x="2748" y="2580"/>
                </a:cubicBezTo>
                <a:cubicBezTo>
                  <a:pt x="2746" y="2581"/>
                  <a:pt x="2743" y="2584"/>
                  <a:pt x="2743" y="2582"/>
                </a:cubicBezTo>
                <a:cubicBezTo>
                  <a:pt x="2749" y="2571"/>
                  <a:pt x="2754" y="2578"/>
                  <a:pt x="2763" y="2570"/>
                </a:cubicBezTo>
                <a:cubicBezTo>
                  <a:pt x="2754" y="2594"/>
                  <a:pt x="2768" y="2598"/>
                  <a:pt x="2773" y="2611"/>
                </a:cubicBezTo>
                <a:cubicBezTo>
                  <a:pt x="2767" y="2619"/>
                  <a:pt x="2771" y="2628"/>
                  <a:pt x="2772" y="2636"/>
                </a:cubicBezTo>
                <a:cubicBezTo>
                  <a:pt x="2759" y="2661"/>
                  <a:pt x="2735" y="2672"/>
                  <a:pt x="2713" y="2677"/>
                </a:cubicBezTo>
                <a:cubicBezTo>
                  <a:pt x="2717" y="2669"/>
                  <a:pt x="2720" y="2673"/>
                  <a:pt x="2722" y="2666"/>
                </a:cubicBezTo>
                <a:cubicBezTo>
                  <a:pt x="2719" y="2658"/>
                  <a:pt x="2709" y="2673"/>
                  <a:pt x="2704" y="2665"/>
                </a:cubicBezTo>
                <a:cubicBezTo>
                  <a:pt x="2688" y="2694"/>
                  <a:pt x="2669" y="2672"/>
                  <a:pt x="2653" y="2677"/>
                </a:cubicBezTo>
                <a:cubicBezTo>
                  <a:pt x="2655" y="2679"/>
                  <a:pt x="2658" y="2677"/>
                  <a:pt x="2661" y="2681"/>
                </a:cubicBezTo>
                <a:cubicBezTo>
                  <a:pt x="2655" y="2686"/>
                  <a:pt x="2655" y="2680"/>
                  <a:pt x="2649" y="2684"/>
                </a:cubicBezTo>
                <a:cubicBezTo>
                  <a:pt x="2649" y="2690"/>
                  <a:pt x="2646" y="2696"/>
                  <a:pt x="2650" y="2698"/>
                </a:cubicBezTo>
                <a:cubicBezTo>
                  <a:pt x="2630" y="2712"/>
                  <a:pt x="2611" y="2717"/>
                  <a:pt x="2590" y="2725"/>
                </a:cubicBezTo>
                <a:cubicBezTo>
                  <a:pt x="2577" y="2729"/>
                  <a:pt x="2547" y="2741"/>
                  <a:pt x="2537" y="2734"/>
                </a:cubicBezTo>
                <a:cubicBezTo>
                  <a:pt x="2530" y="2738"/>
                  <a:pt x="2523" y="2740"/>
                  <a:pt x="2517" y="2742"/>
                </a:cubicBezTo>
                <a:cubicBezTo>
                  <a:pt x="2515" y="2744"/>
                  <a:pt x="2513" y="2746"/>
                  <a:pt x="2513" y="2749"/>
                </a:cubicBezTo>
                <a:cubicBezTo>
                  <a:pt x="2514" y="2757"/>
                  <a:pt x="2525" y="2748"/>
                  <a:pt x="2523" y="2762"/>
                </a:cubicBezTo>
                <a:cubicBezTo>
                  <a:pt x="2525" y="2760"/>
                  <a:pt x="2525" y="2757"/>
                  <a:pt x="2528" y="2756"/>
                </a:cubicBezTo>
                <a:cubicBezTo>
                  <a:pt x="2529" y="2768"/>
                  <a:pt x="2534" y="2772"/>
                  <a:pt x="2542" y="2771"/>
                </a:cubicBezTo>
                <a:cubicBezTo>
                  <a:pt x="2541" y="2787"/>
                  <a:pt x="2549" y="2783"/>
                  <a:pt x="2550" y="2795"/>
                </a:cubicBezTo>
                <a:cubicBezTo>
                  <a:pt x="2516" y="2803"/>
                  <a:pt x="2496" y="2783"/>
                  <a:pt x="2460" y="2796"/>
                </a:cubicBezTo>
                <a:cubicBezTo>
                  <a:pt x="2455" y="2785"/>
                  <a:pt x="2443" y="2789"/>
                  <a:pt x="2431" y="2795"/>
                </a:cubicBezTo>
                <a:cubicBezTo>
                  <a:pt x="2429" y="2782"/>
                  <a:pt x="2414" y="2780"/>
                  <a:pt x="2402" y="2796"/>
                </a:cubicBezTo>
                <a:cubicBezTo>
                  <a:pt x="2410" y="2794"/>
                  <a:pt x="2424" y="2783"/>
                  <a:pt x="2427" y="2792"/>
                </a:cubicBezTo>
                <a:cubicBezTo>
                  <a:pt x="2413" y="2796"/>
                  <a:pt x="2395" y="2806"/>
                  <a:pt x="2388" y="2795"/>
                </a:cubicBezTo>
                <a:cubicBezTo>
                  <a:pt x="2386" y="2804"/>
                  <a:pt x="2376" y="2804"/>
                  <a:pt x="2373" y="2802"/>
                </a:cubicBezTo>
                <a:cubicBezTo>
                  <a:pt x="2379" y="2797"/>
                  <a:pt x="2389" y="2795"/>
                  <a:pt x="2392" y="2788"/>
                </a:cubicBezTo>
                <a:cubicBezTo>
                  <a:pt x="2382" y="2787"/>
                  <a:pt x="2371" y="2805"/>
                  <a:pt x="2359" y="2806"/>
                </a:cubicBezTo>
                <a:cubicBezTo>
                  <a:pt x="2359" y="2801"/>
                  <a:pt x="2361" y="2799"/>
                  <a:pt x="2361" y="2795"/>
                </a:cubicBezTo>
                <a:cubicBezTo>
                  <a:pt x="2356" y="2795"/>
                  <a:pt x="2343" y="2799"/>
                  <a:pt x="2351" y="2789"/>
                </a:cubicBezTo>
                <a:cubicBezTo>
                  <a:pt x="2349" y="2790"/>
                  <a:pt x="2349" y="2788"/>
                  <a:pt x="2348" y="2789"/>
                </a:cubicBezTo>
                <a:cubicBezTo>
                  <a:pt x="2344" y="2795"/>
                  <a:pt x="2337" y="2798"/>
                  <a:pt x="2334" y="2804"/>
                </a:cubicBezTo>
                <a:cubicBezTo>
                  <a:pt x="2334" y="2807"/>
                  <a:pt x="2336" y="2807"/>
                  <a:pt x="2338" y="2807"/>
                </a:cubicBezTo>
                <a:cubicBezTo>
                  <a:pt x="2342" y="2805"/>
                  <a:pt x="2342" y="2800"/>
                  <a:pt x="2348" y="2798"/>
                </a:cubicBezTo>
                <a:cubicBezTo>
                  <a:pt x="2344" y="2810"/>
                  <a:pt x="2356" y="2794"/>
                  <a:pt x="2355" y="2801"/>
                </a:cubicBezTo>
                <a:cubicBezTo>
                  <a:pt x="2346" y="2810"/>
                  <a:pt x="2349" y="2803"/>
                  <a:pt x="2340" y="2808"/>
                </a:cubicBezTo>
                <a:cubicBezTo>
                  <a:pt x="2336" y="2814"/>
                  <a:pt x="2338" y="2822"/>
                  <a:pt x="2342" y="2821"/>
                </a:cubicBezTo>
                <a:cubicBezTo>
                  <a:pt x="2336" y="2825"/>
                  <a:pt x="2328" y="2829"/>
                  <a:pt x="2328" y="2837"/>
                </a:cubicBezTo>
                <a:cubicBezTo>
                  <a:pt x="2340" y="2828"/>
                  <a:pt x="2365" y="2807"/>
                  <a:pt x="2361" y="2826"/>
                </a:cubicBezTo>
                <a:cubicBezTo>
                  <a:pt x="2365" y="2826"/>
                  <a:pt x="2370" y="2824"/>
                  <a:pt x="2373" y="2826"/>
                </a:cubicBezTo>
                <a:cubicBezTo>
                  <a:pt x="2374" y="2823"/>
                  <a:pt x="2375" y="2819"/>
                  <a:pt x="2377" y="2816"/>
                </a:cubicBezTo>
                <a:cubicBezTo>
                  <a:pt x="2377" y="2822"/>
                  <a:pt x="2379" y="2825"/>
                  <a:pt x="2383" y="2825"/>
                </a:cubicBezTo>
                <a:cubicBezTo>
                  <a:pt x="2403" y="2820"/>
                  <a:pt x="2421" y="2821"/>
                  <a:pt x="2438" y="2824"/>
                </a:cubicBezTo>
                <a:cubicBezTo>
                  <a:pt x="2455" y="2827"/>
                  <a:pt x="2470" y="2832"/>
                  <a:pt x="2484" y="2836"/>
                </a:cubicBezTo>
                <a:cubicBezTo>
                  <a:pt x="2468" y="2847"/>
                  <a:pt x="2465" y="2846"/>
                  <a:pt x="2455" y="2852"/>
                </a:cubicBezTo>
                <a:cubicBezTo>
                  <a:pt x="2461" y="2855"/>
                  <a:pt x="2469" y="2857"/>
                  <a:pt x="2476" y="2857"/>
                </a:cubicBezTo>
                <a:cubicBezTo>
                  <a:pt x="2478" y="2861"/>
                  <a:pt x="2474" y="2873"/>
                  <a:pt x="2479" y="2870"/>
                </a:cubicBezTo>
                <a:cubicBezTo>
                  <a:pt x="2487" y="2858"/>
                  <a:pt x="2487" y="2880"/>
                  <a:pt x="2498" y="2870"/>
                </a:cubicBezTo>
                <a:cubicBezTo>
                  <a:pt x="2497" y="2879"/>
                  <a:pt x="2503" y="2873"/>
                  <a:pt x="2506" y="2879"/>
                </a:cubicBezTo>
                <a:cubicBezTo>
                  <a:pt x="2501" y="2884"/>
                  <a:pt x="2500" y="2878"/>
                  <a:pt x="2495" y="2882"/>
                </a:cubicBezTo>
                <a:cubicBezTo>
                  <a:pt x="2494" y="2888"/>
                  <a:pt x="2491" y="2894"/>
                  <a:pt x="2495" y="2896"/>
                </a:cubicBezTo>
                <a:cubicBezTo>
                  <a:pt x="2475" y="2911"/>
                  <a:pt x="2457" y="2915"/>
                  <a:pt x="2435" y="2923"/>
                </a:cubicBezTo>
                <a:cubicBezTo>
                  <a:pt x="2422" y="2927"/>
                  <a:pt x="2392" y="2939"/>
                  <a:pt x="2382" y="2932"/>
                </a:cubicBezTo>
                <a:cubicBezTo>
                  <a:pt x="2359" y="2946"/>
                  <a:pt x="2335" y="2941"/>
                  <a:pt x="2317" y="2937"/>
                </a:cubicBezTo>
                <a:cubicBezTo>
                  <a:pt x="2297" y="2947"/>
                  <a:pt x="2281" y="2943"/>
                  <a:pt x="2264" y="2940"/>
                </a:cubicBezTo>
                <a:cubicBezTo>
                  <a:pt x="2266" y="2938"/>
                  <a:pt x="2267" y="2936"/>
                  <a:pt x="2268" y="2933"/>
                </a:cubicBezTo>
                <a:cubicBezTo>
                  <a:pt x="2260" y="2937"/>
                  <a:pt x="2250" y="2928"/>
                  <a:pt x="2246" y="2941"/>
                </a:cubicBezTo>
                <a:cubicBezTo>
                  <a:pt x="2246" y="2936"/>
                  <a:pt x="2246" y="2931"/>
                  <a:pt x="2246" y="2926"/>
                </a:cubicBezTo>
                <a:cubicBezTo>
                  <a:pt x="2224" y="2927"/>
                  <a:pt x="2199" y="2932"/>
                  <a:pt x="2172" y="2952"/>
                </a:cubicBezTo>
                <a:cubicBezTo>
                  <a:pt x="2167" y="2945"/>
                  <a:pt x="2159" y="2945"/>
                  <a:pt x="2150" y="2957"/>
                </a:cubicBezTo>
                <a:cubicBezTo>
                  <a:pt x="2146" y="2943"/>
                  <a:pt x="2139" y="2934"/>
                  <a:pt x="2130" y="2928"/>
                </a:cubicBezTo>
                <a:cubicBezTo>
                  <a:pt x="2121" y="2922"/>
                  <a:pt x="2110" y="2920"/>
                  <a:pt x="2100" y="2922"/>
                </a:cubicBezTo>
                <a:cubicBezTo>
                  <a:pt x="2100" y="2926"/>
                  <a:pt x="2107" y="2920"/>
                  <a:pt x="2106" y="2926"/>
                </a:cubicBezTo>
                <a:cubicBezTo>
                  <a:pt x="2099" y="2934"/>
                  <a:pt x="2097" y="2931"/>
                  <a:pt x="2090" y="2939"/>
                </a:cubicBezTo>
                <a:cubicBezTo>
                  <a:pt x="2086" y="2938"/>
                  <a:pt x="2086" y="2932"/>
                  <a:pt x="2078" y="2939"/>
                </a:cubicBezTo>
                <a:cubicBezTo>
                  <a:pt x="2078" y="2930"/>
                  <a:pt x="2077" y="2925"/>
                  <a:pt x="2072" y="2925"/>
                </a:cubicBezTo>
                <a:cubicBezTo>
                  <a:pt x="2070" y="2932"/>
                  <a:pt x="2064" y="2936"/>
                  <a:pt x="2058" y="2940"/>
                </a:cubicBezTo>
                <a:cubicBezTo>
                  <a:pt x="2046" y="2911"/>
                  <a:pt x="2023" y="2900"/>
                  <a:pt x="1990" y="2906"/>
                </a:cubicBezTo>
                <a:cubicBezTo>
                  <a:pt x="1992" y="2890"/>
                  <a:pt x="1974" y="2907"/>
                  <a:pt x="1969" y="2902"/>
                </a:cubicBezTo>
                <a:cubicBezTo>
                  <a:pt x="1959" y="2923"/>
                  <a:pt x="1943" y="2900"/>
                  <a:pt x="1936" y="2926"/>
                </a:cubicBezTo>
                <a:cubicBezTo>
                  <a:pt x="1931" y="2906"/>
                  <a:pt x="1913" y="2901"/>
                  <a:pt x="1894" y="2900"/>
                </a:cubicBezTo>
                <a:cubicBezTo>
                  <a:pt x="1875" y="2898"/>
                  <a:pt x="1856" y="2898"/>
                  <a:pt x="1848" y="2889"/>
                </a:cubicBezTo>
                <a:cubicBezTo>
                  <a:pt x="1835" y="2896"/>
                  <a:pt x="1815" y="2895"/>
                  <a:pt x="1807" y="2887"/>
                </a:cubicBezTo>
                <a:cubicBezTo>
                  <a:pt x="1794" y="2890"/>
                  <a:pt x="1783" y="2890"/>
                  <a:pt x="1773" y="2887"/>
                </a:cubicBezTo>
                <a:cubicBezTo>
                  <a:pt x="1764" y="2884"/>
                  <a:pt x="1756" y="2879"/>
                  <a:pt x="1748" y="2873"/>
                </a:cubicBezTo>
                <a:cubicBezTo>
                  <a:pt x="1727" y="2877"/>
                  <a:pt x="1720" y="2872"/>
                  <a:pt x="1701" y="2876"/>
                </a:cubicBezTo>
                <a:cubicBezTo>
                  <a:pt x="1700" y="2872"/>
                  <a:pt x="1708" y="2863"/>
                  <a:pt x="1702" y="2863"/>
                </a:cubicBezTo>
                <a:cubicBezTo>
                  <a:pt x="1691" y="2878"/>
                  <a:pt x="1678" y="2870"/>
                  <a:pt x="1670" y="2868"/>
                </a:cubicBezTo>
                <a:cubicBezTo>
                  <a:pt x="1673" y="2866"/>
                  <a:pt x="1678" y="2865"/>
                  <a:pt x="1679" y="2862"/>
                </a:cubicBezTo>
                <a:cubicBezTo>
                  <a:pt x="1658" y="2870"/>
                  <a:pt x="1635" y="2862"/>
                  <a:pt x="1628" y="2845"/>
                </a:cubicBezTo>
                <a:cubicBezTo>
                  <a:pt x="1633" y="2845"/>
                  <a:pt x="1661" y="2839"/>
                  <a:pt x="1648" y="2856"/>
                </a:cubicBezTo>
                <a:cubicBezTo>
                  <a:pt x="1656" y="2857"/>
                  <a:pt x="1669" y="2851"/>
                  <a:pt x="1678" y="2850"/>
                </a:cubicBezTo>
                <a:cubicBezTo>
                  <a:pt x="1678" y="2846"/>
                  <a:pt x="1676" y="2846"/>
                  <a:pt x="1676" y="2842"/>
                </a:cubicBezTo>
                <a:cubicBezTo>
                  <a:pt x="1684" y="2838"/>
                  <a:pt x="1688" y="2851"/>
                  <a:pt x="1695" y="2841"/>
                </a:cubicBezTo>
                <a:cubicBezTo>
                  <a:pt x="1686" y="2839"/>
                  <a:pt x="1677" y="2829"/>
                  <a:pt x="1664" y="2842"/>
                </a:cubicBezTo>
                <a:cubicBezTo>
                  <a:pt x="1661" y="2813"/>
                  <a:pt x="1618" y="2834"/>
                  <a:pt x="1609" y="2809"/>
                </a:cubicBezTo>
                <a:cubicBezTo>
                  <a:pt x="1600" y="2814"/>
                  <a:pt x="1598" y="2805"/>
                  <a:pt x="1594" y="2815"/>
                </a:cubicBezTo>
                <a:cubicBezTo>
                  <a:pt x="1597" y="2807"/>
                  <a:pt x="1591" y="2811"/>
                  <a:pt x="1590" y="2807"/>
                </a:cubicBezTo>
                <a:cubicBezTo>
                  <a:pt x="1593" y="2806"/>
                  <a:pt x="1596" y="2805"/>
                  <a:pt x="1597" y="2802"/>
                </a:cubicBezTo>
                <a:cubicBezTo>
                  <a:pt x="1583" y="2807"/>
                  <a:pt x="1581" y="2794"/>
                  <a:pt x="1568" y="2797"/>
                </a:cubicBezTo>
                <a:cubicBezTo>
                  <a:pt x="1569" y="2800"/>
                  <a:pt x="1577" y="2804"/>
                  <a:pt x="1567" y="2807"/>
                </a:cubicBezTo>
                <a:cubicBezTo>
                  <a:pt x="1568" y="2792"/>
                  <a:pt x="1559" y="2804"/>
                  <a:pt x="1558" y="2799"/>
                </a:cubicBezTo>
                <a:cubicBezTo>
                  <a:pt x="1566" y="2797"/>
                  <a:pt x="1557" y="2794"/>
                  <a:pt x="1561" y="2786"/>
                </a:cubicBezTo>
                <a:cubicBezTo>
                  <a:pt x="1549" y="2787"/>
                  <a:pt x="1546" y="2781"/>
                  <a:pt x="1534" y="2785"/>
                </a:cubicBezTo>
                <a:cubicBezTo>
                  <a:pt x="1537" y="2791"/>
                  <a:pt x="1525" y="2800"/>
                  <a:pt x="1531" y="2793"/>
                </a:cubicBezTo>
                <a:cubicBezTo>
                  <a:pt x="1532" y="2789"/>
                  <a:pt x="1532" y="2785"/>
                  <a:pt x="1532" y="2781"/>
                </a:cubicBezTo>
                <a:cubicBezTo>
                  <a:pt x="1516" y="2778"/>
                  <a:pt x="1501" y="2773"/>
                  <a:pt x="1483" y="2772"/>
                </a:cubicBezTo>
                <a:cubicBezTo>
                  <a:pt x="1490" y="2769"/>
                  <a:pt x="1493" y="2778"/>
                  <a:pt x="1496" y="2767"/>
                </a:cubicBezTo>
                <a:cubicBezTo>
                  <a:pt x="1490" y="2762"/>
                  <a:pt x="1480" y="2762"/>
                  <a:pt x="1473" y="2764"/>
                </a:cubicBezTo>
                <a:cubicBezTo>
                  <a:pt x="1476" y="2763"/>
                  <a:pt x="1479" y="2762"/>
                  <a:pt x="1478" y="2758"/>
                </a:cubicBezTo>
                <a:cubicBezTo>
                  <a:pt x="1470" y="2763"/>
                  <a:pt x="1471" y="2755"/>
                  <a:pt x="1466" y="2755"/>
                </a:cubicBezTo>
                <a:cubicBezTo>
                  <a:pt x="1465" y="2757"/>
                  <a:pt x="1466" y="2760"/>
                  <a:pt x="1463" y="2761"/>
                </a:cubicBezTo>
                <a:cubicBezTo>
                  <a:pt x="1463" y="2749"/>
                  <a:pt x="1453" y="2762"/>
                  <a:pt x="1451" y="2758"/>
                </a:cubicBezTo>
                <a:cubicBezTo>
                  <a:pt x="1454" y="2756"/>
                  <a:pt x="1456" y="2754"/>
                  <a:pt x="1456" y="2749"/>
                </a:cubicBezTo>
                <a:cubicBezTo>
                  <a:pt x="1444" y="2740"/>
                  <a:pt x="1434" y="2728"/>
                  <a:pt x="1417" y="2731"/>
                </a:cubicBezTo>
                <a:cubicBezTo>
                  <a:pt x="1416" y="2726"/>
                  <a:pt x="1419" y="2716"/>
                  <a:pt x="1407" y="2726"/>
                </a:cubicBezTo>
                <a:cubicBezTo>
                  <a:pt x="1407" y="2721"/>
                  <a:pt x="1410" y="2719"/>
                  <a:pt x="1410" y="2715"/>
                </a:cubicBezTo>
                <a:cubicBezTo>
                  <a:pt x="1402" y="2720"/>
                  <a:pt x="1389" y="2715"/>
                  <a:pt x="1389" y="2702"/>
                </a:cubicBezTo>
                <a:cubicBezTo>
                  <a:pt x="1386" y="2703"/>
                  <a:pt x="1383" y="2704"/>
                  <a:pt x="1380" y="2705"/>
                </a:cubicBezTo>
                <a:cubicBezTo>
                  <a:pt x="1368" y="2683"/>
                  <a:pt x="1349" y="2670"/>
                  <a:pt x="1329" y="2658"/>
                </a:cubicBezTo>
                <a:cubicBezTo>
                  <a:pt x="1308" y="2646"/>
                  <a:pt x="1288" y="2634"/>
                  <a:pt x="1273" y="2616"/>
                </a:cubicBezTo>
                <a:cubicBezTo>
                  <a:pt x="1260" y="2616"/>
                  <a:pt x="1255" y="2607"/>
                  <a:pt x="1248" y="2601"/>
                </a:cubicBezTo>
                <a:cubicBezTo>
                  <a:pt x="1245" y="2602"/>
                  <a:pt x="1242" y="2603"/>
                  <a:pt x="1239" y="2603"/>
                </a:cubicBezTo>
                <a:cubicBezTo>
                  <a:pt x="1238" y="2593"/>
                  <a:pt x="1226" y="2589"/>
                  <a:pt x="1220" y="2591"/>
                </a:cubicBezTo>
                <a:cubicBezTo>
                  <a:pt x="1227" y="2581"/>
                  <a:pt x="1215" y="2588"/>
                  <a:pt x="1210" y="2587"/>
                </a:cubicBezTo>
                <a:cubicBezTo>
                  <a:pt x="1196" y="2560"/>
                  <a:pt x="1162" y="2557"/>
                  <a:pt x="1145" y="2535"/>
                </a:cubicBezTo>
                <a:cubicBezTo>
                  <a:pt x="1142" y="2535"/>
                  <a:pt x="1140" y="2536"/>
                  <a:pt x="1138" y="2536"/>
                </a:cubicBezTo>
                <a:cubicBezTo>
                  <a:pt x="1056" y="2474"/>
                  <a:pt x="973" y="2414"/>
                  <a:pt x="893" y="2349"/>
                </a:cubicBezTo>
                <a:cubicBezTo>
                  <a:pt x="812" y="2285"/>
                  <a:pt x="735" y="2215"/>
                  <a:pt x="667" y="2134"/>
                </a:cubicBezTo>
                <a:cubicBezTo>
                  <a:pt x="663" y="2138"/>
                  <a:pt x="657" y="2135"/>
                  <a:pt x="657" y="2131"/>
                </a:cubicBezTo>
                <a:cubicBezTo>
                  <a:pt x="662" y="2130"/>
                  <a:pt x="662" y="2134"/>
                  <a:pt x="664" y="2130"/>
                </a:cubicBezTo>
                <a:cubicBezTo>
                  <a:pt x="664" y="2119"/>
                  <a:pt x="656" y="2130"/>
                  <a:pt x="652" y="2127"/>
                </a:cubicBezTo>
                <a:cubicBezTo>
                  <a:pt x="653" y="2124"/>
                  <a:pt x="654" y="2121"/>
                  <a:pt x="655" y="2118"/>
                </a:cubicBezTo>
                <a:cubicBezTo>
                  <a:pt x="631" y="2100"/>
                  <a:pt x="619" y="2083"/>
                  <a:pt x="596" y="2065"/>
                </a:cubicBezTo>
                <a:cubicBezTo>
                  <a:pt x="599" y="2064"/>
                  <a:pt x="603" y="2060"/>
                  <a:pt x="600" y="2060"/>
                </a:cubicBezTo>
                <a:cubicBezTo>
                  <a:pt x="597" y="2060"/>
                  <a:pt x="594" y="2060"/>
                  <a:pt x="591" y="2061"/>
                </a:cubicBezTo>
                <a:cubicBezTo>
                  <a:pt x="577" y="2038"/>
                  <a:pt x="558" y="2018"/>
                  <a:pt x="540" y="1998"/>
                </a:cubicBezTo>
                <a:cubicBezTo>
                  <a:pt x="522" y="1978"/>
                  <a:pt x="504" y="1957"/>
                  <a:pt x="490" y="1934"/>
                </a:cubicBezTo>
                <a:cubicBezTo>
                  <a:pt x="472" y="1917"/>
                  <a:pt x="454" y="1900"/>
                  <a:pt x="447" y="1875"/>
                </a:cubicBezTo>
                <a:cubicBezTo>
                  <a:pt x="434" y="1873"/>
                  <a:pt x="442" y="1858"/>
                  <a:pt x="427" y="1857"/>
                </a:cubicBezTo>
                <a:cubicBezTo>
                  <a:pt x="429" y="1837"/>
                  <a:pt x="405" y="1836"/>
                  <a:pt x="407" y="1817"/>
                </a:cubicBezTo>
                <a:cubicBezTo>
                  <a:pt x="392" y="1807"/>
                  <a:pt x="384" y="1792"/>
                  <a:pt x="375" y="1777"/>
                </a:cubicBezTo>
                <a:cubicBezTo>
                  <a:pt x="367" y="1762"/>
                  <a:pt x="359" y="1748"/>
                  <a:pt x="344" y="1737"/>
                </a:cubicBezTo>
                <a:cubicBezTo>
                  <a:pt x="346" y="1734"/>
                  <a:pt x="347" y="1731"/>
                  <a:pt x="349" y="1728"/>
                </a:cubicBezTo>
                <a:cubicBezTo>
                  <a:pt x="337" y="1720"/>
                  <a:pt x="331" y="1707"/>
                  <a:pt x="325" y="1694"/>
                </a:cubicBezTo>
                <a:cubicBezTo>
                  <a:pt x="322" y="1688"/>
                  <a:pt x="319" y="1681"/>
                  <a:pt x="315" y="1676"/>
                </a:cubicBezTo>
                <a:cubicBezTo>
                  <a:pt x="311" y="1671"/>
                  <a:pt x="307" y="1666"/>
                  <a:pt x="301" y="1663"/>
                </a:cubicBezTo>
                <a:cubicBezTo>
                  <a:pt x="309" y="1648"/>
                  <a:pt x="286" y="1648"/>
                  <a:pt x="296" y="1636"/>
                </a:cubicBezTo>
                <a:cubicBezTo>
                  <a:pt x="293" y="1636"/>
                  <a:pt x="290" y="1635"/>
                  <a:pt x="287" y="1635"/>
                </a:cubicBezTo>
                <a:cubicBezTo>
                  <a:pt x="292" y="1623"/>
                  <a:pt x="281" y="1619"/>
                  <a:pt x="276" y="1610"/>
                </a:cubicBezTo>
                <a:cubicBezTo>
                  <a:pt x="266" y="1592"/>
                  <a:pt x="262" y="1558"/>
                  <a:pt x="247" y="1558"/>
                </a:cubicBezTo>
                <a:cubicBezTo>
                  <a:pt x="239" y="1536"/>
                  <a:pt x="228" y="1515"/>
                  <a:pt x="217" y="1495"/>
                </a:cubicBezTo>
                <a:cubicBezTo>
                  <a:pt x="207" y="1474"/>
                  <a:pt x="197" y="1453"/>
                  <a:pt x="191" y="1430"/>
                </a:cubicBezTo>
                <a:cubicBezTo>
                  <a:pt x="189" y="1430"/>
                  <a:pt x="187" y="1431"/>
                  <a:pt x="185" y="1432"/>
                </a:cubicBezTo>
                <a:cubicBezTo>
                  <a:pt x="179" y="1405"/>
                  <a:pt x="176" y="1377"/>
                  <a:pt x="155" y="1357"/>
                </a:cubicBezTo>
                <a:cubicBezTo>
                  <a:pt x="158" y="1353"/>
                  <a:pt x="160" y="1349"/>
                  <a:pt x="163" y="1345"/>
                </a:cubicBezTo>
                <a:cubicBezTo>
                  <a:pt x="150" y="1338"/>
                  <a:pt x="151" y="1327"/>
                  <a:pt x="152" y="1318"/>
                </a:cubicBezTo>
                <a:cubicBezTo>
                  <a:pt x="149" y="1318"/>
                  <a:pt x="147" y="1321"/>
                  <a:pt x="145" y="1322"/>
                </a:cubicBezTo>
                <a:cubicBezTo>
                  <a:pt x="141" y="1317"/>
                  <a:pt x="152" y="1305"/>
                  <a:pt x="145" y="1301"/>
                </a:cubicBezTo>
                <a:cubicBezTo>
                  <a:pt x="128" y="1282"/>
                  <a:pt x="124" y="1257"/>
                  <a:pt x="121" y="1231"/>
                </a:cubicBezTo>
                <a:cubicBezTo>
                  <a:pt x="121" y="1231"/>
                  <a:pt x="121" y="1230"/>
                  <a:pt x="121" y="1229"/>
                </a:cubicBezTo>
                <a:cubicBezTo>
                  <a:pt x="121" y="1230"/>
                  <a:pt x="121" y="1230"/>
                  <a:pt x="121" y="1231"/>
                </a:cubicBezTo>
                <a:cubicBezTo>
                  <a:pt x="121" y="1233"/>
                  <a:pt x="116" y="1233"/>
                  <a:pt x="112" y="1234"/>
                </a:cubicBezTo>
                <a:cubicBezTo>
                  <a:pt x="113" y="1200"/>
                  <a:pt x="98" y="1174"/>
                  <a:pt x="88" y="1145"/>
                </a:cubicBezTo>
                <a:cubicBezTo>
                  <a:pt x="91" y="1140"/>
                  <a:pt x="96" y="1141"/>
                  <a:pt x="98" y="1135"/>
                </a:cubicBezTo>
                <a:cubicBezTo>
                  <a:pt x="84" y="1135"/>
                  <a:pt x="92" y="1126"/>
                  <a:pt x="79" y="1125"/>
                </a:cubicBezTo>
                <a:cubicBezTo>
                  <a:pt x="90" y="1111"/>
                  <a:pt x="76" y="1108"/>
                  <a:pt x="84" y="1096"/>
                </a:cubicBezTo>
                <a:cubicBezTo>
                  <a:pt x="69" y="1089"/>
                  <a:pt x="74" y="1063"/>
                  <a:pt x="66" y="1048"/>
                </a:cubicBezTo>
                <a:cubicBezTo>
                  <a:pt x="84" y="1040"/>
                  <a:pt x="56" y="1025"/>
                  <a:pt x="65" y="1011"/>
                </a:cubicBezTo>
                <a:cubicBezTo>
                  <a:pt x="60" y="1008"/>
                  <a:pt x="58" y="1014"/>
                  <a:pt x="53" y="1013"/>
                </a:cubicBezTo>
                <a:cubicBezTo>
                  <a:pt x="54" y="1008"/>
                  <a:pt x="63" y="1000"/>
                  <a:pt x="49" y="998"/>
                </a:cubicBezTo>
                <a:cubicBezTo>
                  <a:pt x="56" y="980"/>
                  <a:pt x="50" y="968"/>
                  <a:pt x="45" y="955"/>
                </a:cubicBezTo>
                <a:cubicBezTo>
                  <a:pt x="49" y="947"/>
                  <a:pt x="58" y="957"/>
                  <a:pt x="62" y="948"/>
                </a:cubicBezTo>
                <a:cubicBezTo>
                  <a:pt x="47" y="938"/>
                  <a:pt x="39" y="929"/>
                  <a:pt x="35" y="913"/>
                </a:cubicBezTo>
                <a:cubicBezTo>
                  <a:pt x="43" y="910"/>
                  <a:pt x="40" y="917"/>
                  <a:pt x="47" y="919"/>
                </a:cubicBezTo>
                <a:cubicBezTo>
                  <a:pt x="50" y="912"/>
                  <a:pt x="56" y="917"/>
                  <a:pt x="59" y="910"/>
                </a:cubicBezTo>
                <a:cubicBezTo>
                  <a:pt x="50" y="906"/>
                  <a:pt x="41" y="899"/>
                  <a:pt x="48" y="891"/>
                </a:cubicBezTo>
                <a:cubicBezTo>
                  <a:pt x="49" y="893"/>
                  <a:pt x="49" y="902"/>
                  <a:pt x="56" y="898"/>
                </a:cubicBezTo>
                <a:cubicBezTo>
                  <a:pt x="54" y="890"/>
                  <a:pt x="54" y="881"/>
                  <a:pt x="44" y="876"/>
                </a:cubicBezTo>
                <a:cubicBezTo>
                  <a:pt x="47" y="871"/>
                  <a:pt x="52" y="873"/>
                  <a:pt x="54" y="867"/>
                </a:cubicBezTo>
                <a:cubicBezTo>
                  <a:pt x="48" y="862"/>
                  <a:pt x="53" y="855"/>
                  <a:pt x="39" y="856"/>
                </a:cubicBezTo>
                <a:cubicBezTo>
                  <a:pt x="49" y="841"/>
                  <a:pt x="35" y="835"/>
                  <a:pt x="33" y="824"/>
                </a:cubicBezTo>
                <a:cubicBezTo>
                  <a:pt x="27" y="821"/>
                  <a:pt x="26" y="835"/>
                  <a:pt x="19" y="829"/>
                </a:cubicBezTo>
                <a:cubicBezTo>
                  <a:pt x="22" y="820"/>
                  <a:pt x="37" y="824"/>
                  <a:pt x="33" y="817"/>
                </a:cubicBezTo>
                <a:cubicBezTo>
                  <a:pt x="27" y="819"/>
                  <a:pt x="13" y="819"/>
                  <a:pt x="21" y="811"/>
                </a:cubicBezTo>
                <a:cubicBezTo>
                  <a:pt x="25" y="812"/>
                  <a:pt x="29" y="814"/>
                  <a:pt x="32" y="812"/>
                </a:cubicBezTo>
                <a:cubicBezTo>
                  <a:pt x="33" y="802"/>
                  <a:pt x="32" y="793"/>
                  <a:pt x="30" y="785"/>
                </a:cubicBezTo>
                <a:cubicBezTo>
                  <a:pt x="29" y="779"/>
                  <a:pt x="27" y="773"/>
                  <a:pt x="25" y="767"/>
                </a:cubicBezTo>
                <a:cubicBezTo>
                  <a:pt x="25" y="767"/>
                  <a:pt x="26" y="767"/>
                  <a:pt x="27" y="766"/>
                </a:cubicBezTo>
                <a:cubicBezTo>
                  <a:pt x="29" y="755"/>
                  <a:pt x="32" y="731"/>
                  <a:pt x="18" y="732"/>
                </a:cubicBezTo>
                <a:cubicBezTo>
                  <a:pt x="22" y="729"/>
                  <a:pt x="18" y="728"/>
                  <a:pt x="19" y="726"/>
                </a:cubicBezTo>
                <a:cubicBezTo>
                  <a:pt x="22" y="727"/>
                  <a:pt x="26" y="728"/>
                  <a:pt x="29" y="724"/>
                </a:cubicBezTo>
                <a:cubicBezTo>
                  <a:pt x="18" y="724"/>
                  <a:pt x="30" y="717"/>
                  <a:pt x="19" y="716"/>
                </a:cubicBezTo>
                <a:cubicBezTo>
                  <a:pt x="17" y="719"/>
                  <a:pt x="18" y="722"/>
                  <a:pt x="16" y="725"/>
                </a:cubicBezTo>
                <a:cubicBezTo>
                  <a:pt x="4" y="720"/>
                  <a:pt x="32" y="712"/>
                  <a:pt x="19" y="707"/>
                </a:cubicBezTo>
                <a:cubicBezTo>
                  <a:pt x="27" y="701"/>
                  <a:pt x="18" y="699"/>
                  <a:pt x="22" y="694"/>
                </a:cubicBezTo>
                <a:cubicBezTo>
                  <a:pt x="30" y="693"/>
                  <a:pt x="26" y="701"/>
                  <a:pt x="31" y="697"/>
                </a:cubicBezTo>
                <a:cubicBezTo>
                  <a:pt x="32" y="685"/>
                  <a:pt x="31" y="674"/>
                  <a:pt x="21" y="665"/>
                </a:cubicBezTo>
                <a:cubicBezTo>
                  <a:pt x="24" y="665"/>
                  <a:pt x="28" y="665"/>
                  <a:pt x="31" y="664"/>
                </a:cubicBezTo>
                <a:cubicBezTo>
                  <a:pt x="27" y="662"/>
                  <a:pt x="31" y="658"/>
                  <a:pt x="27" y="656"/>
                </a:cubicBezTo>
                <a:cubicBezTo>
                  <a:pt x="24" y="655"/>
                  <a:pt x="21" y="657"/>
                  <a:pt x="17" y="657"/>
                </a:cubicBezTo>
                <a:cubicBezTo>
                  <a:pt x="22" y="651"/>
                  <a:pt x="22" y="646"/>
                  <a:pt x="21" y="641"/>
                </a:cubicBezTo>
                <a:cubicBezTo>
                  <a:pt x="19" y="644"/>
                  <a:pt x="8" y="645"/>
                  <a:pt x="12" y="641"/>
                </a:cubicBezTo>
                <a:cubicBezTo>
                  <a:pt x="30" y="640"/>
                  <a:pt x="12" y="630"/>
                  <a:pt x="20" y="624"/>
                </a:cubicBezTo>
                <a:cubicBezTo>
                  <a:pt x="24" y="622"/>
                  <a:pt x="30" y="628"/>
                  <a:pt x="34" y="625"/>
                </a:cubicBezTo>
                <a:cubicBezTo>
                  <a:pt x="22" y="622"/>
                  <a:pt x="29" y="615"/>
                  <a:pt x="25" y="610"/>
                </a:cubicBezTo>
                <a:cubicBezTo>
                  <a:pt x="17" y="617"/>
                  <a:pt x="14" y="605"/>
                  <a:pt x="16" y="601"/>
                </a:cubicBezTo>
                <a:cubicBezTo>
                  <a:pt x="20" y="605"/>
                  <a:pt x="27" y="607"/>
                  <a:pt x="34" y="601"/>
                </a:cubicBezTo>
                <a:cubicBezTo>
                  <a:pt x="32" y="599"/>
                  <a:pt x="21" y="599"/>
                  <a:pt x="25" y="595"/>
                </a:cubicBezTo>
                <a:cubicBezTo>
                  <a:pt x="45" y="595"/>
                  <a:pt x="37" y="572"/>
                  <a:pt x="36" y="564"/>
                </a:cubicBezTo>
                <a:cubicBezTo>
                  <a:pt x="34" y="566"/>
                  <a:pt x="31" y="568"/>
                  <a:pt x="28" y="566"/>
                </a:cubicBezTo>
                <a:cubicBezTo>
                  <a:pt x="38" y="558"/>
                  <a:pt x="28" y="563"/>
                  <a:pt x="27" y="558"/>
                </a:cubicBezTo>
                <a:cubicBezTo>
                  <a:pt x="36" y="550"/>
                  <a:pt x="36" y="550"/>
                  <a:pt x="36" y="550"/>
                </a:cubicBezTo>
                <a:cubicBezTo>
                  <a:pt x="42" y="555"/>
                  <a:pt x="47" y="549"/>
                  <a:pt x="52" y="549"/>
                </a:cubicBezTo>
                <a:cubicBezTo>
                  <a:pt x="49" y="559"/>
                  <a:pt x="46" y="560"/>
                  <a:pt x="55" y="567"/>
                </a:cubicBezTo>
                <a:cubicBezTo>
                  <a:pt x="42" y="576"/>
                  <a:pt x="54" y="573"/>
                  <a:pt x="42" y="585"/>
                </a:cubicBezTo>
                <a:cubicBezTo>
                  <a:pt x="48" y="581"/>
                  <a:pt x="55" y="587"/>
                  <a:pt x="53" y="592"/>
                </a:cubicBezTo>
                <a:cubicBezTo>
                  <a:pt x="50" y="591"/>
                  <a:pt x="46" y="588"/>
                  <a:pt x="43" y="590"/>
                </a:cubicBezTo>
                <a:cubicBezTo>
                  <a:pt x="47" y="592"/>
                  <a:pt x="32" y="595"/>
                  <a:pt x="40" y="599"/>
                </a:cubicBezTo>
                <a:cubicBezTo>
                  <a:pt x="47" y="599"/>
                  <a:pt x="54" y="595"/>
                  <a:pt x="62" y="598"/>
                </a:cubicBezTo>
                <a:cubicBezTo>
                  <a:pt x="56" y="604"/>
                  <a:pt x="47" y="594"/>
                  <a:pt x="41" y="604"/>
                </a:cubicBezTo>
                <a:cubicBezTo>
                  <a:pt x="56" y="607"/>
                  <a:pt x="31" y="620"/>
                  <a:pt x="48" y="623"/>
                </a:cubicBezTo>
                <a:cubicBezTo>
                  <a:pt x="54" y="619"/>
                  <a:pt x="59" y="613"/>
                  <a:pt x="65" y="615"/>
                </a:cubicBezTo>
                <a:cubicBezTo>
                  <a:pt x="56" y="622"/>
                  <a:pt x="58" y="623"/>
                  <a:pt x="47" y="625"/>
                </a:cubicBezTo>
                <a:cubicBezTo>
                  <a:pt x="65" y="634"/>
                  <a:pt x="56" y="649"/>
                  <a:pt x="57" y="662"/>
                </a:cubicBezTo>
                <a:cubicBezTo>
                  <a:pt x="59" y="660"/>
                  <a:pt x="61" y="660"/>
                  <a:pt x="64" y="661"/>
                </a:cubicBezTo>
                <a:cubicBezTo>
                  <a:pt x="67" y="658"/>
                  <a:pt x="60" y="657"/>
                  <a:pt x="66" y="653"/>
                </a:cubicBezTo>
                <a:cubicBezTo>
                  <a:pt x="77" y="658"/>
                  <a:pt x="57" y="664"/>
                  <a:pt x="59" y="669"/>
                </a:cubicBezTo>
                <a:cubicBezTo>
                  <a:pt x="66" y="668"/>
                  <a:pt x="71" y="667"/>
                  <a:pt x="70" y="673"/>
                </a:cubicBezTo>
                <a:cubicBezTo>
                  <a:pt x="60" y="667"/>
                  <a:pt x="64" y="677"/>
                  <a:pt x="55" y="682"/>
                </a:cubicBezTo>
                <a:cubicBezTo>
                  <a:pt x="66" y="688"/>
                  <a:pt x="58" y="718"/>
                  <a:pt x="79" y="718"/>
                </a:cubicBezTo>
                <a:cubicBezTo>
                  <a:pt x="76" y="724"/>
                  <a:pt x="72" y="721"/>
                  <a:pt x="68" y="723"/>
                </a:cubicBezTo>
                <a:cubicBezTo>
                  <a:pt x="71" y="732"/>
                  <a:pt x="66" y="742"/>
                  <a:pt x="76" y="749"/>
                </a:cubicBezTo>
                <a:cubicBezTo>
                  <a:pt x="71" y="747"/>
                  <a:pt x="67" y="747"/>
                  <a:pt x="63" y="750"/>
                </a:cubicBezTo>
                <a:cubicBezTo>
                  <a:pt x="66" y="752"/>
                  <a:pt x="64" y="756"/>
                  <a:pt x="73" y="757"/>
                </a:cubicBezTo>
                <a:cubicBezTo>
                  <a:pt x="76" y="755"/>
                  <a:pt x="79" y="751"/>
                  <a:pt x="82" y="751"/>
                </a:cubicBezTo>
                <a:cubicBezTo>
                  <a:pt x="79" y="755"/>
                  <a:pt x="87" y="757"/>
                  <a:pt x="81" y="762"/>
                </a:cubicBezTo>
                <a:cubicBezTo>
                  <a:pt x="74" y="759"/>
                  <a:pt x="69" y="760"/>
                  <a:pt x="65" y="766"/>
                </a:cubicBezTo>
                <a:cubicBezTo>
                  <a:pt x="83" y="772"/>
                  <a:pt x="56" y="794"/>
                  <a:pt x="80" y="794"/>
                </a:cubicBezTo>
                <a:cubicBezTo>
                  <a:pt x="80" y="797"/>
                  <a:pt x="78" y="799"/>
                  <a:pt x="73" y="801"/>
                </a:cubicBezTo>
                <a:cubicBezTo>
                  <a:pt x="83" y="800"/>
                  <a:pt x="76" y="811"/>
                  <a:pt x="83" y="806"/>
                </a:cubicBezTo>
                <a:cubicBezTo>
                  <a:pt x="84" y="804"/>
                  <a:pt x="83" y="801"/>
                  <a:pt x="88" y="801"/>
                </a:cubicBezTo>
                <a:cubicBezTo>
                  <a:pt x="89" y="809"/>
                  <a:pt x="81" y="819"/>
                  <a:pt x="82" y="827"/>
                </a:cubicBezTo>
                <a:cubicBezTo>
                  <a:pt x="84" y="824"/>
                  <a:pt x="87" y="826"/>
                  <a:pt x="89" y="824"/>
                </a:cubicBezTo>
                <a:cubicBezTo>
                  <a:pt x="93" y="821"/>
                  <a:pt x="90" y="820"/>
                  <a:pt x="94" y="816"/>
                </a:cubicBezTo>
                <a:cubicBezTo>
                  <a:pt x="109" y="830"/>
                  <a:pt x="88" y="854"/>
                  <a:pt x="110" y="865"/>
                </a:cubicBezTo>
                <a:cubicBezTo>
                  <a:pt x="105" y="873"/>
                  <a:pt x="107" y="862"/>
                  <a:pt x="102" y="867"/>
                </a:cubicBezTo>
                <a:cubicBezTo>
                  <a:pt x="98" y="879"/>
                  <a:pt x="107" y="888"/>
                  <a:pt x="105" y="900"/>
                </a:cubicBezTo>
                <a:cubicBezTo>
                  <a:pt x="115" y="902"/>
                  <a:pt x="113" y="910"/>
                  <a:pt x="111" y="917"/>
                </a:cubicBezTo>
                <a:cubicBezTo>
                  <a:pt x="109" y="925"/>
                  <a:pt x="108" y="932"/>
                  <a:pt x="120" y="931"/>
                </a:cubicBezTo>
                <a:cubicBezTo>
                  <a:pt x="107" y="939"/>
                  <a:pt x="128" y="942"/>
                  <a:pt x="114" y="954"/>
                </a:cubicBezTo>
                <a:cubicBezTo>
                  <a:pt x="127" y="956"/>
                  <a:pt x="122" y="963"/>
                  <a:pt x="125" y="968"/>
                </a:cubicBezTo>
                <a:cubicBezTo>
                  <a:pt x="110" y="974"/>
                  <a:pt x="120" y="991"/>
                  <a:pt x="136" y="991"/>
                </a:cubicBezTo>
                <a:cubicBezTo>
                  <a:pt x="134" y="998"/>
                  <a:pt x="129" y="995"/>
                  <a:pt x="125" y="998"/>
                </a:cubicBezTo>
                <a:cubicBezTo>
                  <a:pt x="132" y="999"/>
                  <a:pt x="120" y="1008"/>
                  <a:pt x="127" y="1010"/>
                </a:cubicBezTo>
                <a:cubicBezTo>
                  <a:pt x="131" y="1006"/>
                  <a:pt x="142" y="1006"/>
                  <a:pt x="138" y="1012"/>
                </a:cubicBezTo>
                <a:cubicBezTo>
                  <a:pt x="134" y="1012"/>
                  <a:pt x="128" y="1007"/>
                  <a:pt x="125" y="1011"/>
                </a:cubicBezTo>
                <a:cubicBezTo>
                  <a:pt x="120" y="1019"/>
                  <a:pt x="138" y="1019"/>
                  <a:pt x="140" y="1024"/>
                </a:cubicBezTo>
                <a:cubicBezTo>
                  <a:pt x="132" y="1026"/>
                  <a:pt x="132" y="1028"/>
                  <a:pt x="130" y="1033"/>
                </a:cubicBezTo>
                <a:cubicBezTo>
                  <a:pt x="142" y="1035"/>
                  <a:pt x="140" y="1043"/>
                  <a:pt x="153" y="1045"/>
                </a:cubicBezTo>
                <a:cubicBezTo>
                  <a:pt x="153" y="1041"/>
                  <a:pt x="154" y="1039"/>
                  <a:pt x="160" y="1039"/>
                </a:cubicBezTo>
                <a:cubicBezTo>
                  <a:pt x="159" y="1041"/>
                  <a:pt x="157" y="1043"/>
                  <a:pt x="159" y="1044"/>
                </a:cubicBezTo>
                <a:cubicBezTo>
                  <a:pt x="163" y="1043"/>
                  <a:pt x="165" y="1036"/>
                  <a:pt x="170" y="1037"/>
                </a:cubicBezTo>
                <a:cubicBezTo>
                  <a:pt x="164" y="1052"/>
                  <a:pt x="179" y="1045"/>
                  <a:pt x="169" y="1062"/>
                </a:cubicBezTo>
                <a:cubicBezTo>
                  <a:pt x="164" y="1061"/>
                  <a:pt x="168" y="1046"/>
                  <a:pt x="158" y="1059"/>
                </a:cubicBezTo>
                <a:cubicBezTo>
                  <a:pt x="149" y="1059"/>
                  <a:pt x="157" y="1046"/>
                  <a:pt x="148" y="1050"/>
                </a:cubicBezTo>
                <a:cubicBezTo>
                  <a:pt x="148" y="1055"/>
                  <a:pt x="155" y="1057"/>
                  <a:pt x="145" y="1066"/>
                </a:cubicBezTo>
                <a:cubicBezTo>
                  <a:pt x="156" y="1066"/>
                  <a:pt x="147" y="1074"/>
                  <a:pt x="156" y="1075"/>
                </a:cubicBezTo>
                <a:cubicBezTo>
                  <a:pt x="162" y="1070"/>
                  <a:pt x="155" y="1070"/>
                  <a:pt x="158" y="1066"/>
                </a:cubicBezTo>
                <a:cubicBezTo>
                  <a:pt x="163" y="1069"/>
                  <a:pt x="165" y="1063"/>
                  <a:pt x="169" y="1062"/>
                </a:cubicBezTo>
                <a:cubicBezTo>
                  <a:pt x="177" y="1063"/>
                  <a:pt x="178" y="1066"/>
                  <a:pt x="175" y="1072"/>
                </a:cubicBezTo>
                <a:cubicBezTo>
                  <a:pt x="171" y="1071"/>
                  <a:pt x="167" y="1069"/>
                  <a:pt x="164" y="1072"/>
                </a:cubicBezTo>
                <a:cubicBezTo>
                  <a:pt x="167" y="1072"/>
                  <a:pt x="163" y="1076"/>
                  <a:pt x="166" y="1077"/>
                </a:cubicBezTo>
                <a:cubicBezTo>
                  <a:pt x="172" y="1079"/>
                  <a:pt x="174" y="1072"/>
                  <a:pt x="180" y="1075"/>
                </a:cubicBezTo>
                <a:cubicBezTo>
                  <a:pt x="174" y="1091"/>
                  <a:pt x="195" y="1101"/>
                  <a:pt x="174" y="1119"/>
                </a:cubicBezTo>
                <a:cubicBezTo>
                  <a:pt x="176" y="1120"/>
                  <a:pt x="177" y="1128"/>
                  <a:pt x="184" y="1123"/>
                </a:cubicBezTo>
                <a:cubicBezTo>
                  <a:pt x="189" y="1119"/>
                  <a:pt x="178" y="1114"/>
                  <a:pt x="189" y="1112"/>
                </a:cubicBezTo>
                <a:cubicBezTo>
                  <a:pt x="187" y="1117"/>
                  <a:pt x="191" y="1123"/>
                  <a:pt x="192" y="1128"/>
                </a:cubicBezTo>
                <a:cubicBezTo>
                  <a:pt x="194" y="1133"/>
                  <a:pt x="193" y="1138"/>
                  <a:pt x="181" y="1140"/>
                </a:cubicBezTo>
                <a:cubicBezTo>
                  <a:pt x="180" y="1143"/>
                  <a:pt x="182" y="1144"/>
                  <a:pt x="183" y="1145"/>
                </a:cubicBezTo>
                <a:cubicBezTo>
                  <a:pt x="189" y="1148"/>
                  <a:pt x="192" y="1140"/>
                  <a:pt x="198" y="1143"/>
                </a:cubicBezTo>
                <a:cubicBezTo>
                  <a:pt x="204" y="1163"/>
                  <a:pt x="205" y="1191"/>
                  <a:pt x="220" y="1203"/>
                </a:cubicBezTo>
                <a:cubicBezTo>
                  <a:pt x="217" y="1229"/>
                  <a:pt x="232" y="1247"/>
                  <a:pt x="238" y="1270"/>
                </a:cubicBezTo>
                <a:cubicBezTo>
                  <a:pt x="239" y="1268"/>
                  <a:pt x="240" y="1266"/>
                  <a:pt x="243" y="1266"/>
                </a:cubicBezTo>
                <a:cubicBezTo>
                  <a:pt x="232" y="1289"/>
                  <a:pt x="256" y="1309"/>
                  <a:pt x="259" y="1330"/>
                </a:cubicBezTo>
                <a:cubicBezTo>
                  <a:pt x="262" y="1330"/>
                  <a:pt x="265" y="1328"/>
                  <a:pt x="268" y="1327"/>
                </a:cubicBezTo>
                <a:cubicBezTo>
                  <a:pt x="268" y="1344"/>
                  <a:pt x="278" y="1354"/>
                  <a:pt x="278" y="1371"/>
                </a:cubicBezTo>
                <a:cubicBezTo>
                  <a:pt x="280" y="1368"/>
                  <a:pt x="282" y="1366"/>
                  <a:pt x="285" y="1367"/>
                </a:cubicBezTo>
                <a:cubicBezTo>
                  <a:pt x="278" y="1379"/>
                  <a:pt x="278" y="1391"/>
                  <a:pt x="293" y="1388"/>
                </a:cubicBezTo>
                <a:cubicBezTo>
                  <a:pt x="285" y="1409"/>
                  <a:pt x="312" y="1414"/>
                  <a:pt x="305" y="1435"/>
                </a:cubicBezTo>
                <a:cubicBezTo>
                  <a:pt x="314" y="1430"/>
                  <a:pt x="316" y="1444"/>
                  <a:pt x="305" y="1444"/>
                </a:cubicBezTo>
                <a:cubicBezTo>
                  <a:pt x="312" y="1438"/>
                  <a:pt x="301" y="1434"/>
                  <a:pt x="296" y="1439"/>
                </a:cubicBezTo>
                <a:cubicBezTo>
                  <a:pt x="296" y="1447"/>
                  <a:pt x="290" y="1447"/>
                  <a:pt x="285" y="1453"/>
                </a:cubicBezTo>
                <a:cubicBezTo>
                  <a:pt x="294" y="1461"/>
                  <a:pt x="308" y="1450"/>
                  <a:pt x="313" y="1447"/>
                </a:cubicBezTo>
                <a:cubicBezTo>
                  <a:pt x="315" y="1460"/>
                  <a:pt x="325" y="1468"/>
                  <a:pt x="332" y="1477"/>
                </a:cubicBezTo>
                <a:cubicBezTo>
                  <a:pt x="330" y="1481"/>
                  <a:pt x="327" y="1482"/>
                  <a:pt x="325" y="1486"/>
                </a:cubicBezTo>
                <a:cubicBezTo>
                  <a:pt x="341" y="1495"/>
                  <a:pt x="348" y="1510"/>
                  <a:pt x="354" y="1525"/>
                </a:cubicBezTo>
                <a:cubicBezTo>
                  <a:pt x="361" y="1541"/>
                  <a:pt x="366" y="1556"/>
                  <a:pt x="378" y="1564"/>
                </a:cubicBezTo>
                <a:cubicBezTo>
                  <a:pt x="375" y="1573"/>
                  <a:pt x="378" y="1573"/>
                  <a:pt x="375" y="1579"/>
                </a:cubicBezTo>
                <a:cubicBezTo>
                  <a:pt x="378" y="1579"/>
                  <a:pt x="379" y="1577"/>
                  <a:pt x="383" y="1578"/>
                </a:cubicBezTo>
                <a:cubicBezTo>
                  <a:pt x="392" y="1601"/>
                  <a:pt x="404" y="1621"/>
                  <a:pt x="417" y="1640"/>
                </a:cubicBezTo>
                <a:cubicBezTo>
                  <a:pt x="430" y="1659"/>
                  <a:pt x="443" y="1679"/>
                  <a:pt x="453" y="1701"/>
                </a:cubicBezTo>
                <a:cubicBezTo>
                  <a:pt x="463" y="1698"/>
                  <a:pt x="465" y="1712"/>
                  <a:pt x="461" y="1723"/>
                </a:cubicBezTo>
                <a:cubicBezTo>
                  <a:pt x="477" y="1722"/>
                  <a:pt x="470" y="1735"/>
                  <a:pt x="476" y="1741"/>
                </a:cubicBezTo>
                <a:cubicBezTo>
                  <a:pt x="485" y="1739"/>
                  <a:pt x="501" y="1770"/>
                  <a:pt x="513" y="1780"/>
                </a:cubicBezTo>
                <a:cubicBezTo>
                  <a:pt x="510" y="1781"/>
                  <a:pt x="507" y="1783"/>
                  <a:pt x="506" y="1787"/>
                </a:cubicBezTo>
                <a:cubicBezTo>
                  <a:pt x="526" y="1787"/>
                  <a:pt x="516" y="1810"/>
                  <a:pt x="532" y="1806"/>
                </a:cubicBezTo>
                <a:cubicBezTo>
                  <a:pt x="530" y="1810"/>
                  <a:pt x="528" y="1813"/>
                  <a:pt x="525" y="1815"/>
                </a:cubicBezTo>
                <a:cubicBezTo>
                  <a:pt x="527" y="1818"/>
                  <a:pt x="533" y="1817"/>
                  <a:pt x="537" y="1814"/>
                </a:cubicBezTo>
                <a:cubicBezTo>
                  <a:pt x="535" y="1824"/>
                  <a:pt x="546" y="1816"/>
                  <a:pt x="534" y="1826"/>
                </a:cubicBezTo>
                <a:cubicBezTo>
                  <a:pt x="544" y="1830"/>
                  <a:pt x="543" y="1841"/>
                  <a:pt x="557" y="1842"/>
                </a:cubicBezTo>
                <a:cubicBezTo>
                  <a:pt x="554" y="1843"/>
                  <a:pt x="551" y="1843"/>
                  <a:pt x="550" y="1847"/>
                </a:cubicBezTo>
                <a:cubicBezTo>
                  <a:pt x="559" y="1849"/>
                  <a:pt x="556" y="1859"/>
                  <a:pt x="567" y="1860"/>
                </a:cubicBezTo>
                <a:cubicBezTo>
                  <a:pt x="564" y="1861"/>
                  <a:pt x="560" y="1870"/>
                  <a:pt x="564" y="1869"/>
                </a:cubicBezTo>
                <a:cubicBezTo>
                  <a:pt x="570" y="1871"/>
                  <a:pt x="569" y="1861"/>
                  <a:pt x="575" y="1864"/>
                </a:cubicBezTo>
                <a:cubicBezTo>
                  <a:pt x="572" y="1878"/>
                  <a:pt x="579" y="1886"/>
                  <a:pt x="592" y="1889"/>
                </a:cubicBezTo>
                <a:cubicBezTo>
                  <a:pt x="587" y="1900"/>
                  <a:pt x="602" y="1898"/>
                  <a:pt x="609" y="1908"/>
                </a:cubicBezTo>
                <a:cubicBezTo>
                  <a:pt x="614" y="1913"/>
                  <a:pt x="612" y="1933"/>
                  <a:pt x="624" y="1927"/>
                </a:cubicBezTo>
                <a:cubicBezTo>
                  <a:pt x="629" y="1961"/>
                  <a:pt x="664" y="1963"/>
                  <a:pt x="671" y="1994"/>
                </a:cubicBezTo>
                <a:cubicBezTo>
                  <a:pt x="672" y="1991"/>
                  <a:pt x="673" y="1987"/>
                  <a:pt x="676" y="1987"/>
                </a:cubicBezTo>
                <a:cubicBezTo>
                  <a:pt x="678" y="1991"/>
                  <a:pt x="674" y="1989"/>
                  <a:pt x="672" y="1996"/>
                </a:cubicBezTo>
                <a:cubicBezTo>
                  <a:pt x="694" y="1997"/>
                  <a:pt x="702" y="2031"/>
                  <a:pt x="725" y="2041"/>
                </a:cubicBezTo>
                <a:cubicBezTo>
                  <a:pt x="723" y="2042"/>
                  <a:pt x="721" y="2043"/>
                  <a:pt x="721" y="2046"/>
                </a:cubicBezTo>
                <a:cubicBezTo>
                  <a:pt x="739" y="2050"/>
                  <a:pt x="743" y="2065"/>
                  <a:pt x="750" y="2078"/>
                </a:cubicBezTo>
                <a:cubicBezTo>
                  <a:pt x="769" y="2085"/>
                  <a:pt x="788" y="2097"/>
                  <a:pt x="782" y="2120"/>
                </a:cubicBezTo>
                <a:cubicBezTo>
                  <a:pt x="788" y="2119"/>
                  <a:pt x="789" y="2112"/>
                  <a:pt x="796" y="2112"/>
                </a:cubicBezTo>
                <a:cubicBezTo>
                  <a:pt x="791" y="2123"/>
                  <a:pt x="806" y="2117"/>
                  <a:pt x="805" y="2124"/>
                </a:cubicBezTo>
                <a:cubicBezTo>
                  <a:pt x="801" y="2125"/>
                  <a:pt x="800" y="2121"/>
                  <a:pt x="798" y="2125"/>
                </a:cubicBezTo>
                <a:cubicBezTo>
                  <a:pt x="803" y="2127"/>
                  <a:pt x="803" y="2129"/>
                  <a:pt x="811" y="2125"/>
                </a:cubicBezTo>
                <a:cubicBezTo>
                  <a:pt x="817" y="2141"/>
                  <a:pt x="830" y="2151"/>
                  <a:pt x="843" y="2161"/>
                </a:cubicBezTo>
                <a:cubicBezTo>
                  <a:pt x="849" y="2166"/>
                  <a:pt x="856" y="2171"/>
                  <a:pt x="861" y="2177"/>
                </a:cubicBezTo>
                <a:cubicBezTo>
                  <a:pt x="867" y="2182"/>
                  <a:pt x="871" y="2189"/>
                  <a:pt x="874" y="2197"/>
                </a:cubicBezTo>
                <a:cubicBezTo>
                  <a:pt x="879" y="2195"/>
                  <a:pt x="884" y="2194"/>
                  <a:pt x="886" y="2188"/>
                </a:cubicBezTo>
                <a:cubicBezTo>
                  <a:pt x="735" y="2040"/>
                  <a:pt x="594" y="1878"/>
                  <a:pt x="477" y="1699"/>
                </a:cubicBezTo>
                <a:cubicBezTo>
                  <a:pt x="419" y="1609"/>
                  <a:pt x="367" y="1515"/>
                  <a:pt x="323" y="1417"/>
                </a:cubicBezTo>
                <a:cubicBezTo>
                  <a:pt x="280" y="1319"/>
                  <a:pt x="244" y="1218"/>
                  <a:pt x="219" y="1114"/>
                </a:cubicBezTo>
                <a:cubicBezTo>
                  <a:pt x="215" y="1098"/>
                  <a:pt x="205" y="1078"/>
                  <a:pt x="209" y="1065"/>
                </a:cubicBezTo>
                <a:cubicBezTo>
                  <a:pt x="197" y="1060"/>
                  <a:pt x="201" y="1049"/>
                  <a:pt x="191" y="1044"/>
                </a:cubicBezTo>
                <a:cubicBezTo>
                  <a:pt x="192" y="1041"/>
                  <a:pt x="202" y="1034"/>
                  <a:pt x="196" y="1034"/>
                </a:cubicBezTo>
                <a:cubicBezTo>
                  <a:pt x="185" y="1037"/>
                  <a:pt x="192" y="1019"/>
                  <a:pt x="192" y="1015"/>
                </a:cubicBezTo>
                <a:cubicBezTo>
                  <a:pt x="194" y="1004"/>
                  <a:pt x="175" y="998"/>
                  <a:pt x="185" y="991"/>
                </a:cubicBezTo>
                <a:cubicBezTo>
                  <a:pt x="187" y="994"/>
                  <a:pt x="191" y="997"/>
                  <a:pt x="190" y="1001"/>
                </a:cubicBezTo>
                <a:cubicBezTo>
                  <a:pt x="209" y="985"/>
                  <a:pt x="168" y="978"/>
                  <a:pt x="186" y="960"/>
                </a:cubicBezTo>
                <a:cubicBezTo>
                  <a:pt x="175" y="956"/>
                  <a:pt x="175" y="946"/>
                  <a:pt x="175" y="936"/>
                </a:cubicBezTo>
                <a:cubicBezTo>
                  <a:pt x="175" y="927"/>
                  <a:pt x="175" y="918"/>
                  <a:pt x="163" y="919"/>
                </a:cubicBezTo>
                <a:cubicBezTo>
                  <a:pt x="168" y="915"/>
                  <a:pt x="162" y="914"/>
                  <a:pt x="169" y="909"/>
                </a:cubicBezTo>
                <a:cubicBezTo>
                  <a:pt x="159" y="910"/>
                  <a:pt x="155" y="896"/>
                  <a:pt x="170" y="891"/>
                </a:cubicBezTo>
                <a:cubicBezTo>
                  <a:pt x="166" y="880"/>
                  <a:pt x="151" y="873"/>
                  <a:pt x="157" y="859"/>
                </a:cubicBezTo>
                <a:cubicBezTo>
                  <a:pt x="161" y="856"/>
                  <a:pt x="168" y="862"/>
                  <a:pt x="172" y="858"/>
                </a:cubicBezTo>
                <a:cubicBezTo>
                  <a:pt x="168" y="857"/>
                  <a:pt x="163" y="851"/>
                  <a:pt x="159" y="857"/>
                </a:cubicBezTo>
                <a:cubicBezTo>
                  <a:pt x="148" y="846"/>
                  <a:pt x="162" y="827"/>
                  <a:pt x="146" y="818"/>
                </a:cubicBezTo>
                <a:cubicBezTo>
                  <a:pt x="155" y="816"/>
                  <a:pt x="153" y="807"/>
                  <a:pt x="142" y="810"/>
                </a:cubicBezTo>
                <a:cubicBezTo>
                  <a:pt x="145" y="806"/>
                  <a:pt x="149" y="807"/>
                  <a:pt x="152" y="806"/>
                </a:cubicBezTo>
                <a:cubicBezTo>
                  <a:pt x="147" y="801"/>
                  <a:pt x="155" y="789"/>
                  <a:pt x="140" y="791"/>
                </a:cubicBezTo>
                <a:cubicBezTo>
                  <a:pt x="141" y="785"/>
                  <a:pt x="140" y="781"/>
                  <a:pt x="140" y="775"/>
                </a:cubicBezTo>
                <a:cubicBezTo>
                  <a:pt x="150" y="768"/>
                  <a:pt x="148" y="760"/>
                  <a:pt x="145" y="750"/>
                </a:cubicBezTo>
                <a:cubicBezTo>
                  <a:pt x="143" y="740"/>
                  <a:pt x="140" y="729"/>
                  <a:pt x="148" y="719"/>
                </a:cubicBezTo>
                <a:cubicBezTo>
                  <a:pt x="126" y="708"/>
                  <a:pt x="158" y="683"/>
                  <a:pt x="132" y="673"/>
                </a:cubicBezTo>
                <a:cubicBezTo>
                  <a:pt x="142" y="667"/>
                  <a:pt x="129" y="668"/>
                  <a:pt x="136" y="663"/>
                </a:cubicBezTo>
                <a:cubicBezTo>
                  <a:pt x="148" y="670"/>
                  <a:pt x="144" y="684"/>
                  <a:pt x="151" y="695"/>
                </a:cubicBezTo>
                <a:cubicBezTo>
                  <a:pt x="156" y="694"/>
                  <a:pt x="161" y="694"/>
                  <a:pt x="165" y="692"/>
                </a:cubicBezTo>
                <a:cubicBezTo>
                  <a:pt x="167" y="688"/>
                  <a:pt x="166" y="685"/>
                  <a:pt x="157" y="683"/>
                </a:cubicBezTo>
                <a:cubicBezTo>
                  <a:pt x="162" y="675"/>
                  <a:pt x="171" y="687"/>
                  <a:pt x="175" y="677"/>
                </a:cubicBezTo>
                <a:cubicBezTo>
                  <a:pt x="165" y="680"/>
                  <a:pt x="170" y="664"/>
                  <a:pt x="157" y="672"/>
                </a:cubicBezTo>
                <a:cubicBezTo>
                  <a:pt x="164" y="663"/>
                  <a:pt x="150" y="662"/>
                  <a:pt x="158" y="656"/>
                </a:cubicBezTo>
                <a:cubicBezTo>
                  <a:pt x="148" y="662"/>
                  <a:pt x="148" y="657"/>
                  <a:pt x="138" y="659"/>
                </a:cubicBezTo>
                <a:cubicBezTo>
                  <a:pt x="147" y="648"/>
                  <a:pt x="139" y="644"/>
                  <a:pt x="132" y="641"/>
                </a:cubicBezTo>
                <a:cubicBezTo>
                  <a:pt x="135" y="636"/>
                  <a:pt x="140" y="639"/>
                  <a:pt x="144" y="636"/>
                </a:cubicBezTo>
                <a:cubicBezTo>
                  <a:pt x="138" y="629"/>
                  <a:pt x="137" y="614"/>
                  <a:pt x="145" y="609"/>
                </a:cubicBezTo>
                <a:cubicBezTo>
                  <a:pt x="142" y="616"/>
                  <a:pt x="151" y="620"/>
                  <a:pt x="150" y="626"/>
                </a:cubicBezTo>
                <a:cubicBezTo>
                  <a:pt x="155" y="621"/>
                  <a:pt x="162" y="624"/>
                  <a:pt x="167" y="616"/>
                </a:cubicBezTo>
                <a:cubicBezTo>
                  <a:pt x="158" y="618"/>
                  <a:pt x="161" y="613"/>
                  <a:pt x="154" y="612"/>
                </a:cubicBezTo>
                <a:cubicBezTo>
                  <a:pt x="169" y="610"/>
                  <a:pt x="174" y="580"/>
                  <a:pt x="160" y="577"/>
                </a:cubicBezTo>
                <a:cubicBezTo>
                  <a:pt x="163" y="571"/>
                  <a:pt x="168" y="579"/>
                  <a:pt x="171" y="572"/>
                </a:cubicBezTo>
                <a:cubicBezTo>
                  <a:pt x="169" y="572"/>
                  <a:pt x="170" y="570"/>
                  <a:pt x="169" y="569"/>
                </a:cubicBezTo>
                <a:cubicBezTo>
                  <a:pt x="160" y="570"/>
                  <a:pt x="154" y="568"/>
                  <a:pt x="147" y="575"/>
                </a:cubicBezTo>
                <a:cubicBezTo>
                  <a:pt x="150" y="571"/>
                  <a:pt x="148" y="567"/>
                  <a:pt x="147" y="564"/>
                </a:cubicBezTo>
                <a:cubicBezTo>
                  <a:pt x="139" y="567"/>
                  <a:pt x="144" y="574"/>
                  <a:pt x="137" y="574"/>
                </a:cubicBezTo>
                <a:cubicBezTo>
                  <a:pt x="146" y="567"/>
                  <a:pt x="130" y="566"/>
                  <a:pt x="140" y="559"/>
                </a:cubicBezTo>
                <a:cubicBezTo>
                  <a:pt x="151" y="559"/>
                  <a:pt x="149" y="565"/>
                  <a:pt x="158" y="563"/>
                </a:cubicBezTo>
                <a:cubicBezTo>
                  <a:pt x="163" y="557"/>
                  <a:pt x="153" y="555"/>
                  <a:pt x="157" y="549"/>
                </a:cubicBezTo>
                <a:cubicBezTo>
                  <a:pt x="163" y="551"/>
                  <a:pt x="168" y="544"/>
                  <a:pt x="173" y="546"/>
                </a:cubicBezTo>
                <a:cubicBezTo>
                  <a:pt x="174" y="548"/>
                  <a:pt x="179" y="553"/>
                  <a:pt x="183" y="553"/>
                </a:cubicBezTo>
                <a:cubicBezTo>
                  <a:pt x="183" y="551"/>
                  <a:pt x="183" y="549"/>
                  <a:pt x="183" y="547"/>
                </a:cubicBezTo>
                <a:cubicBezTo>
                  <a:pt x="180" y="546"/>
                  <a:pt x="178" y="545"/>
                  <a:pt x="179" y="543"/>
                </a:cubicBezTo>
                <a:cubicBezTo>
                  <a:pt x="181" y="544"/>
                  <a:pt x="182" y="544"/>
                  <a:pt x="183" y="543"/>
                </a:cubicBezTo>
                <a:cubicBezTo>
                  <a:pt x="182" y="541"/>
                  <a:pt x="181" y="539"/>
                  <a:pt x="180" y="537"/>
                </a:cubicBezTo>
                <a:cubicBezTo>
                  <a:pt x="177" y="538"/>
                  <a:pt x="174" y="540"/>
                  <a:pt x="173" y="541"/>
                </a:cubicBezTo>
                <a:cubicBezTo>
                  <a:pt x="174" y="542"/>
                  <a:pt x="177" y="542"/>
                  <a:pt x="175" y="544"/>
                </a:cubicBezTo>
                <a:cubicBezTo>
                  <a:pt x="171" y="542"/>
                  <a:pt x="168" y="544"/>
                  <a:pt x="165" y="543"/>
                </a:cubicBezTo>
                <a:cubicBezTo>
                  <a:pt x="164" y="538"/>
                  <a:pt x="171" y="538"/>
                  <a:pt x="177" y="535"/>
                </a:cubicBezTo>
                <a:cubicBezTo>
                  <a:pt x="175" y="534"/>
                  <a:pt x="174" y="534"/>
                  <a:pt x="173" y="534"/>
                </a:cubicBezTo>
                <a:cubicBezTo>
                  <a:pt x="177" y="531"/>
                  <a:pt x="173" y="530"/>
                  <a:pt x="173" y="527"/>
                </a:cubicBezTo>
                <a:cubicBezTo>
                  <a:pt x="174" y="528"/>
                  <a:pt x="174" y="528"/>
                  <a:pt x="175" y="528"/>
                </a:cubicBezTo>
                <a:cubicBezTo>
                  <a:pt x="174" y="528"/>
                  <a:pt x="173" y="527"/>
                  <a:pt x="172" y="527"/>
                </a:cubicBezTo>
                <a:cubicBezTo>
                  <a:pt x="167" y="529"/>
                  <a:pt x="173" y="535"/>
                  <a:pt x="165" y="534"/>
                </a:cubicBezTo>
                <a:cubicBezTo>
                  <a:pt x="169" y="525"/>
                  <a:pt x="161" y="518"/>
                  <a:pt x="166" y="509"/>
                </a:cubicBezTo>
                <a:cubicBezTo>
                  <a:pt x="166" y="504"/>
                  <a:pt x="165" y="499"/>
                  <a:pt x="164" y="494"/>
                </a:cubicBezTo>
                <a:cubicBezTo>
                  <a:pt x="162" y="486"/>
                  <a:pt x="161" y="478"/>
                  <a:pt x="162" y="469"/>
                </a:cubicBezTo>
                <a:cubicBezTo>
                  <a:pt x="174" y="474"/>
                  <a:pt x="157" y="493"/>
                  <a:pt x="174" y="492"/>
                </a:cubicBezTo>
                <a:cubicBezTo>
                  <a:pt x="167" y="500"/>
                  <a:pt x="168" y="505"/>
                  <a:pt x="174" y="509"/>
                </a:cubicBezTo>
                <a:cubicBezTo>
                  <a:pt x="172" y="509"/>
                  <a:pt x="171" y="511"/>
                  <a:pt x="171" y="512"/>
                </a:cubicBezTo>
                <a:cubicBezTo>
                  <a:pt x="172" y="513"/>
                  <a:pt x="174" y="514"/>
                  <a:pt x="175" y="515"/>
                </a:cubicBezTo>
                <a:cubicBezTo>
                  <a:pt x="177" y="513"/>
                  <a:pt x="178" y="511"/>
                  <a:pt x="174" y="509"/>
                </a:cubicBezTo>
                <a:cubicBezTo>
                  <a:pt x="182" y="503"/>
                  <a:pt x="172" y="501"/>
                  <a:pt x="177" y="496"/>
                </a:cubicBezTo>
                <a:cubicBezTo>
                  <a:pt x="178" y="496"/>
                  <a:pt x="179" y="496"/>
                  <a:pt x="180" y="496"/>
                </a:cubicBezTo>
                <a:cubicBezTo>
                  <a:pt x="182" y="495"/>
                  <a:pt x="184" y="495"/>
                  <a:pt x="186" y="495"/>
                </a:cubicBezTo>
                <a:cubicBezTo>
                  <a:pt x="186" y="494"/>
                  <a:pt x="186" y="493"/>
                  <a:pt x="186" y="492"/>
                </a:cubicBezTo>
                <a:cubicBezTo>
                  <a:pt x="186" y="492"/>
                  <a:pt x="186" y="491"/>
                  <a:pt x="186" y="491"/>
                </a:cubicBezTo>
                <a:cubicBezTo>
                  <a:pt x="183" y="490"/>
                  <a:pt x="181" y="493"/>
                  <a:pt x="178" y="493"/>
                </a:cubicBezTo>
                <a:cubicBezTo>
                  <a:pt x="176" y="489"/>
                  <a:pt x="172" y="481"/>
                  <a:pt x="182" y="478"/>
                </a:cubicBezTo>
                <a:cubicBezTo>
                  <a:pt x="177" y="472"/>
                  <a:pt x="155" y="461"/>
                  <a:pt x="169" y="455"/>
                </a:cubicBezTo>
                <a:cubicBezTo>
                  <a:pt x="169" y="456"/>
                  <a:pt x="170" y="457"/>
                  <a:pt x="172" y="458"/>
                </a:cubicBezTo>
                <a:cubicBezTo>
                  <a:pt x="174" y="455"/>
                  <a:pt x="176" y="453"/>
                  <a:pt x="176" y="450"/>
                </a:cubicBezTo>
                <a:cubicBezTo>
                  <a:pt x="172" y="450"/>
                  <a:pt x="168" y="449"/>
                  <a:pt x="164" y="451"/>
                </a:cubicBezTo>
                <a:cubicBezTo>
                  <a:pt x="167" y="448"/>
                  <a:pt x="160" y="447"/>
                  <a:pt x="165" y="444"/>
                </a:cubicBezTo>
                <a:cubicBezTo>
                  <a:pt x="168" y="447"/>
                  <a:pt x="172" y="448"/>
                  <a:pt x="176" y="448"/>
                </a:cubicBezTo>
                <a:cubicBezTo>
                  <a:pt x="176" y="446"/>
                  <a:pt x="176" y="445"/>
                  <a:pt x="175" y="443"/>
                </a:cubicBezTo>
                <a:cubicBezTo>
                  <a:pt x="174" y="446"/>
                  <a:pt x="163" y="447"/>
                  <a:pt x="167" y="442"/>
                </a:cubicBezTo>
                <a:cubicBezTo>
                  <a:pt x="185" y="442"/>
                  <a:pt x="167" y="432"/>
                  <a:pt x="174" y="426"/>
                </a:cubicBezTo>
                <a:cubicBezTo>
                  <a:pt x="178" y="424"/>
                  <a:pt x="182" y="428"/>
                  <a:pt x="186" y="428"/>
                </a:cubicBezTo>
                <a:cubicBezTo>
                  <a:pt x="185" y="427"/>
                  <a:pt x="184" y="426"/>
                  <a:pt x="183" y="425"/>
                </a:cubicBezTo>
                <a:cubicBezTo>
                  <a:pt x="181" y="423"/>
                  <a:pt x="181" y="421"/>
                  <a:pt x="181" y="419"/>
                </a:cubicBezTo>
                <a:cubicBezTo>
                  <a:pt x="181" y="417"/>
                  <a:pt x="181" y="415"/>
                  <a:pt x="181" y="414"/>
                </a:cubicBezTo>
                <a:cubicBezTo>
                  <a:pt x="181" y="413"/>
                  <a:pt x="181" y="412"/>
                  <a:pt x="180" y="412"/>
                </a:cubicBezTo>
                <a:cubicBezTo>
                  <a:pt x="172" y="419"/>
                  <a:pt x="168" y="406"/>
                  <a:pt x="170" y="403"/>
                </a:cubicBezTo>
                <a:cubicBezTo>
                  <a:pt x="173" y="406"/>
                  <a:pt x="177" y="408"/>
                  <a:pt x="181" y="407"/>
                </a:cubicBezTo>
                <a:cubicBezTo>
                  <a:pt x="181" y="405"/>
                  <a:pt x="181" y="402"/>
                  <a:pt x="180" y="400"/>
                </a:cubicBezTo>
                <a:cubicBezTo>
                  <a:pt x="179" y="400"/>
                  <a:pt x="178" y="399"/>
                  <a:pt x="179" y="398"/>
                </a:cubicBezTo>
                <a:cubicBezTo>
                  <a:pt x="179" y="397"/>
                  <a:pt x="179" y="397"/>
                  <a:pt x="179" y="397"/>
                </a:cubicBezTo>
                <a:cubicBezTo>
                  <a:pt x="181" y="397"/>
                  <a:pt x="182" y="397"/>
                  <a:pt x="183" y="397"/>
                </a:cubicBezTo>
                <a:cubicBezTo>
                  <a:pt x="186" y="397"/>
                  <a:pt x="188" y="395"/>
                  <a:pt x="190" y="394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91" y="391"/>
                  <a:pt x="185" y="391"/>
                  <a:pt x="182" y="391"/>
                </a:cubicBezTo>
                <a:cubicBezTo>
                  <a:pt x="185" y="389"/>
                  <a:pt x="187" y="387"/>
                  <a:pt x="190" y="385"/>
                </a:cubicBezTo>
                <a:cubicBezTo>
                  <a:pt x="191" y="385"/>
                  <a:pt x="192" y="386"/>
                  <a:pt x="193" y="386"/>
                </a:cubicBezTo>
                <a:cubicBezTo>
                  <a:pt x="193" y="384"/>
                  <a:pt x="193" y="381"/>
                  <a:pt x="193" y="378"/>
                </a:cubicBezTo>
                <a:cubicBezTo>
                  <a:pt x="187" y="376"/>
                  <a:pt x="187" y="371"/>
                  <a:pt x="191" y="369"/>
                </a:cubicBezTo>
                <a:cubicBezTo>
                  <a:pt x="191" y="368"/>
                  <a:pt x="191" y="367"/>
                  <a:pt x="191" y="366"/>
                </a:cubicBezTo>
                <a:cubicBezTo>
                  <a:pt x="189" y="368"/>
                  <a:pt x="186" y="370"/>
                  <a:pt x="183" y="368"/>
                </a:cubicBezTo>
                <a:cubicBezTo>
                  <a:pt x="193" y="360"/>
                  <a:pt x="182" y="365"/>
                  <a:pt x="182" y="360"/>
                </a:cubicBezTo>
                <a:cubicBezTo>
                  <a:pt x="186" y="356"/>
                  <a:pt x="186" y="356"/>
                  <a:pt x="186" y="356"/>
                </a:cubicBezTo>
                <a:cubicBezTo>
                  <a:pt x="186" y="356"/>
                  <a:pt x="186" y="356"/>
                  <a:pt x="185" y="355"/>
                </a:cubicBezTo>
                <a:cubicBezTo>
                  <a:pt x="187" y="354"/>
                  <a:pt x="191" y="351"/>
                  <a:pt x="189" y="350"/>
                </a:cubicBezTo>
                <a:cubicBezTo>
                  <a:pt x="184" y="354"/>
                  <a:pt x="179" y="354"/>
                  <a:pt x="179" y="350"/>
                </a:cubicBezTo>
                <a:cubicBezTo>
                  <a:pt x="188" y="343"/>
                  <a:pt x="191" y="351"/>
                  <a:pt x="197" y="354"/>
                </a:cubicBezTo>
                <a:cubicBezTo>
                  <a:pt x="197" y="354"/>
                  <a:pt x="197" y="354"/>
                  <a:pt x="197" y="354"/>
                </a:cubicBezTo>
                <a:cubicBezTo>
                  <a:pt x="197" y="349"/>
                  <a:pt x="200" y="351"/>
                  <a:pt x="203" y="352"/>
                </a:cubicBezTo>
                <a:cubicBezTo>
                  <a:pt x="204" y="351"/>
                  <a:pt x="206" y="351"/>
                  <a:pt x="207" y="351"/>
                </a:cubicBezTo>
                <a:cubicBezTo>
                  <a:pt x="207" y="351"/>
                  <a:pt x="207" y="351"/>
                  <a:pt x="207" y="352"/>
                </a:cubicBezTo>
                <a:cubicBezTo>
                  <a:pt x="208" y="351"/>
                  <a:pt x="209" y="351"/>
                  <a:pt x="209" y="350"/>
                </a:cubicBezTo>
                <a:cubicBezTo>
                  <a:pt x="202" y="349"/>
                  <a:pt x="197" y="346"/>
                  <a:pt x="201" y="343"/>
                </a:cubicBezTo>
                <a:cubicBezTo>
                  <a:pt x="198" y="339"/>
                  <a:pt x="195" y="334"/>
                  <a:pt x="185" y="336"/>
                </a:cubicBezTo>
                <a:cubicBezTo>
                  <a:pt x="183" y="336"/>
                  <a:pt x="181" y="337"/>
                  <a:pt x="180" y="339"/>
                </a:cubicBezTo>
                <a:cubicBezTo>
                  <a:pt x="176" y="333"/>
                  <a:pt x="174" y="327"/>
                  <a:pt x="179" y="320"/>
                </a:cubicBezTo>
                <a:cubicBezTo>
                  <a:pt x="184" y="323"/>
                  <a:pt x="178" y="329"/>
                  <a:pt x="185" y="332"/>
                </a:cubicBezTo>
                <a:cubicBezTo>
                  <a:pt x="187" y="328"/>
                  <a:pt x="189" y="325"/>
                  <a:pt x="195" y="322"/>
                </a:cubicBezTo>
                <a:cubicBezTo>
                  <a:pt x="193" y="320"/>
                  <a:pt x="181" y="319"/>
                  <a:pt x="186" y="316"/>
                </a:cubicBezTo>
                <a:cubicBezTo>
                  <a:pt x="190" y="317"/>
                  <a:pt x="187" y="314"/>
                  <a:pt x="187" y="312"/>
                </a:cubicBezTo>
                <a:cubicBezTo>
                  <a:pt x="192" y="311"/>
                  <a:pt x="197" y="313"/>
                  <a:pt x="202" y="316"/>
                </a:cubicBezTo>
                <a:cubicBezTo>
                  <a:pt x="198" y="320"/>
                  <a:pt x="198" y="323"/>
                  <a:pt x="203" y="326"/>
                </a:cubicBezTo>
                <a:cubicBezTo>
                  <a:pt x="201" y="328"/>
                  <a:pt x="198" y="329"/>
                  <a:pt x="196" y="330"/>
                </a:cubicBezTo>
                <a:cubicBezTo>
                  <a:pt x="202" y="334"/>
                  <a:pt x="198" y="337"/>
                  <a:pt x="209" y="335"/>
                </a:cubicBezTo>
                <a:cubicBezTo>
                  <a:pt x="205" y="338"/>
                  <a:pt x="204" y="340"/>
                  <a:pt x="204" y="342"/>
                </a:cubicBezTo>
                <a:cubicBezTo>
                  <a:pt x="205" y="342"/>
                  <a:pt x="206" y="342"/>
                  <a:pt x="207" y="342"/>
                </a:cubicBezTo>
                <a:cubicBezTo>
                  <a:pt x="211" y="348"/>
                  <a:pt x="219" y="348"/>
                  <a:pt x="216" y="355"/>
                </a:cubicBezTo>
                <a:cubicBezTo>
                  <a:pt x="218" y="354"/>
                  <a:pt x="220" y="354"/>
                  <a:pt x="222" y="353"/>
                </a:cubicBezTo>
                <a:cubicBezTo>
                  <a:pt x="227" y="349"/>
                  <a:pt x="214" y="344"/>
                  <a:pt x="225" y="343"/>
                </a:cubicBezTo>
                <a:cubicBezTo>
                  <a:pt x="231" y="351"/>
                  <a:pt x="221" y="360"/>
                  <a:pt x="229" y="368"/>
                </a:cubicBezTo>
                <a:cubicBezTo>
                  <a:pt x="233" y="368"/>
                  <a:pt x="237" y="362"/>
                  <a:pt x="241" y="363"/>
                </a:cubicBezTo>
                <a:cubicBezTo>
                  <a:pt x="234" y="368"/>
                  <a:pt x="243" y="369"/>
                  <a:pt x="234" y="374"/>
                </a:cubicBezTo>
                <a:cubicBezTo>
                  <a:pt x="231" y="373"/>
                  <a:pt x="228" y="371"/>
                  <a:pt x="226" y="373"/>
                </a:cubicBezTo>
                <a:cubicBezTo>
                  <a:pt x="225" y="378"/>
                  <a:pt x="233" y="387"/>
                  <a:pt x="241" y="384"/>
                </a:cubicBezTo>
                <a:cubicBezTo>
                  <a:pt x="233" y="388"/>
                  <a:pt x="239" y="390"/>
                  <a:pt x="232" y="393"/>
                </a:cubicBezTo>
                <a:cubicBezTo>
                  <a:pt x="221" y="391"/>
                  <a:pt x="237" y="385"/>
                  <a:pt x="226" y="382"/>
                </a:cubicBezTo>
                <a:cubicBezTo>
                  <a:pt x="221" y="390"/>
                  <a:pt x="224" y="392"/>
                  <a:pt x="213" y="399"/>
                </a:cubicBezTo>
                <a:cubicBezTo>
                  <a:pt x="214" y="399"/>
                  <a:pt x="216" y="399"/>
                  <a:pt x="217" y="400"/>
                </a:cubicBezTo>
                <a:cubicBezTo>
                  <a:pt x="215" y="401"/>
                  <a:pt x="214" y="402"/>
                  <a:pt x="212" y="402"/>
                </a:cubicBezTo>
                <a:cubicBezTo>
                  <a:pt x="213" y="403"/>
                  <a:pt x="214" y="404"/>
                  <a:pt x="214" y="405"/>
                </a:cubicBezTo>
                <a:cubicBezTo>
                  <a:pt x="222" y="403"/>
                  <a:pt x="216" y="403"/>
                  <a:pt x="222" y="399"/>
                </a:cubicBezTo>
                <a:cubicBezTo>
                  <a:pt x="225" y="400"/>
                  <a:pt x="229" y="400"/>
                  <a:pt x="232" y="398"/>
                </a:cubicBezTo>
                <a:cubicBezTo>
                  <a:pt x="240" y="401"/>
                  <a:pt x="234" y="406"/>
                  <a:pt x="241" y="409"/>
                </a:cubicBezTo>
                <a:cubicBezTo>
                  <a:pt x="251" y="405"/>
                  <a:pt x="240" y="397"/>
                  <a:pt x="251" y="401"/>
                </a:cubicBezTo>
                <a:cubicBezTo>
                  <a:pt x="250" y="408"/>
                  <a:pt x="252" y="420"/>
                  <a:pt x="245" y="424"/>
                </a:cubicBezTo>
                <a:cubicBezTo>
                  <a:pt x="249" y="420"/>
                  <a:pt x="244" y="418"/>
                  <a:pt x="238" y="416"/>
                </a:cubicBezTo>
                <a:cubicBezTo>
                  <a:pt x="228" y="427"/>
                  <a:pt x="242" y="437"/>
                  <a:pt x="233" y="444"/>
                </a:cubicBezTo>
                <a:cubicBezTo>
                  <a:pt x="237" y="445"/>
                  <a:pt x="240" y="444"/>
                  <a:pt x="243" y="441"/>
                </a:cubicBezTo>
                <a:cubicBezTo>
                  <a:pt x="252" y="443"/>
                  <a:pt x="251" y="447"/>
                  <a:pt x="252" y="451"/>
                </a:cubicBezTo>
                <a:cubicBezTo>
                  <a:pt x="238" y="462"/>
                  <a:pt x="247" y="473"/>
                  <a:pt x="255" y="485"/>
                </a:cubicBezTo>
                <a:cubicBezTo>
                  <a:pt x="250" y="485"/>
                  <a:pt x="251" y="477"/>
                  <a:pt x="244" y="481"/>
                </a:cubicBezTo>
                <a:cubicBezTo>
                  <a:pt x="236" y="488"/>
                  <a:pt x="253" y="489"/>
                  <a:pt x="250" y="494"/>
                </a:cubicBezTo>
                <a:cubicBezTo>
                  <a:pt x="246" y="495"/>
                  <a:pt x="241" y="492"/>
                  <a:pt x="238" y="497"/>
                </a:cubicBezTo>
                <a:cubicBezTo>
                  <a:pt x="241" y="498"/>
                  <a:pt x="244" y="499"/>
                  <a:pt x="247" y="500"/>
                </a:cubicBezTo>
                <a:cubicBezTo>
                  <a:pt x="234" y="511"/>
                  <a:pt x="262" y="513"/>
                  <a:pt x="262" y="521"/>
                </a:cubicBezTo>
                <a:cubicBezTo>
                  <a:pt x="249" y="530"/>
                  <a:pt x="260" y="542"/>
                  <a:pt x="273" y="538"/>
                </a:cubicBezTo>
                <a:cubicBezTo>
                  <a:pt x="273" y="536"/>
                  <a:pt x="261" y="531"/>
                  <a:pt x="272" y="531"/>
                </a:cubicBezTo>
                <a:cubicBezTo>
                  <a:pt x="268" y="536"/>
                  <a:pt x="279" y="527"/>
                  <a:pt x="282" y="530"/>
                </a:cubicBezTo>
                <a:cubicBezTo>
                  <a:pt x="278" y="535"/>
                  <a:pt x="276" y="539"/>
                  <a:pt x="272" y="544"/>
                </a:cubicBezTo>
                <a:cubicBezTo>
                  <a:pt x="260" y="541"/>
                  <a:pt x="262" y="542"/>
                  <a:pt x="256" y="537"/>
                </a:cubicBezTo>
                <a:cubicBezTo>
                  <a:pt x="251" y="547"/>
                  <a:pt x="254" y="558"/>
                  <a:pt x="261" y="562"/>
                </a:cubicBezTo>
                <a:cubicBezTo>
                  <a:pt x="262" y="559"/>
                  <a:pt x="264" y="556"/>
                  <a:pt x="266" y="553"/>
                </a:cubicBezTo>
                <a:cubicBezTo>
                  <a:pt x="271" y="553"/>
                  <a:pt x="275" y="549"/>
                  <a:pt x="281" y="553"/>
                </a:cubicBezTo>
                <a:cubicBezTo>
                  <a:pt x="274" y="556"/>
                  <a:pt x="287" y="560"/>
                  <a:pt x="276" y="560"/>
                </a:cubicBezTo>
                <a:cubicBezTo>
                  <a:pt x="277" y="558"/>
                  <a:pt x="271" y="553"/>
                  <a:pt x="269" y="556"/>
                </a:cubicBezTo>
                <a:cubicBezTo>
                  <a:pt x="270" y="559"/>
                  <a:pt x="268" y="566"/>
                  <a:pt x="261" y="565"/>
                </a:cubicBezTo>
                <a:cubicBezTo>
                  <a:pt x="258" y="567"/>
                  <a:pt x="256" y="572"/>
                  <a:pt x="256" y="574"/>
                </a:cubicBezTo>
                <a:cubicBezTo>
                  <a:pt x="271" y="572"/>
                  <a:pt x="255" y="585"/>
                  <a:pt x="261" y="589"/>
                </a:cubicBezTo>
                <a:cubicBezTo>
                  <a:pt x="264" y="588"/>
                  <a:pt x="279" y="590"/>
                  <a:pt x="276" y="593"/>
                </a:cubicBezTo>
                <a:cubicBezTo>
                  <a:pt x="270" y="594"/>
                  <a:pt x="264" y="594"/>
                  <a:pt x="259" y="599"/>
                </a:cubicBezTo>
                <a:cubicBezTo>
                  <a:pt x="272" y="603"/>
                  <a:pt x="249" y="610"/>
                  <a:pt x="266" y="614"/>
                </a:cubicBezTo>
                <a:cubicBezTo>
                  <a:pt x="265" y="610"/>
                  <a:pt x="270" y="611"/>
                  <a:pt x="275" y="611"/>
                </a:cubicBezTo>
                <a:cubicBezTo>
                  <a:pt x="277" y="609"/>
                  <a:pt x="279" y="608"/>
                  <a:pt x="281" y="607"/>
                </a:cubicBezTo>
                <a:cubicBezTo>
                  <a:pt x="289" y="609"/>
                  <a:pt x="282" y="617"/>
                  <a:pt x="276" y="619"/>
                </a:cubicBezTo>
                <a:cubicBezTo>
                  <a:pt x="276" y="619"/>
                  <a:pt x="276" y="619"/>
                  <a:pt x="276" y="619"/>
                </a:cubicBezTo>
                <a:cubicBezTo>
                  <a:pt x="276" y="623"/>
                  <a:pt x="275" y="626"/>
                  <a:pt x="267" y="624"/>
                </a:cubicBezTo>
                <a:cubicBezTo>
                  <a:pt x="274" y="628"/>
                  <a:pt x="282" y="635"/>
                  <a:pt x="281" y="645"/>
                </a:cubicBezTo>
                <a:cubicBezTo>
                  <a:pt x="297" y="647"/>
                  <a:pt x="283" y="657"/>
                  <a:pt x="284" y="667"/>
                </a:cubicBezTo>
                <a:cubicBezTo>
                  <a:pt x="286" y="669"/>
                  <a:pt x="288" y="671"/>
                  <a:pt x="289" y="675"/>
                </a:cubicBezTo>
                <a:cubicBezTo>
                  <a:pt x="289" y="675"/>
                  <a:pt x="290" y="675"/>
                  <a:pt x="291" y="675"/>
                </a:cubicBezTo>
                <a:cubicBezTo>
                  <a:pt x="290" y="676"/>
                  <a:pt x="289" y="676"/>
                  <a:pt x="289" y="677"/>
                </a:cubicBezTo>
                <a:cubicBezTo>
                  <a:pt x="289" y="677"/>
                  <a:pt x="289" y="677"/>
                  <a:pt x="289" y="678"/>
                </a:cubicBezTo>
                <a:cubicBezTo>
                  <a:pt x="296" y="673"/>
                  <a:pt x="286" y="673"/>
                  <a:pt x="293" y="668"/>
                </a:cubicBezTo>
                <a:cubicBezTo>
                  <a:pt x="292" y="675"/>
                  <a:pt x="305" y="683"/>
                  <a:pt x="295" y="688"/>
                </a:cubicBezTo>
                <a:cubicBezTo>
                  <a:pt x="297" y="687"/>
                  <a:pt x="296" y="683"/>
                  <a:pt x="294" y="682"/>
                </a:cubicBezTo>
                <a:cubicBezTo>
                  <a:pt x="293" y="683"/>
                  <a:pt x="293" y="683"/>
                  <a:pt x="291" y="685"/>
                </a:cubicBezTo>
                <a:cubicBezTo>
                  <a:pt x="291" y="685"/>
                  <a:pt x="290" y="685"/>
                  <a:pt x="290" y="684"/>
                </a:cubicBezTo>
                <a:cubicBezTo>
                  <a:pt x="290" y="689"/>
                  <a:pt x="289" y="694"/>
                  <a:pt x="295" y="696"/>
                </a:cubicBezTo>
                <a:cubicBezTo>
                  <a:pt x="295" y="696"/>
                  <a:pt x="296" y="696"/>
                  <a:pt x="298" y="696"/>
                </a:cubicBezTo>
                <a:cubicBezTo>
                  <a:pt x="298" y="693"/>
                  <a:pt x="297" y="690"/>
                  <a:pt x="304" y="691"/>
                </a:cubicBezTo>
                <a:cubicBezTo>
                  <a:pt x="302" y="695"/>
                  <a:pt x="309" y="699"/>
                  <a:pt x="298" y="700"/>
                </a:cubicBezTo>
                <a:cubicBezTo>
                  <a:pt x="311" y="698"/>
                  <a:pt x="304" y="704"/>
                  <a:pt x="310" y="707"/>
                </a:cubicBezTo>
                <a:cubicBezTo>
                  <a:pt x="313" y="703"/>
                  <a:pt x="313" y="700"/>
                  <a:pt x="320" y="695"/>
                </a:cubicBezTo>
                <a:cubicBezTo>
                  <a:pt x="314" y="694"/>
                  <a:pt x="318" y="690"/>
                  <a:pt x="310" y="690"/>
                </a:cubicBezTo>
                <a:cubicBezTo>
                  <a:pt x="314" y="687"/>
                  <a:pt x="317" y="685"/>
                  <a:pt x="318" y="683"/>
                </a:cubicBezTo>
                <a:cubicBezTo>
                  <a:pt x="313" y="677"/>
                  <a:pt x="308" y="671"/>
                  <a:pt x="311" y="662"/>
                </a:cubicBezTo>
                <a:cubicBezTo>
                  <a:pt x="311" y="660"/>
                  <a:pt x="311" y="658"/>
                  <a:pt x="311" y="656"/>
                </a:cubicBezTo>
                <a:cubicBezTo>
                  <a:pt x="307" y="648"/>
                  <a:pt x="310" y="638"/>
                  <a:pt x="308" y="629"/>
                </a:cubicBezTo>
                <a:cubicBezTo>
                  <a:pt x="308" y="629"/>
                  <a:pt x="308" y="629"/>
                  <a:pt x="308" y="629"/>
                </a:cubicBezTo>
                <a:cubicBezTo>
                  <a:pt x="308" y="629"/>
                  <a:pt x="308" y="629"/>
                  <a:pt x="308" y="628"/>
                </a:cubicBezTo>
                <a:cubicBezTo>
                  <a:pt x="307" y="625"/>
                  <a:pt x="305" y="622"/>
                  <a:pt x="301" y="620"/>
                </a:cubicBezTo>
                <a:cubicBezTo>
                  <a:pt x="310" y="617"/>
                  <a:pt x="307" y="609"/>
                  <a:pt x="297" y="612"/>
                </a:cubicBezTo>
                <a:cubicBezTo>
                  <a:pt x="300" y="608"/>
                  <a:pt x="303" y="609"/>
                  <a:pt x="306" y="607"/>
                </a:cubicBezTo>
                <a:cubicBezTo>
                  <a:pt x="301" y="603"/>
                  <a:pt x="310" y="591"/>
                  <a:pt x="294" y="593"/>
                </a:cubicBezTo>
                <a:cubicBezTo>
                  <a:pt x="296" y="587"/>
                  <a:pt x="295" y="582"/>
                  <a:pt x="295" y="577"/>
                </a:cubicBezTo>
                <a:cubicBezTo>
                  <a:pt x="304" y="570"/>
                  <a:pt x="302" y="562"/>
                  <a:pt x="300" y="552"/>
                </a:cubicBezTo>
                <a:cubicBezTo>
                  <a:pt x="297" y="542"/>
                  <a:pt x="295" y="531"/>
                  <a:pt x="303" y="521"/>
                </a:cubicBezTo>
                <a:cubicBezTo>
                  <a:pt x="281" y="510"/>
                  <a:pt x="313" y="485"/>
                  <a:pt x="287" y="475"/>
                </a:cubicBezTo>
                <a:cubicBezTo>
                  <a:pt x="297" y="469"/>
                  <a:pt x="284" y="469"/>
                  <a:pt x="291" y="465"/>
                </a:cubicBezTo>
                <a:cubicBezTo>
                  <a:pt x="303" y="472"/>
                  <a:pt x="298" y="486"/>
                  <a:pt x="306" y="497"/>
                </a:cubicBezTo>
                <a:cubicBezTo>
                  <a:pt x="311" y="496"/>
                  <a:pt x="315" y="496"/>
                  <a:pt x="320" y="494"/>
                </a:cubicBezTo>
                <a:cubicBezTo>
                  <a:pt x="322" y="490"/>
                  <a:pt x="321" y="486"/>
                  <a:pt x="312" y="485"/>
                </a:cubicBezTo>
                <a:cubicBezTo>
                  <a:pt x="316" y="477"/>
                  <a:pt x="325" y="489"/>
                  <a:pt x="329" y="479"/>
                </a:cubicBezTo>
                <a:cubicBezTo>
                  <a:pt x="320" y="482"/>
                  <a:pt x="325" y="466"/>
                  <a:pt x="312" y="473"/>
                </a:cubicBezTo>
                <a:cubicBezTo>
                  <a:pt x="319" y="465"/>
                  <a:pt x="305" y="464"/>
                  <a:pt x="313" y="458"/>
                </a:cubicBezTo>
                <a:cubicBezTo>
                  <a:pt x="302" y="464"/>
                  <a:pt x="303" y="459"/>
                  <a:pt x="292" y="461"/>
                </a:cubicBezTo>
                <a:cubicBezTo>
                  <a:pt x="302" y="450"/>
                  <a:pt x="294" y="446"/>
                  <a:pt x="287" y="443"/>
                </a:cubicBezTo>
                <a:cubicBezTo>
                  <a:pt x="290" y="438"/>
                  <a:pt x="295" y="441"/>
                  <a:pt x="298" y="437"/>
                </a:cubicBezTo>
                <a:cubicBezTo>
                  <a:pt x="293" y="431"/>
                  <a:pt x="291" y="416"/>
                  <a:pt x="299" y="410"/>
                </a:cubicBezTo>
                <a:cubicBezTo>
                  <a:pt x="296" y="417"/>
                  <a:pt x="306" y="422"/>
                  <a:pt x="305" y="428"/>
                </a:cubicBezTo>
                <a:cubicBezTo>
                  <a:pt x="310" y="423"/>
                  <a:pt x="317" y="426"/>
                  <a:pt x="322" y="418"/>
                </a:cubicBezTo>
                <a:cubicBezTo>
                  <a:pt x="313" y="420"/>
                  <a:pt x="316" y="415"/>
                  <a:pt x="308" y="413"/>
                </a:cubicBezTo>
                <a:cubicBezTo>
                  <a:pt x="324" y="412"/>
                  <a:pt x="329" y="382"/>
                  <a:pt x="315" y="379"/>
                </a:cubicBezTo>
                <a:cubicBezTo>
                  <a:pt x="318" y="373"/>
                  <a:pt x="323" y="380"/>
                  <a:pt x="326" y="374"/>
                </a:cubicBezTo>
                <a:cubicBezTo>
                  <a:pt x="324" y="373"/>
                  <a:pt x="325" y="372"/>
                  <a:pt x="324" y="371"/>
                </a:cubicBezTo>
                <a:cubicBezTo>
                  <a:pt x="314" y="372"/>
                  <a:pt x="309" y="370"/>
                  <a:pt x="302" y="377"/>
                </a:cubicBezTo>
                <a:cubicBezTo>
                  <a:pt x="305" y="373"/>
                  <a:pt x="302" y="369"/>
                  <a:pt x="302" y="366"/>
                </a:cubicBezTo>
                <a:cubicBezTo>
                  <a:pt x="294" y="369"/>
                  <a:pt x="299" y="376"/>
                  <a:pt x="291" y="376"/>
                </a:cubicBezTo>
                <a:cubicBezTo>
                  <a:pt x="301" y="369"/>
                  <a:pt x="284" y="368"/>
                  <a:pt x="295" y="361"/>
                </a:cubicBezTo>
                <a:cubicBezTo>
                  <a:pt x="305" y="361"/>
                  <a:pt x="303" y="366"/>
                  <a:pt x="312" y="365"/>
                </a:cubicBezTo>
                <a:cubicBezTo>
                  <a:pt x="318" y="359"/>
                  <a:pt x="308" y="356"/>
                  <a:pt x="312" y="351"/>
                </a:cubicBezTo>
                <a:cubicBezTo>
                  <a:pt x="318" y="353"/>
                  <a:pt x="322" y="346"/>
                  <a:pt x="328" y="348"/>
                </a:cubicBezTo>
                <a:cubicBezTo>
                  <a:pt x="330" y="351"/>
                  <a:pt x="336" y="358"/>
                  <a:pt x="343" y="353"/>
                </a:cubicBezTo>
                <a:cubicBezTo>
                  <a:pt x="345" y="349"/>
                  <a:pt x="331" y="349"/>
                  <a:pt x="334" y="345"/>
                </a:cubicBezTo>
                <a:cubicBezTo>
                  <a:pt x="343" y="348"/>
                  <a:pt x="342" y="335"/>
                  <a:pt x="349" y="339"/>
                </a:cubicBezTo>
                <a:cubicBezTo>
                  <a:pt x="350" y="334"/>
                  <a:pt x="344" y="327"/>
                  <a:pt x="334" y="336"/>
                </a:cubicBezTo>
                <a:cubicBezTo>
                  <a:pt x="347" y="336"/>
                  <a:pt x="331" y="339"/>
                  <a:pt x="327" y="343"/>
                </a:cubicBezTo>
                <a:cubicBezTo>
                  <a:pt x="329" y="344"/>
                  <a:pt x="332" y="344"/>
                  <a:pt x="330" y="346"/>
                </a:cubicBezTo>
                <a:cubicBezTo>
                  <a:pt x="326" y="344"/>
                  <a:pt x="323" y="346"/>
                  <a:pt x="319" y="344"/>
                </a:cubicBezTo>
                <a:cubicBezTo>
                  <a:pt x="318" y="339"/>
                  <a:pt x="329" y="341"/>
                  <a:pt x="334" y="334"/>
                </a:cubicBezTo>
                <a:cubicBezTo>
                  <a:pt x="332" y="332"/>
                  <a:pt x="333" y="330"/>
                  <a:pt x="327" y="329"/>
                </a:cubicBezTo>
                <a:cubicBezTo>
                  <a:pt x="322" y="331"/>
                  <a:pt x="328" y="337"/>
                  <a:pt x="320" y="336"/>
                </a:cubicBezTo>
                <a:cubicBezTo>
                  <a:pt x="324" y="326"/>
                  <a:pt x="314" y="319"/>
                  <a:pt x="322" y="309"/>
                </a:cubicBezTo>
                <a:cubicBezTo>
                  <a:pt x="328" y="318"/>
                  <a:pt x="336" y="320"/>
                  <a:pt x="342" y="330"/>
                </a:cubicBezTo>
                <a:cubicBezTo>
                  <a:pt x="344" y="328"/>
                  <a:pt x="346" y="329"/>
                  <a:pt x="347" y="327"/>
                </a:cubicBezTo>
                <a:cubicBezTo>
                  <a:pt x="344" y="318"/>
                  <a:pt x="334" y="309"/>
                  <a:pt x="333" y="299"/>
                </a:cubicBezTo>
                <a:cubicBezTo>
                  <a:pt x="336" y="296"/>
                  <a:pt x="340" y="297"/>
                  <a:pt x="343" y="296"/>
                </a:cubicBezTo>
                <a:cubicBezTo>
                  <a:pt x="341" y="296"/>
                  <a:pt x="342" y="294"/>
                  <a:pt x="340" y="293"/>
                </a:cubicBezTo>
                <a:cubicBezTo>
                  <a:pt x="338" y="292"/>
                  <a:pt x="335" y="295"/>
                  <a:pt x="332" y="295"/>
                </a:cubicBezTo>
                <a:cubicBezTo>
                  <a:pt x="330" y="291"/>
                  <a:pt x="326" y="283"/>
                  <a:pt x="337" y="280"/>
                </a:cubicBezTo>
                <a:cubicBezTo>
                  <a:pt x="332" y="273"/>
                  <a:pt x="309" y="263"/>
                  <a:pt x="323" y="257"/>
                </a:cubicBezTo>
                <a:cubicBezTo>
                  <a:pt x="325" y="259"/>
                  <a:pt x="334" y="265"/>
                  <a:pt x="344" y="274"/>
                </a:cubicBezTo>
                <a:cubicBezTo>
                  <a:pt x="346" y="265"/>
                  <a:pt x="330" y="259"/>
                  <a:pt x="339" y="249"/>
                </a:cubicBezTo>
                <a:cubicBezTo>
                  <a:pt x="333" y="256"/>
                  <a:pt x="325" y="249"/>
                  <a:pt x="319" y="253"/>
                </a:cubicBezTo>
                <a:cubicBezTo>
                  <a:pt x="322" y="250"/>
                  <a:pt x="315" y="249"/>
                  <a:pt x="320" y="246"/>
                </a:cubicBezTo>
                <a:cubicBezTo>
                  <a:pt x="324" y="251"/>
                  <a:pt x="334" y="251"/>
                  <a:pt x="343" y="246"/>
                </a:cubicBezTo>
                <a:cubicBezTo>
                  <a:pt x="330" y="242"/>
                  <a:pt x="337" y="238"/>
                  <a:pt x="345" y="233"/>
                </a:cubicBezTo>
                <a:cubicBezTo>
                  <a:pt x="328" y="221"/>
                  <a:pt x="341" y="211"/>
                  <a:pt x="333" y="199"/>
                </a:cubicBezTo>
                <a:cubicBezTo>
                  <a:pt x="348" y="197"/>
                  <a:pt x="339" y="212"/>
                  <a:pt x="355" y="210"/>
                </a:cubicBezTo>
                <a:cubicBezTo>
                  <a:pt x="360" y="200"/>
                  <a:pt x="341" y="194"/>
                  <a:pt x="360" y="182"/>
                </a:cubicBezTo>
                <a:cubicBezTo>
                  <a:pt x="352" y="176"/>
                  <a:pt x="355" y="169"/>
                  <a:pt x="355" y="161"/>
                </a:cubicBezTo>
                <a:cubicBezTo>
                  <a:pt x="350" y="159"/>
                  <a:pt x="345" y="161"/>
                  <a:pt x="340" y="157"/>
                </a:cubicBezTo>
                <a:cubicBezTo>
                  <a:pt x="342" y="155"/>
                  <a:pt x="346" y="153"/>
                  <a:pt x="344" y="152"/>
                </a:cubicBezTo>
                <a:cubicBezTo>
                  <a:pt x="339" y="156"/>
                  <a:pt x="334" y="156"/>
                  <a:pt x="334" y="152"/>
                </a:cubicBezTo>
                <a:cubicBezTo>
                  <a:pt x="343" y="145"/>
                  <a:pt x="346" y="153"/>
                  <a:pt x="352" y="156"/>
                </a:cubicBezTo>
                <a:cubicBezTo>
                  <a:pt x="351" y="148"/>
                  <a:pt x="359" y="158"/>
                  <a:pt x="364" y="152"/>
                </a:cubicBezTo>
                <a:cubicBezTo>
                  <a:pt x="354" y="151"/>
                  <a:pt x="350" y="145"/>
                  <a:pt x="361" y="144"/>
                </a:cubicBezTo>
                <a:cubicBezTo>
                  <a:pt x="366" y="150"/>
                  <a:pt x="374" y="150"/>
                  <a:pt x="370" y="157"/>
                </a:cubicBezTo>
                <a:cubicBezTo>
                  <a:pt x="372" y="155"/>
                  <a:pt x="375" y="156"/>
                  <a:pt x="376" y="155"/>
                </a:cubicBezTo>
                <a:cubicBezTo>
                  <a:pt x="382" y="151"/>
                  <a:pt x="369" y="146"/>
                  <a:pt x="380" y="145"/>
                </a:cubicBezTo>
                <a:cubicBezTo>
                  <a:pt x="385" y="152"/>
                  <a:pt x="376" y="162"/>
                  <a:pt x="384" y="169"/>
                </a:cubicBezTo>
                <a:cubicBezTo>
                  <a:pt x="388" y="170"/>
                  <a:pt x="392" y="164"/>
                  <a:pt x="396" y="165"/>
                </a:cubicBezTo>
                <a:cubicBezTo>
                  <a:pt x="389" y="170"/>
                  <a:pt x="398" y="171"/>
                  <a:pt x="388" y="176"/>
                </a:cubicBezTo>
                <a:cubicBezTo>
                  <a:pt x="386" y="175"/>
                  <a:pt x="383" y="173"/>
                  <a:pt x="380" y="175"/>
                </a:cubicBezTo>
                <a:cubicBezTo>
                  <a:pt x="380" y="179"/>
                  <a:pt x="388" y="189"/>
                  <a:pt x="395" y="186"/>
                </a:cubicBezTo>
                <a:cubicBezTo>
                  <a:pt x="388" y="189"/>
                  <a:pt x="394" y="191"/>
                  <a:pt x="386" y="195"/>
                </a:cubicBezTo>
                <a:cubicBezTo>
                  <a:pt x="376" y="193"/>
                  <a:pt x="391" y="187"/>
                  <a:pt x="381" y="184"/>
                </a:cubicBezTo>
                <a:cubicBezTo>
                  <a:pt x="375" y="193"/>
                  <a:pt x="379" y="194"/>
                  <a:pt x="364" y="202"/>
                </a:cubicBezTo>
                <a:cubicBezTo>
                  <a:pt x="367" y="203"/>
                  <a:pt x="368" y="205"/>
                  <a:pt x="369" y="206"/>
                </a:cubicBezTo>
                <a:cubicBezTo>
                  <a:pt x="376" y="205"/>
                  <a:pt x="371" y="204"/>
                  <a:pt x="377" y="200"/>
                </a:cubicBezTo>
                <a:cubicBezTo>
                  <a:pt x="380" y="202"/>
                  <a:pt x="383" y="202"/>
                  <a:pt x="387" y="200"/>
                </a:cubicBezTo>
                <a:cubicBezTo>
                  <a:pt x="395" y="203"/>
                  <a:pt x="389" y="208"/>
                  <a:pt x="396" y="211"/>
                </a:cubicBezTo>
                <a:cubicBezTo>
                  <a:pt x="406" y="207"/>
                  <a:pt x="395" y="199"/>
                  <a:pt x="405" y="203"/>
                </a:cubicBezTo>
                <a:cubicBezTo>
                  <a:pt x="405" y="210"/>
                  <a:pt x="406" y="222"/>
                  <a:pt x="400" y="225"/>
                </a:cubicBezTo>
                <a:cubicBezTo>
                  <a:pt x="403" y="222"/>
                  <a:pt x="398" y="220"/>
                  <a:pt x="393" y="218"/>
                </a:cubicBezTo>
                <a:cubicBezTo>
                  <a:pt x="382" y="229"/>
                  <a:pt x="397" y="239"/>
                  <a:pt x="388" y="245"/>
                </a:cubicBezTo>
                <a:cubicBezTo>
                  <a:pt x="391" y="247"/>
                  <a:pt x="394" y="246"/>
                  <a:pt x="397" y="243"/>
                </a:cubicBezTo>
                <a:cubicBezTo>
                  <a:pt x="407" y="245"/>
                  <a:pt x="406" y="249"/>
                  <a:pt x="407" y="253"/>
                </a:cubicBezTo>
                <a:cubicBezTo>
                  <a:pt x="393" y="264"/>
                  <a:pt x="402" y="275"/>
                  <a:pt x="409" y="287"/>
                </a:cubicBezTo>
                <a:cubicBezTo>
                  <a:pt x="404" y="287"/>
                  <a:pt x="406" y="279"/>
                  <a:pt x="399" y="283"/>
                </a:cubicBezTo>
                <a:cubicBezTo>
                  <a:pt x="391" y="289"/>
                  <a:pt x="407" y="291"/>
                  <a:pt x="405" y="296"/>
                </a:cubicBezTo>
                <a:cubicBezTo>
                  <a:pt x="401" y="297"/>
                  <a:pt x="396" y="294"/>
                  <a:pt x="393" y="299"/>
                </a:cubicBezTo>
                <a:cubicBezTo>
                  <a:pt x="395" y="300"/>
                  <a:pt x="398" y="301"/>
                  <a:pt x="401" y="302"/>
                </a:cubicBezTo>
                <a:cubicBezTo>
                  <a:pt x="389" y="312"/>
                  <a:pt x="416" y="315"/>
                  <a:pt x="417" y="323"/>
                </a:cubicBezTo>
                <a:cubicBezTo>
                  <a:pt x="404" y="332"/>
                  <a:pt x="415" y="344"/>
                  <a:pt x="428" y="340"/>
                </a:cubicBezTo>
                <a:cubicBezTo>
                  <a:pt x="428" y="338"/>
                  <a:pt x="416" y="333"/>
                  <a:pt x="426" y="333"/>
                </a:cubicBezTo>
                <a:cubicBezTo>
                  <a:pt x="423" y="338"/>
                  <a:pt x="434" y="329"/>
                  <a:pt x="437" y="332"/>
                </a:cubicBezTo>
                <a:cubicBezTo>
                  <a:pt x="433" y="336"/>
                  <a:pt x="430" y="341"/>
                  <a:pt x="426" y="346"/>
                </a:cubicBezTo>
                <a:cubicBezTo>
                  <a:pt x="414" y="343"/>
                  <a:pt x="416" y="344"/>
                  <a:pt x="411" y="338"/>
                </a:cubicBezTo>
                <a:cubicBezTo>
                  <a:pt x="405" y="351"/>
                  <a:pt x="409" y="363"/>
                  <a:pt x="420" y="365"/>
                </a:cubicBezTo>
                <a:cubicBezTo>
                  <a:pt x="415" y="365"/>
                  <a:pt x="411" y="374"/>
                  <a:pt x="411" y="376"/>
                </a:cubicBezTo>
                <a:cubicBezTo>
                  <a:pt x="426" y="374"/>
                  <a:pt x="410" y="387"/>
                  <a:pt x="416" y="391"/>
                </a:cubicBezTo>
                <a:cubicBezTo>
                  <a:pt x="419" y="390"/>
                  <a:pt x="433" y="391"/>
                  <a:pt x="431" y="395"/>
                </a:cubicBezTo>
                <a:cubicBezTo>
                  <a:pt x="425" y="396"/>
                  <a:pt x="419" y="396"/>
                  <a:pt x="413" y="401"/>
                </a:cubicBezTo>
                <a:cubicBezTo>
                  <a:pt x="427" y="405"/>
                  <a:pt x="404" y="412"/>
                  <a:pt x="420" y="416"/>
                </a:cubicBezTo>
                <a:cubicBezTo>
                  <a:pt x="420" y="411"/>
                  <a:pt x="425" y="413"/>
                  <a:pt x="430" y="413"/>
                </a:cubicBezTo>
                <a:cubicBezTo>
                  <a:pt x="429" y="419"/>
                  <a:pt x="435" y="429"/>
                  <a:pt x="422" y="425"/>
                </a:cubicBezTo>
                <a:cubicBezTo>
                  <a:pt x="431" y="431"/>
                  <a:pt x="440" y="441"/>
                  <a:pt x="434" y="453"/>
                </a:cubicBezTo>
                <a:cubicBezTo>
                  <a:pt x="437" y="454"/>
                  <a:pt x="440" y="455"/>
                  <a:pt x="443" y="455"/>
                </a:cubicBezTo>
                <a:cubicBezTo>
                  <a:pt x="439" y="463"/>
                  <a:pt x="433" y="453"/>
                  <a:pt x="429" y="458"/>
                </a:cubicBezTo>
                <a:cubicBezTo>
                  <a:pt x="433" y="467"/>
                  <a:pt x="444" y="468"/>
                  <a:pt x="444" y="480"/>
                </a:cubicBezTo>
                <a:cubicBezTo>
                  <a:pt x="451" y="475"/>
                  <a:pt x="441" y="475"/>
                  <a:pt x="448" y="470"/>
                </a:cubicBezTo>
                <a:cubicBezTo>
                  <a:pt x="447" y="476"/>
                  <a:pt x="460" y="485"/>
                  <a:pt x="450" y="490"/>
                </a:cubicBezTo>
                <a:cubicBezTo>
                  <a:pt x="452" y="488"/>
                  <a:pt x="448" y="481"/>
                  <a:pt x="445" y="484"/>
                </a:cubicBezTo>
                <a:cubicBezTo>
                  <a:pt x="446" y="490"/>
                  <a:pt x="442" y="497"/>
                  <a:pt x="452" y="499"/>
                </a:cubicBezTo>
                <a:cubicBezTo>
                  <a:pt x="453" y="496"/>
                  <a:pt x="450" y="492"/>
                  <a:pt x="459" y="492"/>
                </a:cubicBezTo>
                <a:cubicBezTo>
                  <a:pt x="457" y="497"/>
                  <a:pt x="464" y="501"/>
                  <a:pt x="453" y="502"/>
                </a:cubicBezTo>
                <a:cubicBezTo>
                  <a:pt x="466" y="500"/>
                  <a:pt x="459" y="506"/>
                  <a:pt x="465" y="509"/>
                </a:cubicBezTo>
                <a:cubicBezTo>
                  <a:pt x="468" y="505"/>
                  <a:pt x="468" y="502"/>
                  <a:pt x="474" y="497"/>
                </a:cubicBezTo>
                <a:cubicBezTo>
                  <a:pt x="468" y="496"/>
                  <a:pt x="473" y="492"/>
                  <a:pt x="465" y="492"/>
                </a:cubicBezTo>
                <a:cubicBezTo>
                  <a:pt x="489" y="476"/>
                  <a:pt x="453" y="468"/>
                  <a:pt x="471" y="450"/>
                </a:cubicBezTo>
                <a:cubicBezTo>
                  <a:pt x="460" y="446"/>
                  <a:pt x="477" y="434"/>
                  <a:pt x="463" y="431"/>
                </a:cubicBezTo>
                <a:cubicBezTo>
                  <a:pt x="464" y="418"/>
                  <a:pt x="466" y="405"/>
                  <a:pt x="460" y="393"/>
                </a:cubicBezTo>
                <a:cubicBezTo>
                  <a:pt x="464" y="393"/>
                  <a:pt x="468" y="389"/>
                  <a:pt x="473" y="389"/>
                </a:cubicBezTo>
                <a:cubicBezTo>
                  <a:pt x="472" y="386"/>
                  <a:pt x="478" y="381"/>
                  <a:pt x="471" y="380"/>
                </a:cubicBezTo>
                <a:cubicBezTo>
                  <a:pt x="477" y="373"/>
                  <a:pt x="484" y="373"/>
                  <a:pt x="490" y="370"/>
                </a:cubicBezTo>
                <a:cubicBezTo>
                  <a:pt x="485" y="369"/>
                  <a:pt x="479" y="366"/>
                  <a:pt x="473" y="367"/>
                </a:cubicBezTo>
                <a:cubicBezTo>
                  <a:pt x="473" y="361"/>
                  <a:pt x="480" y="355"/>
                  <a:pt x="483" y="353"/>
                </a:cubicBezTo>
                <a:cubicBezTo>
                  <a:pt x="477" y="352"/>
                  <a:pt x="473" y="353"/>
                  <a:pt x="474" y="348"/>
                </a:cubicBezTo>
                <a:cubicBezTo>
                  <a:pt x="485" y="347"/>
                  <a:pt x="485" y="355"/>
                  <a:pt x="493" y="350"/>
                </a:cubicBezTo>
                <a:cubicBezTo>
                  <a:pt x="490" y="347"/>
                  <a:pt x="482" y="341"/>
                  <a:pt x="495" y="338"/>
                </a:cubicBezTo>
                <a:cubicBezTo>
                  <a:pt x="489" y="336"/>
                  <a:pt x="491" y="333"/>
                  <a:pt x="488" y="331"/>
                </a:cubicBezTo>
                <a:cubicBezTo>
                  <a:pt x="482" y="334"/>
                  <a:pt x="476" y="335"/>
                  <a:pt x="469" y="332"/>
                </a:cubicBezTo>
                <a:cubicBezTo>
                  <a:pt x="476" y="326"/>
                  <a:pt x="475" y="334"/>
                  <a:pt x="483" y="327"/>
                </a:cubicBezTo>
                <a:cubicBezTo>
                  <a:pt x="474" y="322"/>
                  <a:pt x="486" y="316"/>
                  <a:pt x="482" y="308"/>
                </a:cubicBezTo>
                <a:cubicBezTo>
                  <a:pt x="492" y="312"/>
                  <a:pt x="491" y="313"/>
                  <a:pt x="501" y="309"/>
                </a:cubicBezTo>
                <a:cubicBezTo>
                  <a:pt x="497" y="313"/>
                  <a:pt x="508" y="313"/>
                  <a:pt x="510" y="314"/>
                </a:cubicBezTo>
                <a:cubicBezTo>
                  <a:pt x="506" y="320"/>
                  <a:pt x="509" y="323"/>
                  <a:pt x="510" y="327"/>
                </a:cubicBezTo>
                <a:cubicBezTo>
                  <a:pt x="502" y="328"/>
                  <a:pt x="506" y="320"/>
                  <a:pt x="499" y="324"/>
                </a:cubicBezTo>
                <a:cubicBezTo>
                  <a:pt x="510" y="326"/>
                  <a:pt x="490" y="337"/>
                  <a:pt x="507" y="335"/>
                </a:cubicBezTo>
                <a:cubicBezTo>
                  <a:pt x="499" y="345"/>
                  <a:pt x="498" y="350"/>
                  <a:pt x="495" y="361"/>
                </a:cubicBezTo>
                <a:cubicBezTo>
                  <a:pt x="499" y="362"/>
                  <a:pt x="502" y="363"/>
                  <a:pt x="505" y="362"/>
                </a:cubicBezTo>
                <a:cubicBezTo>
                  <a:pt x="504" y="364"/>
                  <a:pt x="502" y="366"/>
                  <a:pt x="506" y="367"/>
                </a:cubicBezTo>
                <a:cubicBezTo>
                  <a:pt x="503" y="373"/>
                  <a:pt x="498" y="365"/>
                  <a:pt x="494" y="369"/>
                </a:cubicBezTo>
                <a:cubicBezTo>
                  <a:pt x="491" y="375"/>
                  <a:pt x="497" y="377"/>
                  <a:pt x="506" y="375"/>
                </a:cubicBezTo>
                <a:cubicBezTo>
                  <a:pt x="503" y="380"/>
                  <a:pt x="498" y="378"/>
                  <a:pt x="495" y="382"/>
                </a:cubicBezTo>
                <a:cubicBezTo>
                  <a:pt x="496" y="390"/>
                  <a:pt x="508" y="389"/>
                  <a:pt x="494" y="401"/>
                </a:cubicBezTo>
                <a:cubicBezTo>
                  <a:pt x="498" y="403"/>
                  <a:pt x="502" y="398"/>
                  <a:pt x="506" y="401"/>
                </a:cubicBezTo>
                <a:cubicBezTo>
                  <a:pt x="504" y="408"/>
                  <a:pt x="503" y="410"/>
                  <a:pt x="511" y="404"/>
                </a:cubicBezTo>
                <a:cubicBezTo>
                  <a:pt x="514" y="407"/>
                  <a:pt x="506" y="412"/>
                  <a:pt x="507" y="416"/>
                </a:cubicBezTo>
                <a:cubicBezTo>
                  <a:pt x="522" y="425"/>
                  <a:pt x="506" y="440"/>
                  <a:pt x="508" y="450"/>
                </a:cubicBezTo>
                <a:cubicBezTo>
                  <a:pt x="511" y="451"/>
                  <a:pt x="514" y="452"/>
                  <a:pt x="518" y="453"/>
                </a:cubicBezTo>
                <a:cubicBezTo>
                  <a:pt x="518" y="450"/>
                  <a:pt x="516" y="448"/>
                  <a:pt x="512" y="447"/>
                </a:cubicBezTo>
                <a:cubicBezTo>
                  <a:pt x="520" y="443"/>
                  <a:pt x="520" y="442"/>
                  <a:pt x="511" y="443"/>
                </a:cubicBezTo>
                <a:cubicBezTo>
                  <a:pt x="519" y="438"/>
                  <a:pt x="517" y="436"/>
                  <a:pt x="518" y="433"/>
                </a:cubicBezTo>
                <a:cubicBezTo>
                  <a:pt x="524" y="436"/>
                  <a:pt x="521" y="441"/>
                  <a:pt x="528" y="443"/>
                </a:cubicBezTo>
                <a:cubicBezTo>
                  <a:pt x="530" y="442"/>
                  <a:pt x="532" y="440"/>
                  <a:pt x="533" y="438"/>
                </a:cubicBezTo>
                <a:cubicBezTo>
                  <a:pt x="532" y="436"/>
                  <a:pt x="532" y="433"/>
                  <a:pt x="532" y="430"/>
                </a:cubicBezTo>
                <a:cubicBezTo>
                  <a:pt x="530" y="427"/>
                  <a:pt x="528" y="425"/>
                  <a:pt x="529" y="422"/>
                </a:cubicBezTo>
                <a:cubicBezTo>
                  <a:pt x="530" y="422"/>
                  <a:pt x="530" y="422"/>
                  <a:pt x="531" y="421"/>
                </a:cubicBezTo>
                <a:cubicBezTo>
                  <a:pt x="530" y="411"/>
                  <a:pt x="531" y="399"/>
                  <a:pt x="535" y="388"/>
                </a:cubicBezTo>
                <a:cubicBezTo>
                  <a:pt x="544" y="388"/>
                  <a:pt x="540" y="393"/>
                  <a:pt x="542" y="395"/>
                </a:cubicBezTo>
                <a:cubicBezTo>
                  <a:pt x="545" y="393"/>
                  <a:pt x="545" y="392"/>
                  <a:pt x="551" y="387"/>
                </a:cubicBezTo>
                <a:cubicBezTo>
                  <a:pt x="558" y="389"/>
                  <a:pt x="560" y="387"/>
                  <a:pt x="570" y="387"/>
                </a:cubicBezTo>
                <a:cubicBezTo>
                  <a:pt x="572" y="390"/>
                  <a:pt x="564" y="395"/>
                  <a:pt x="575" y="396"/>
                </a:cubicBezTo>
                <a:cubicBezTo>
                  <a:pt x="562" y="408"/>
                  <a:pt x="572" y="414"/>
                  <a:pt x="566" y="427"/>
                </a:cubicBezTo>
                <a:cubicBezTo>
                  <a:pt x="585" y="429"/>
                  <a:pt x="567" y="439"/>
                  <a:pt x="573" y="444"/>
                </a:cubicBezTo>
                <a:cubicBezTo>
                  <a:pt x="575" y="443"/>
                  <a:pt x="578" y="441"/>
                  <a:pt x="581" y="443"/>
                </a:cubicBezTo>
                <a:cubicBezTo>
                  <a:pt x="574" y="447"/>
                  <a:pt x="583" y="448"/>
                  <a:pt x="574" y="453"/>
                </a:cubicBezTo>
                <a:cubicBezTo>
                  <a:pt x="572" y="453"/>
                  <a:pt x="570" y="453"/>
                  <a:pt x="568" y="453"/>
                </a:cubicBezTo>
                <a:cubicBezTo>
                  <a:pt x="568" y="454"/>
                  <a:pt x="567" y="455"/>
                  <a:pt x="565" y="457"/>
                </a:cubicBezTo>
                <a:cubicBezTo>
                  <a:pt x="570" y="457"/>
                  <a:pt x="574" y="451"/>
                  <a:pt x="579" y="454"/>
                </a:cubicBezTo>
                <a:cubicBezTo>
                  <a:pt x="577" y="456"/>
                  <a:pt x="575" y="457"/>
                  <a:pt x="574" y="458"/>
                </a:cubicBezTo>
                <a:cubicBezTo>
                  <a:pt x="577" y="458"/>
                  <a:pt x="580" y="457"/>
                  <a:pt x="583" y="459"/>
                </a:cubicBezTo>
                <a:cubicBezTo>
                  <a:pt x="576" y="464"/>
                  <a:pt x="577" y="465"/>
                  <a:pt x="587" y="468"/>
                </a:cubicBezTo>
                <a:cubicBezTo>
                  <a:pt x="584" y="470"/>
                  <a:pt x="582" y="471"/>
                  <a:pt x="579" y="471"/>
                </a:cubicBezTo>
                <a:cubicBezTo>
                  <a:pt x="581" y="474"/>
                  <a:pt x="589" y="475"/>
                  <a:pt x="588" y="478"/>
                </a:cubicBezTo>
                <a:cubicBezTo>
                  <a:pt x="572" y="482"/>
                  <a:pt x="580" y="471"/>
                  <a:pt x="576" y="467"/>
                </a:cubicBezTo>
                <a:cubicBezTo>
                  <a:pt x="573" y="468"/>
                  <a:pt x="570" y="468"/>
                  <a:pt x="567" y="468"/>
                </a:cubicBezTo>
                <a:cubicBezTo>
                  <a:pt x="567" y="470"/>
                  <a:pt x="567" y="471"/>
                  <a:pt x="567" y="474"/>
                </a:cubicBezTo>
                <a:cubicBezTo>
                  <a:pt x="566" y="472"/>
                  <a:pt x="565" y="472"/>
                  <a:pt x="563" y="471"/>
                </a:cubicBezTo>
                <a:cubicBezTo>
                  <a:pt x="567" y="473"/>
                  <a:pt x="567" y="475"/>
                  <a:pt x="568" y="478"/>
                </a:cubicBezTo>
                <a:cubicBezTo>
                  <a:pt x="569" y="477"/>
                  <a:pt x="571" y="477"/>
                  <a:pt x="572" y="477"/>
                </a:cubicBezTo>
                <a:cubicBezTo>
                  <a:pt x="571" y="479"/>
                  <a:pt x="572" y="481"/>
                  <a:pt x="572" y="483"/>
                </a:cubicBezTo>
                <a:cubicBezTo>
                  <a:pt x="573" y="483"/>
                  <a:pt x="573" y="483"/>
                  <a:pt x="573" y="484"/>
                </a:cubicBezTo>
                <a:cubicBezTo>
                  <a:pt x="573" y="484"/>
                  <a:pt x="573" y="484"/>
                  <a:pt x="573" y="484"/>
                </a:cubicBezTo>
                <a:cubicBezTo>
                  <a:pt x="573" y="486"/>
                  <a:pt x="574" y="487"/>
                  <a:pt x="573" y="490"/>
                </a:cubicBezTo>
                <a:cubicBezTo>
                  <a:pt x="571" y="490"/>
                  <a:pt x="569" y="489"/>
                  <a:pt x="567" y="489"/>
                </a:cubicBezTo>
                <a:cubicBezTo>
                  <a:pt x="566" y="490"/>
                  <a:pt x="567" y="490"/>
                  <a:pt x="572" y="491"/>
                </a:cubicBezTo>
                <a:cubicBezTo>
                  <a:pt x="570" y="494"/>
                  <a:pt x="567" y="494"/>
                  <a:pt x="564" y="495"/>
                </a:cubicBezTo>
                <a:cubicBezTo>
                  <a:pt x="565" y="496"/>
                  <a:pt x="565" y="497"/>
                  <a:pt x="564" y="498"/>
                </a:cubicBezTo>
                <a:cubicBezTo>
                  <a:pt x="578" y="492"/>
                  <a:pt x="576" y="502"/>
                  <a:pt x="579" y="507"/>
                </a:cubicBezTo>
                <a:cubicBezTo>
                  <a:pt x="580" y="507"/>
                  <a:pt x="582" y="507"/>
                  <a:pt x="583" y="508"/>
                </a:cubicBezTo>
                <a:cubicBezTo>
                  <a:pt x="582" y="508"/>
                  <a:pt x="581" y="508"/>
                  <a:pt x="581" y="508"/>
                </a:cubicBezTo>
                <a:cubicBezTo>
                  <a:pt x="582" y="509"/>
                  <a:pt x="583" y="510"/>
                  <a:pt x="586" y="509"/>
                </a:cubicBezTo>
                <a:cubicBezTo>
                  <a:pt x="579" y="513"/>
                  <a:pt x="580" y="509"/>
                  <a:pt x="576" y="511"/>
                </a:cubicBezTo>
                <a:cubicBezTo>
                  <a:pt x="573" y="515"/>
                  <a:pt x="573" y="519"/>
                  <a:pt x="578" y="519"/>
                </a:cubicBezTo>
                <a:cubicBezTo>
                  <a:pt x="578" y="517"/>
                  <a:pt x="578" y="515"/>
                  <a:pt x="584" y="514"/>
                </a:cubicBezTo>
                <a:cubicBezTo>
                  <a:pt x="588" y="519"/>
                  <a:pt x="582" y="527"/>
                  <a:pt x="583" y="533"/>
                </a:cubicBezTo>
                <a:cubicBezTo>
                  <a:pt x="587" y="532"/>
                  <a:pt x="589" y="533"/>
                  <a:pt x="591" y="534"/>
                </a:cubicBezTo>
                <a:cubicBezTo>
                  <a:pt x="591" y="534"/>
                  <a:pt x="591" y="534"/>
                  <a:pt x="592" y="533"/>
                </a:cubicBezTo>
                <a:cubicBezTo>
                  <a:pt x="592" y="534"/>
                  <a:pt x="592" y="535"/>
                  <a:pt x="592" y="536"/>
                </a:cubicBezTo>
                <a:cubicBezTo>
                  <a:pt x="592" y="537"/>
                  <a:pt x="592" y="539"/>
                  <a:pt x="592" y="541"/>
                </a:cubicBezTo>
                <a:cubicBezTo>
                  <a:pt x="594" y="542"/>
                  <a:pt x="595" y="544"/>
                  <a:pt x="593" y="548"/>
                </a:cubicBezTo>
                <a:cubicBezTo>
                  <a:pt x="593" y="548"/>
                  <a:pt x="593" y="548"/>
                  <a:pt x="593" y="548"/>
                </a:cubicBezTo>
                <a:cubicBezTo>
                  <a:pt x="593" y="550"/>
                  <a:pt x="594" y="551"/>
                  <a:pt x="595" y="552"/>
                </a:cubicBezTo>
                <a:cubicBezTo>
                  <a:pt x="602" y="544"/>
                  <a:pt x="603" y="527"/>
                  <a:pt x="621" y="527"/>
                </a:cubicBezTo>
                <a:cubicBezTo>
                  <a:pt x="622" y="524"/>
                  <a:pt x="620" y="523"/>
                  <a:pt x="616" y="522"/>
                </a:cubicBezTo>
                <a:cubicBezTo>
                  <a:pt x="613" y="524"/>
                  <a:pt x="610" y="525"/>
                  <a:pt x="606" y="525"/>
                </a:cubicBezTo>
                <a:cubicBezTo>
                  <a:pt x="612" y="515"/>
                  <a:pt x="590" y="524"/>
                  <a:pt x="592" y="516"/>
                </a:cubicBezTo>
                <a:cubicBezTo>
                  <a:pt x="598" y="518"/>
                  <a:pt x="603" y="519"/>
                  <a:pt x="607" y="516"/>
                </a:cubicBezTo>
                <a:cubicBezTo>
                  <a:pt x="608" y="514"/>
                  <a:pt x="609" y="512"/>
                  <a:pt x="608" y="510"/>
                </a:cubicBezTo>
                <a:cubicBezTo>
                  <a:pt x="605" y="509"/>
                  <a:pt x="602" y="509"/>
                  <a:pt x="599" y="508"/>
                </a:cubicBezTo>
                <a:cubicBezTo>
                  <a:pt x="604" y="504"/>
                  <a:pt x="603" y="501"/>
                  <a:pt x="608" y="496"/>
                </a:cubicBezTo>
                <a:cubicBezTo>
                  <a:pt x="619" y="497"/>
                  <a:pt x="612" y="502"/>
                  <a:pt x="619" y="503"/>
                </a:cubicBezTo>
                <a:cubicBezTo>
                  <a:pt x="622" y="500"/>
                  <a:pt x="624" y="498"/>
                  <a:pt x="622" y="496"/>
                </a:cubicBezTo>
                <a:cubicBezTo>
                  <a:pt x="618" y="495"/>
                  <a:pt x="613" y="494"/>
                  <a:pt x="609" y="493"/>
                </a:cubicBezTo>
                <a:cubicBezTo>
                  <a:pt x="609" y="496"/>
                  <a:pt x="607" y="497"/>
                  <a:pt x="602" y="497"/>
                </a:cubicBezTo>
                <a:cubicBezTo>
                  <a:pt x="607" y="489"/>
                  <a:pt x="603" y="483"/>
                  <a:pt x="604" y="476"/>
                </a:cubicBezTo>
                <a:cubicBezTo>
                  <a:pt x="586" y="476"/>
                  <a:pt x="587" y="468"/>
                  <a:pt x="591" y="459"/>
                </a:cubicBezTo>
                <a:cubicBezTo>
                  <a:pt x="595" y="452"/>
                  <a:pt x="600" y="444"/>
                  <a:pt x="593" y="440"/>
                </a:cubicBezTo>
                <a:cubicBezTo>
                  <a:pt x="599" y="442"/>
                  <a:pt x="604" y="442"/>
                  <a:pt x="609" y="441"/>
                </a:cubicBezTo>
                <a:cubicBezTo>
                  <a:pt x="601" y="449"/>
                  <a:pt x="589" y="462"/>
                  <a:pt x="606" y="461"/>
                </a:cubicBezTo>
                <a:cubicBezTo>
                  <a:pt x="597" y="467"/>
                  <a:pt x="600" y="470"/>
                  <a:pt x="602" y="474"/>
                </a:cubicBezTo>
                <a:cubicBezTo>
                  <a:pt x="611" y="471"/>
                  <a:pt x="602" y="467"/>
                  <a:pt x="615" y="465"/>
                </a:cubicBezTo>
                <a:cubicBezTo>
                  <a:pt x="597" y="465"/>
                  <a:pt x="626" y="452"/>
                  <a:pt x="605" y="455"/>
                </a:cubicBezTo>
                <a:cubicBezTo>
                  <a:pt x="619" y="446"/>
                  <a:pt x="609" y="443"/>
                  <a:pt x="615" y="436"/>
                </a:cubicBezTo>
                <a:cubicBezTo>
                  <a:pt x="620" y="438"/>
                  <a:pt x="618" y="441"/>
                  <a:pt x="625" y="437"/>
                </a:cubicBezTo>
                <a:cubicBezTo>
                  <a:pt x="620" y="436"/>
                  <a:pt x="631" y="432"/>
                  <a:pt x="633" y="432"/>
                </a:cubicBezTo>
                <a:cubicBezTo>
                  <a:pt x="623" y="434"/>
                  <a:pt x="632" y="427"/>
                  <a:pt x="622" y="427"/>
                </a:cubicBezTo>
                <a:cubicBezTo>
                  <a:pt x="621" y="429"/>
                  <a:pt x="619" y="431"/>
                  <a:pt x="614" y="430"/>
                </a:cubicBezTo>
                <a:cubicBezTo>
                  <a:pt x="618" y="425"/>
                  <a:pt x="610" y="422"/>
                  <a:pt x="622" y="415"/>
                </a:cubicBezTo>
                <a:cubicBezTo>
                  <a:pt x="626" y="416"/>
                  <a:pt x="629" y="418"/>
                  <a:pt x="633" y="416"/>
                </a:cubicBezTo>
                <a:cubicBezTo>
                  <a:pt x="632" y="411"/>
                  <a:pt x="624" y="413"/>
                  <a:pt x="619" y="409"/>
                </a:cubicBezTo>
                <a:cubicBezTo>
                  <a:pt x="635" y="403"/>
                  <a:pt x="623" y="399"/>
                  <a:pt x="640" y="392"/>
                </a:cubicBezTo>
                <a:cubicBezTo>
                  <a:pt x="635" y="388"/>
                  <a:pt x="643" y="382"/>
                  <a:pt x="646" y="378"/>
                </a:cubicBezTo>
                <a:cubicBezTo>
                  <a:pt x="647" y="379"/>
                  <a:pt x="655" y="378"/>
                  <a:pt x="656" y="377"/>
                </a:cubicBezTo>
                <a:cubicBezTo>
                  <a:pt x="656" y="374"/>
                  <a:pt x="669" y="365"/>
                  <a:pt x="656" y="370"/>
                </a:cubicBezTo>
                <a:cubicBezTo>
                  <a:pt x="658" y="365"/>
                  <a:pt x="660" y="366"/>
                  <a:pt x="665" y="365"/>
                </a:cubicBezTo>
                <a:cubicBezTo>
                  <a:pt x="665" y="363"/>
                  <a:pt x="665" y="360"/>
                  <a:pt x="665" y="358"/>
                </a:cubicBezTo>
                <a:cubicBezTo>
                  <a:pt x="662" y="359"/>
                  <a:pt x="664" y="361"/>
                  <a:pt x="661" y="364"/>
                </a:cubicBezTo>
                <a:cubicBezTo>
                  <a:pt x="654" y="365"/>
                  <a:pt x="658" y="362"/>
                  <a:pt x="651" y="361"/>
                </a:cubicBezTo>
                <a:cubicBezTo>
                  <a:pt x="657" y="358"/>
                  <a:pt x="657" y="356"/>
                  <a:pt x="650" y="355"/>
                </a:cubicBezTo>
                <a:cubicBezTo>
                  <a:pt x="659" y="353"/>
                  <a:pt x="655" y="346"/>
                  <a:pt x="666" y="348"/>
                </a:cubicBezTo>
                <a:cubicBezTo>
                  <a:pt x="665" y="350"/>
                  <a:pt x="650" y="354"/>
                  <a:pt x="664" y="357"/>
                </a:cubicBezTo>
                <a:cubicBezTo>
                  <a:pt x="665" y="357"/>
                  <a:pt x="665" y="356"/>
                  <a:pt x="665" y="356"/>
                </a:cubicBezTo>
                <a:cubicBezTo>
                  <a:pt x="667" y="330"/>
                  <a:pt x="664" y="305"/>
                  <a:pt x="667" y="279"/>
                </a:cubicBezTo>
                <a:cubicBezTo>
                  <a:pt x="676" y="280"/>
                  <a:pt x="664" y="286"/>
                  <a:pt x="670" y="288"/>
                </a:cubicBezTo>
                <a:cubicBezTo>
                  <a:pt x="677" y="286"/>
                  <a:pt x="674" y="292"/>
                  <a:pt x="682" y="287"/>
                </a:cubicBezTo>
                <a:cubicBezTo>
                  <a:pt x="680" y="286"/>
                  <a:pt x="684" y="284"/>
                  <a:pt x="682" y="283"/>
                </a:cubicBezTo>
                <a:cubicBezTo>
                  <a:pt x="678" y="283"/>
                  <a:pt x="675" y="284"/>
                  <a:pt x="671" y="282"/>
                </a:cubicBezTo>
                <a:cubicBezTo>
                  <a:pt x="675" y="277"/>
                  <a:pt x="679" y="279"/>
                  <a:pt x="683" y="277"/>
                </a:cubicBezTo>
                <a:cubicBezTo>
                  <a:pt x="683" y="275"/>
                  <a:pt x="685" y="272"/>
                  <a:pt x="684" y="270"/>
                </a:cubicBezTo>
                <a:cubicBezTo>
                  <a:pt x="680" y="270"/>
                  <a:pt x="677" y="270"/>
                  <a:pt x="674" y="271"/>
                </a:cubicBezTo>
                <a:cubicBezTo>
                  <a:pt x="667" y="278"/>
                  <a:pt x="660" y="279"/>
                  <a:pt x="653" y="283"/>
                </a:cubicBezTo>
                <a:cubicBezTo>
                  <a:pt x="657" y="279"/>
                  <a:pt x="649" y="278"/>
                  <a:pt x="656" y="274"/>
                </a:cubicBezTo>
                <a:cubicBezTo>
                  <a:pt x="660" y="274"/>
                  <a:pt x="665" y="278"/>
                  <a:pt x="668" y="273"/>
                </a:cubicBezTo>
                <a:cubicBezTo>
                  <a:pt x="662" y="266"/>
                  <a:pt x="682" y="254"/>
                  <a:pt x="666" y="249"/>
                </a:cubicBezTo>
                <a:cubicBezTo>
                  <a:pt x="675" y="245"/>
                  <a:pt x="674" y="244"/>
                  <a:pt x="666" y="244"/>
                </a:cubicBezTo>
                <a:cubicBezTo>
                  <a:pt x="674" y="240"/>
                  <a:pt x="671" y="238"/>
                  <a:pt x="673" y="234"/>
                </a:cubicBezTo>
                <a:cubicBezTo>
                  <a:pt x="679" y="237"/>
                  <a:pt x="676" y="242"/>
                  <a:pt x="682" y="245"/>
                </a:cubicBezTo>
                <a:cubicBezTo>
                  <a:pt x="697" y="235"/>
                  <a:pt x="682" y="231"/>
                  <a:pt x="684" y="224"/>
                </a:cubicBezTo>
                <a:cubicBezTo>
                  <a:pt x="696" y="222"/>
                  <a:pt x="688" y="216"/>
                  <a:pt x="692" y="212"/>
                </a:cubicBezTo>
                <a:cubicBezTo>
                  <a:pt x="700" y="212"/>
                  <a:pt x="708" y="217"/>
                  <a:pt x="715" y="213"/>
                </a:cubicBezTo>
                <a:cubicBezTo>
                  <a:pt x="704" y="211"/>
                  <a:pt x="711" y="205"/>
                  <a:pt x="707" y="201"/>
                </a:cubicBezTo>
                <a:cubicBezTo>
                  <a:pt x="698" y="199"/>
                  <a:pt x="701" y="200"/>
                  <a:pt x="691" y="200"/>
                </a:cubicBezTo>
                <a:cubicBezTo>
                  <a:pt x="700" y="195"/>
                  <a:pt x="698" y="195"/>
                  <a:pt x="706" y="189"/>
                </a:cubicBezTo>
                <a:cubicBezTo>
                  <a:pt x="713" y="191"/>
                  <a:pt x="715" y="189"/>
                  <a:pt x="724" y="189"/>
                </a:cubicBezTo>
                <a:cubicBezTo>
                  <a:pt x="726" y="192"/>
                  <a:pt x="719" y="197"/>
                  <a:pt x="730" y="198"/>
                </a:cubicBezTo>
                <a:cubicBezTo>
                  <a:pt x="717" y="210"/>
                  <a:pt x="727" y="216"/>
                  <a:pt x="721" y="229"/>
                </a:cubicBezTo>
                <a:cubicBezTo>
                  <a:pt x="740" y="231"/>
                  <a:pt x="722" y="241"/>
                  <a:pt x="728" y="246"/>
                </a:cubicBezTo>
                <a:cubicBezTo>
                  <a:pt x="730" y="245"/>
                  <a:pt x="733" y="243"/>
                  <a:pt x="736" y="245"/>
                </a:cubicBezTo>
                <a:cubicBezTo>
                  <a:pt x="729" y="249"/>
                  <a:pt x="738" y="250"/>
                  <a:pt x="729" y="254"/>
                </a:cubicBezTo>
                <a:cubicBezTo>
                  <a:pt x="723" y="255"/>
                  <a:pt x="718" y="253"/>
                  <a:pt x="713" y="258"/>
                </a:cubicBezTo>
                <a:cubicBezTo>
                  <a:pt x="715" y="258"/>
                  <a:pt x="714" y="260"/>
                  <a:pt x="715" y="261"/>
                </a:cubicBezTo>
                <a:cubicBezTo>
                  <a:pt x="723" y="265"/>
                  <a:pt x="730" y="257"/>
                  <a:pt x="738" y="261"/>
                </a:cubicBezTo>
                <a:cubicBezTo>
                  <a:pt x="731" y="266"/>
                  <a:pt x="732" y="267"/>
                  <a:pt x="741" y="270"/>
                </a:cubicBezTo>
                <a:cubicBezTo>
                  <a:pt x="739" y="272"/>
                  <a:pt x="736" y="272"/>
                  <a:pt x="734" y="273"/>
                </a:cubicBezTo>
                <a:cubicBezTo>
                  <a:pt x="736" y="276"/>
                  <a:pt x="744" y="277"/>
                  <a:pt x="743" y="280"/>
                </a:cubicBezTo>
                <a:cubicBezTo>
                  <a:pt x="727" y="284"/>
                  <a:pt x="735" y="273"/>
                  <a:pt x="731" y="269"/>
                </a:cubicBezTo>
                <a:cubicBezTo>
                  <a:pt x="727" y="271"/>
                  <a:pt x="721" y="268"/>
                  <a:pt x="717" y="273"/>
                </a:cubicBezTo>
                <a:cubicBezTo>
                  <a:pt x="725" y="276"/>
                  <a:pt x="720" y="282"/>
                  <a:pt x="727" y="285"/>
                </a:cubicBezTo>
                <a:cubicBezTo>
                  <a:pt x="726" y="290"/>
                  <a:pt x="716" y="291"/>
                  <a:pt x="727" y="293"/>
                </a:cubicBezTo>
                <a:cubicBezTo>
                  <a:pt x="723" y="297"/>
                  <a:pt x="719" y="295"/>
                  <a:pt x="715" y="300"/>
                </a:cubicBezTo>
                <a:cubicBezTo>
                  <a:pt x="723" y="301"/>
                  <a:pt x="721" y="304"/>
                  <a:pt x="726" y="305"/>
                </a:cubicBezTo>
                <a:cubicBezTo>
                  <a:pt x="724" y="308"/>
                  <a:pt x="711" y="311"/>
                  <a:pt x="716" y="314"/>
                </a:cubicBezTo>
                <a:cubicBezTo>
                  <a:pt x="723" y="310"/>
                  <a:pt x="729" y="306"/>
                  <a:pt x="738" y="310"/>
                </a:cubicBezTo>
                <a:cubicBezTo>
                  <a:pt x="720" y="316"/>
                  <a:pt x="736" y="316"/>
                  <a:pt x="719" y="323"/>
                </a:cubicBezTo>
                <a:cubicBezTo>
                  <a:pt x="731" y="323"/>
                  <a:pt x="726" y="324"/>
                  <a:pt x="732" y="328"/>
                </a:cubicBezTo>
                <a:cubicBezTo>
                  <a:pt x="737" y="324"/>
                  <a:pt x="727" y="318"/>
                  <a:pt x="739" y="316"/>
                </a:cubicBezTo>
                <a:cubicBezTo>
                  <a:pt x="742" y="321"/>
                  <a:pt x="736" y="329"/>
                  <a:pt x="738" y="335"/>
                </a:cubicBezTo>
                <a:cubicBezTo>
                  <a:pt x="753" y="331"/>
                  <a:pt x="744" y="349"/>
                  <a:pt x="750" y="354"/>
                </a:cubicBezTo>
                <a:cubicBezTo>
                  <a:pt x="756" y="346"/>
                  <a:pt x="758" y="329"/>
                  <a:pt x="776" y="329"/>
                </a:cubicBezTo>
                <a:cubicBezTo>
                  <a:pt x="777" y="326"/>
                  <a:pt x="775" y="325"/>
                  <a:pt x="771" y="324"/>
                </a:cubicBezTo>
                <a:cubicBezTo>
                  <a:pt x="768" y="326"/>
                  <a:pt x="765" y="327"/>
                  <a:pt x="761" y="327"/>
                </a:cubicBezTo>
                <a:cubicBezTo>
                  <a:pt x="767" y="317"/>
                  <a:pt x="745" y="326"/>
                  <a:pt x="747" y="318"/>
                </a:cubicBezTo>
                <a:cubicBezTo>
                  <a:pt x="752" y="319"/>
                  <a:pt x="757" y="321"/>
                  <a:pt x="762" y="317"/>
                </a:cubicBezTo>
                <a:cubicBezTo>
                  <a:pt x="763" y="315"/>
                  <a:pt x="763" y="313"/>
                  <a:pt x="763" y="312"/>
                </a:cubicBezTo>
                <a:cubicBezTo>
                  <a:pt x="760" y="311"/>
                  <a:pt x="757" y="310"/>
                  <a:pt x="754" y="310"/>
                </a:cubicBezTo>
                <a:cubicBezTo>
                  <a:pt x="759" y="305"/>
                  <a:pt x="758" y="303"/>
                  <a:pt x="762" y="298"/>
                </a:cubicBezTo>
                <a:cubicBezTo>
                  <a:pt x="773" y="299"/>
                  <a:pt x="767" y="303"/>
                  <a:pt x="774" y="305"/>
                </a:cubicBezTo>
                <a:cubicBezTo>
                  <a:pt x="777" y="302"/>
                  <a:pt x="778" y="300"/>
                  <a:pt x="777" y="298"/>
                </a:cubicBezTo>
                <a:cubicBezTo>
                  <a:pt x="772" y="297"/>
                  <a:pt x="768" y="296"/>
                  <a:pt x="764" y="295"/>
                </a:cubicBezTo>
                <a:cubicBezTo>
                  <a:pt x="764" y="297"/>
                  <a:pt x="762" y="299"/>
                  <a:pt x="756" y="299"/>
                </a:cubicBezTo>
                <a:cubicBezTo>
                  <a:pt x="762" y="291"/>
                  <a:pt x="758" y="285"/>
                  <a:pt x="759" y="278"/>
                </a:cubicBezTo>
                <a:cubicBezTo>
                  <a:pt x="740" y="278"/>
                  <a:pt x="742" y="270"/>
                  <a:pt x="746" y="261"/>
                </a:cubicBezTo>
                <a:cubicBezTo>
                  <a:pt x="749" y="254"/>
                  <a:pt x="755" y="246"/>
                  <a:pt x="748" y="242"/>
                </a:cubicBezTo>
                <a:cubicBezTo>
                  <a:pt x="753" y="244"/>
                  <a:pt x="759" y="243"/>
                  <a:pt x="764" y="243"/>
                </a:cubicBezTo>
                <a:cubicBezTo>
                  <a:pt x="756" y="251"/>
                  <a:pt x="744" y="264"/>
                  <a:pt x="761" y="263"/>
                </a:cubicBezTo>
                <a:cubicBezTo>
                  <a:pt x="751" y="269"/>
                  <a:pt x="755" y="272"/>
                  <a:pt x="757" y="275"/>
                </a:cubicBezTo>
                <a:cubicBezTo>
                  <a:pt x="765" y="273"/>
                  <a:pt x="757" y="269"/>
                  <a:pt x="770" y="267"/>
                </a:cubicBezTo>
                <a:cubicBezTo>
                  <a:pt x="751" y="267"/>
                  <a:pt x="781" y="254"/>
                  <a:pt x="760" y="257"/>
                </a:cubicBezTo>
                <a:cubicBezTo>
                  <a:pt x="774" y="248"/>
                  <a:pt x="763" y="245"/>
                  <a:pt x="770" y="238"/>
                </a:cubicBezTo>
                <a:cubicBezTo>
                  <a:pt x="775" y="240"/>
                  <a:pt x="773" y="243"/>
                  <a:pt x="780" y="239"/>
                </a:cubicBezTo>
                <a:cubicBezTo>
                  <a:pt x="775" y="237"/>
                  <a:pt x="786" y="234"/>
                  <a:pt x="787" y="233"/>
                </a:cubicBezTo>
                <a:cubicBezTo>
                  <a:pt x="777" y="236"/>
                  <a:pt x="787" y="229"/>
                  <a:pt x="776" y="229"/>
                </a:cubicBezTo>
                <a:cubicBezTo>
                  <a:pt x="776" y="231"/>
                  <a:pt x="774" y="233"/>
                  <a:pt x="769" y="232"/>
                </a:cubicBezTo>
                <a:cubicBezTo>
                  <a:pt x="773" y="227"/>
                  <a:pt x="765" y="224"/>
                  <a:pt x="777" y="217"/>
                </a:cubicBezTo>
                <a:cubicBezTo>
                  <a:pt x="780" y="218"/>
                  <a:pt x="784" y="220"/>
                  <a:pt x="787" y="218"/>
                </a:cubicBezTo>
                <a:cubicBezTo>
                  <a:pt x="787" y="213"/>
                  <a:pt x="778" y="215"/>
                  <a:pt x="774" y="211"/>
                </a:cubicBezTo>
                <a:cubicBezTo>
                  <a:pt x="790" y="204"/>
                  <a:pt x="778" y="201"/>
                  <a:pt x="794" y="193"/>
                </a:cubicBezTo>
                <a:cubicBezTo>
                  <a:pt x="790" y="190"/>
                  <a:pt x="798" y="183"/>
                  <a:pt x="800" y="180"/>
                </a:cubicBezTo>
                <a:cubicBezTo>
                  <a:pt x="802" y="181"/>
                  <a:pt x="809" y="180"/>
                  <a:pt x="811" y="179"/>
                </a:cubicBezTo>
                <a:cubicBezTo>
                  <a:pt x="810" y="176"/>
                  <a:pt x="824" y="167"/>
                  <a:pt x="810" y="171"/>
                </a:cubicBezTo>
                <a:cubicBezTo>
                  <a:pt x="813" y="165"/>
                  <a:pt x="816" y="169"/>
                  <a:pt x="824" y="166"/>
                </a:cubicBezTo>
                <a:cubicBezTo>
                  <a:pt x="817" y="165"/>
                  <a:pt x="829" y="160"/>
                  <a:pt x="825" y="159"/>
                </a:cubicBezTo>
                <a:cubicBezTo>
                  <a:pt x="814" y="160"/>
                  <a:pt x="820" y="161"/>
                  <a:pt x="816" y="166"/>
                </a:cubicBezTo>
                <a:cubicBezTo>
                  <a:pt x="808" y="167"/>
                  <a:pt x="813" y="164"/>
                  <a:pt x="805" y="163"/>
                </a:cubicBezTo>
                <a:cubicBezTo>
                  <a:pt x="811" y="159"/>
                  <a:pt x="811" y="157"/>
                  <a:pt x="805" y="157"/>
                </a:cubicBezTo>
                <a:cubicBezTo>
                  <a:pt x="813" y="155"/>
                  <a:pt x="810" y="148"/>
                  <a:pt x="820" y="150"/>
                </a:cubicBezTo>
                <a:cubicBezTo>
                  <a:pt x="819" y="152"/>
                  <a:pt x="805" y="156"/>
                  <a:pt x="819" y="159"/>
                </a:cubicBezTo>
                <a:cubicBezTo>
                  <a:pt x="824" y="151"/>
                  <a:pt x="829" y="154"/>
                  <a:pt x="839" y="150"/>
                </a:cubicBezTo>
                <a:cubicBezTo>
                  <a:pt x="826" y="148"/>
                  <a:pt x="847" y="140"/>
                  <a:pt x="839" y="137"/>
                </a:cubicBezTo>
                <a:cubicBezTo>
                  <a:pt x="847" y="138"/>
                  <a:pt x="842" y="141"/>
                  <a:pt x="850" y="142"/>
                </a:cubicBezTo>
                <a:cubicBezTo>
                  <a:pt x="840" y="147"/>
                  <a:pt x="843" y="150"/>
                  <a:pt x="845" y="153"/>
                </a:cubicBezTo>
                <a:cubicBezTo>
                  <a:pt x="848" y="152"/>
                  <a:pt x="853" y="151"/>
                  <a:pt x="851" y="153"/>
                </a:cubicBezTo>
                <a:cubicBezTo>
                  <a:pt x="842" y="156"/>
                  <a:pt x="851" y="165"/>
                  <a:pt x="859" y="168"/>
                </a:cubicBezTo>
                <a:cubicBezTo>
                  <a:pt x="855" y="171"/>
                  <a:pt x="851" y="170"/>
                  <a:pt x="847" y="174"/>
                </a:cubicBezTo>
                <a:cubicBezTo>
                  <a:pt x="854" y="177"/>
                  <a:pt x="856" y="184"/>
                  <a:pt x="847" y="187"/>
                </a:cubicBezTo>
                <a:cubicBezTo>
                  <a:pt x="835" y="187"/>
                  <a:pt x="854" y="181"/>
                  <a:pt x="848" y="180"/>
                </a:cubicBezTo>
                <a:cubicBezTo>
                  <a:pt x="841" y="182"/>
                  <a:pt x="834" y="176"/>
                  <a:pt x="828" y="180"/>
                </a:cubicBezTo>
                <a:cubicBezTo>
                  <a:pt x="828" y="184"/>
                  <a:pt x="832" y="180"/>
                  <a:pt x="838" y="183"/>
                </a:cubicBezTo>
                <a:cubicBezTo>
                  <a:pt x="831" y="187"/>
                  <a:pt x="839" y="188"/>
                  <a:pt x="837" y="192"/>
                </a:cubicBezTo>
                <a:cubicBezTo>
                  <a:pt x="834" y="197"/>
                  <a:pt x="829" y="191"/>
                  <a:pt x="825" y="196"/>
                </a:cubicBezTo>
                <a:cubicBezTo>
                  <a:pt x="836" y="194"/>
                  <a:pt x="840" y="200"/>
                  <a:pt x="839" y="203"/>
                </a:cubicBezTo>
                <a:cubicBezTo>
                  <a:pt x="848" y="202"/>
                  <a:pt x="850" y="202"/>
                  <a:pt x="857" y="203"/>
                </a:cubicBezTo>
                <a:cubicBezTo>
                  <a:pt x="851" y="209"/>
                  <a:pt x="861" y="213"/>
                  <a:pt x="853" y="220"/>
                </a:cubicBezTo>
                <a:cubicBezTo>
                  <a:pt x="847" y="220"/>
                  <a:pt x="852" y="214"/>
                  <a:pt x="845" y="218"/>
                </a:cubicBezTo>
                <a:cubicBezTo>
                  <a:pt x="851" y="222"/>
                  <a:pt x="838" y="225"/>
                  <a:pt x="846" y="230"/>
                </a:cubicBezTo>
                <a:cubicBezTo>
                  <a:pt x="840" y="232"/>
                  <a:pt x="833" y="242"/>
                  <a:pt x="840" y="245"/>
                </a:cubicBezTo>
                <a:cubicBezTo>
                  <a:pt x="834" y="250"/>
                  <a:pt x="827" y="247"/>
                  <a:pt x="821" y="253"/>
                </a:cubicBezTo>
                <a:cubicBezTo>
                  <a:pt x="832" y="251"/>
                  <a:pt x="827" y="259"/>
                  <a:pt x="838" y="258"/>
                </a:cubicBezTo>
                <a:cubicBezTo>
                  <a:pt x="831" y="261"/>
                  <a:pt x="839" y="261"/>
                  <a:pt x="835" y="264"/>
                </a:cubicBezTo>
                <a:cubicBezTo>
                  <a:pt x="831" y="264"/>
                  <a:pt x="828" y="262"/>
                  <a:pt x="825" y="266"/>
                </a:cubicBezTo>
                <a:cubicBezTo>
                  <a:pt x="829" y="266"/>
                  <a:pt x="828" y="268"/>
                  <a:pt x="832" y="269"/>
                </a:cubicBezTo>
                <a:cubicBezTo>
                  <a:pt x="827" y="274"/>
                  <a:pt x="821" y="272"/>
                  <a:pt x="816" y="275"/>
                </a:cubicBezTo>
                <a:cubicBezTo>
                  <a:pt x="830" y="276"/>
                  <a:pt x="821" y="282"/>
                  <a:pt x="826" y="285"/>
                </a:cubicBezTo>
                <a:cubicBezTo>
                  <a:pt x="831" y="280"/>
                  <a:pt x="832" y="276"/>
                  <a:pt x="834" y="272"/>
                </a:cubicBezTo>
                <a:cubicBezTo>
                  <a:pt x="842" y="277"/>
                  <a:pt x="827" y="288"/>
                  <a:pt x="836" y="293"/>
                </a:cubicBezTo>
                <a:cubicBezTo>
                  <a:pt x="839" y="283"/>
                  <a:pt x="850" y="272"/>
                  <a:pt x="845" y="265"/>
                </a:cubicBezTo>
                <a:cubicBezTo>
                  <a:pt x="842" y="267"/>
                  <a:pt x="839" y="270"/>
                  <a:pt x="836" y="268"/>
                </a:cubicBezTo>
                <a:cubicBezTo>
                  <a:pt x="843" y="263"/>
                  <a:pt x="843" y="265"/>
                  <a:pt x="847" y="260"/>
                </a:cubicBezTo>
                <a:cubicBezTo>
                  <a:pt x="851" y="259"/>
                  <a:pt x="856" y="260"/>
                  <a:pt x="861" y="259"/>
                </a:cubicBezTo>
                <a:cubicBezTo>
                  <a:pt x="848" y="271"/>
                  <a:pt x="843" y="283"/>
                  <a:pt x="859" y="285"/>
                </a:cubicBezTo>
                <a:cubicBezTo>
                  <a:pt x="853" y="284"/>
                  <a:pt x="849" y="291"/>
                  <a:pt x="858" y="290"/>
                </a:cubicBezTo>
                <a:cubicBezTo>
                  <a:pt x="853" y="296"/>
                  <a:pt x="847" y="291"/>
                  <a:pt x="842" y="294"/>
                </a:cubicBezTo>
                <a:cubicBezTo>
                  <a:pt x="846" y="296"/>
                  <a:pt x="841" y="300"/>
                  <a:pt x="843" y="302"/>
                </a:cubicBezTo>
                <a:cubicBezTo>
                  <a:pt x="847" y="300"/>
                  <a:pt x="846" y="293"/>
                  <a:pt x="854" y="295"/>
                </a:cubicBezTo>
                <a:cubicBezTo>
                  <a:pt x="862" y="295"/>
                  <a:pt x="844" y="302"/>
                  <a:pt x="851" y="302"/>
                </a:cubicBezTo>
                <a:cubicBezTo>
                  <a:pt x="863" y="301"/>
                  <a:pt x="861" y="301"/>
                  <a:pt x="867" y="305"/>
                </a:cubicBezTo>
                <a:cubicBezTo>
                  <a:pt x="870" y="300"/>
                  <a:pt x="875" y="301"/>
                  <a:pt x="880" y="301"/>
                </a:cubicBezTo>
                <a:cubicBezTo>
                  <a:pt x="872" y="307"/>
                  <a:pt x="888" y="304"/>
                  <a:pt x="891" y="305"/>
                </a:cubicBezTo>
                <a:cubicBezTo>
                  <a:pt x="885" y="310"/>
                  <a:pt x="877" y="305"/>
                  <a:pt x="872" y="310"/>
                </a:cubicBezTo>
                <a:cubicBezTo>
                  <a:pt x="878" y="313"/>
                  <a:pt x="877" y="317"/>
                  <a:pt x="876" y="322"/>
                </a:cubicBezTo>
                <a:cubicBezTo>
                  <a:pt x="871" y="321"/>
                  <a:pt x="873" y="318"/>
                  <a:pt x="865" y="322"/>
                </a:cubicBezTo>
                <a:cubicBezTo>
                  <a:pt x="866" y="326"/>
                  <a:pt x="859" y="326"/>
                  <a:pt x="855" y="331"/>
                </a:cubicBezTo>
                <a:cubicBezTo>
                  <a:pt x="866" y="328"/>
                  <a:pt x="857" y="336"/>
                  <a:pt x="850" y="341"/>
                </a:cubicBezTo>
                <a:cubicBezTo>
                  <a:pt x="857" y="344"/>
                  <a:pt x="860" y="346"/>
                  <a:pt x="870" y="343"/>
                </a:cubicBezTo>
                <a:cubicBezTo>
                  <a:pt x="864" y="350"/>
                  <a:pt x="857" y="351"/>
                  <a:pt x="851" y="353"/>
                </a:cubicBezTo>
                <a:cubicBezTo>
                  <a:pt x="862" y="353"/>
                  <a:pt x="852" y="364"/>
                  <a:pt x="865" y="361"/>
                </a:cubicBezTo>
                <a:cubicBezTo>
                  <a:pt x="863" y="364"/>
                  <a:pt x="853" y="368"/>
                  <a:pt x="858" y="369"/>
                </a:cubicBezTo>
                <a:cubicBezTo>
                  <a:pt x="879" y="363"/>
                  <a:pt x="865" y="349"/>
                  <a:pt x="882" y="344"/>
                </a:cubicBezTo>
                <a:cubicBezTo>
                  <a:pt x="881" y="349"/>
                  <a:pt x="876" y="356"/>
                  <a:pt x="875" y="361"/>
                </a:cubicBezTo>
                <a:cubicBezTo>
                  <a:pt x="893" y="353"/>
                  <a:pt x="902" y="358"/>
                  <a:pt x="919" y="353"/>
                </a:cubicBezTo>
                <a:cubicBezTo>
                  <a:pt x="908" y="361"/>
                  <a:pt x="923" y="367"/>
                  <a:pt x="926" y="376"/>
                </a:cubicBezTo>
                <a:cubicBezTo>
                  <a:pt x="920" y="374"/>
                  <a:pt x="916" y="375"/>
                  <a:pt x="908" y="371"/>
                </a:cubicBezTo>
                <a:cubicBezTo>
                  <a:pt x="898" y="383"/>
                  <a:pt x="892" y="394"/>
                  <a:pt x="904" y="400"/>
                </a:cubicBezTo>
                <a:cubicBezTo>
                  <a:pt x="887" y="414"/>
                  <a:pt x="909" y="416"/>
                  <a:pt x="891" y="431"/>
                </a:cubicBezTo>
                <a:cubicBezTo>
                  <a:pt x="898" y="431"/>
                  <a:pt x="892" y="435"/>
                  <a:pt x="896" y="436"/>
                </a:cubicBezTo>
                <a:cubicBezTo>
                  <a:pt x="893" y="439"/>
                  <a:pt x="890" y="441"/>
                  <a:pt x="887" y="444"/>
                </a:cubicBezTo>
                <a:cubicBezTo>
                  <a:pt x="901" y="451"/>
                  <a:pt x="881" y="471"/>
                  <a:pt x="884" y="479"/>
                </a:cubicBezTo>
                <a:cubicBezTo>
                  <a:pt x="886" y="477"/>
                  <a:pt x="888" y="474"/>
                  <a:pt x="891" y="475"/>
                </a:cubicBezTo>
                <a:cubicBezTo>
                  <a:pt x="892" y="477"/>
                  <a:pt x="902" y="477"/>
                  <a:pt x="892" y="481"/>
                </a:cubicBezTo>
                <a:cubicBezTo>
                  <a:pt x="896" y="477"/>
                  <a:pt x="886" y="480"/>
                  <a:pt x="885" y="483"/>
                </a:cubicBezTo>
                <a:cubicBezTo>
                  <a:pt x="888" y="485"/>
                  <a:pt x="883" y="500"/>
                  <a:pt x="884" y="502"/>
                </a:cubicBezTo>
                <a:cubicBezTo>
                  <a:pt x="880" y="501"/>
                  <a:pt x="878" y="496"/>
                  <a:pt x="874" y="499"/>
                </a:cubicBezTo>
                <a:cubicBezTo>
                  <a:pt x="870" y="504"/>
                  <a:pt x="873" y="508"/>
                  <a:pt x="872" y="513"/>
                </a:cubicBezTo>
                <a:cubicBezTo>
                  <a:pt x="880" y="512"/>
                  <a:pt x="887" y="508"/>
                  <a:pt x="895" y="507"/>
                </a:cubicBezTo>
                <a:cubicBezTo>
                  <a:pt x="879" y="514"/>
                  <a:pt x="859" y="524"/>
                  <a:pt x="874" y="531"/>
                </a:cubicBezTo>
                <a:cubicBezTo>
                  <a:pt x="879" y="526"/>
                  <a:pt x="881" y="528"/>
                  <a:pt x="881" y="524"/>
                </a:cubicBezTo>
                <a:cubicBezTo>
                  <a:pt x="896" y="527"/>
                  <a:pt x="887" y="536"/>
                  <a:pt x="898" y="542"/>
                </a:cubicBezTo>
                <a:cubicBezTo>
                  <a:pt x="885" y="551"/>
                  <a:pt x="906" y="555"/>
                  <a:pt x="889" y="569"/>
                </a:cubicBezTo>
                <a:cubicBezTo>
                  <a:pt x="897" y="569"/>
                  <a:pt x="889" y="575"/>
                  <a:pt x="899" y="574"/>
                </a:cubicBezTo>
                <a:cubicBezTo>
                  <a:pt x="901" y="572"/>
                  <a:pt x="903" y="569"/>
                  <a:pt x="906" y="569"/>
                </a:cubicBezTo>
                <a:cubicBezTo>
                  <a:pt x="895" y="580"/>
                  <a:pt x="917" y="579"/>
                  <a:pt x="911" y="590"/>
                </a:cubicBezTo>
                <a:cubicBezTo>
                  <a:pt x="898" y="591"/>
                  <a:pt x="907" y="578"/>
                  <a:pt x="897" y="581"/>
                </a:cubicBezTo>
                <a:cubicBezTo>
                  <a:pt x="894" y="590"/>
                  <a:pt x="906" y="609"/>
                  <a:pt x="891" y="609"/>
                </a:cubicBezTo>
                <a:cubicBezTo>
                  <a:pt x="894" y="615"/>
                  <a:pt x="906" y="621"/>
                  <a:pt x="903" y="633"/>
                </a:cubicBezTo>
                <a:cubicBezTo>
                  <a:pt x="896" y="641"/>
                  <a:pt x="890" y="643"/>
                  <a:pt x="892" y="647"/>
                </a:cubicBezTo>
                <a:cubicBezTo>
                  <a:pt x="884" y="652"/>
                  <a:pt x="882" y="647"/>
                  <a:pt x="876" y="650"/>
                </a:cubicBezTo>
                <a:cubicBezTo>
                  <a:pt x="875" y="652"/>
                  <a:pt x="876" y="653"/>
                  <a:pt x="877" y="654"/>
                </a:cubicBezTo>
                <a:cubicBezTo>
                  <a:pt x="882" y="654"/>
                  <a:pt x="886" y="651"/>
                  <a:pt x="892" y="653"/>
                </a:cubicBezTo>
                <a:cubicBezTo>
                  <a:pt x="888" y="660"/>
                  <a:pt x="880" y="655"/>
                  <a:pt x="875" y="659"/>
                </a:cubicBezTo>
                <a:cubicBezTo>
                  <a:pt x="869" y="667"/>
                  <a:pt x="891" y="657"/>
                  <a:pt x="885" y="666"/>
                </a:cubicBezTo>
                <a:cubicBezTo>
                  <a:pt x="881" y="665"/>
                  <a:pt x="877" y="667"/>
                  <a:pt x="874" y="670"/>
                </a:cubicBezTo>
                <a:cubicBezTo>
                  <a:pt x="879" y="675"/>
                  <a:pt x="881" y="671"/>
                  <a:pt x="889" y="670"/>
                </a:cubicBezTo>
                <a:cubicBezTo>
                  <a:pt x="881" y="676"/>
                  <a:pt x="895" y="672"/>
                  <a:pt x="887" y="678"/>
                </a:cubicBezTo>
                <a:cubicBezTo>
                  <a:pt x="880" y="682"/>
                  <a:pt x="883" y="674"/>
                  <a:pt x="877" y="678"/>
                </a:cubicBezTo>
                <a:cubicBezTo>
                  <a:pt x="870" y="686"/>
                  <a:pt x="889" y="682"/>
                  <a:pt x="894" y="684"/>
                </a:cubicBezTo>
                <a:cubicBezTo>
                  <a:pt x="891" y="681"/>
                  <a:pt x="897" y="671"/>
                  <a:pt x="907" y="672"/>
                </a:cubicBezTo>
                <a:cubicBezTo>
                  <a:pt x="907" y="680"/>
                  <a:pt x="903" y="690"/>
                  <a:pt x="913" y="695"/>
                </a:cubicBezTo>
                <a:cubicBezTo>
                  <a:pt x="914" y="694"/>
                  <a:pt x="916" y="692"/>
                  <a:pt x="918" y="692"/>
                </a:cubicBezTo>
                <a:cubicBezTo>
                  <a:pt x="912" y="701"/>
                  <a:pt x="902" y="696"/>
                  <a:pt x="896" y="703"/>
                </a:cubicBezTo>
                <a:cubicBezTo>
                  <a:pt x="908" y="702"/>
                  <a:pt x="890" y="714"/>
                  <a:pt x="898" y="715"/>
                </a:cubicBezTo>
                <a:cubicBezTo>
                  <a:pt x="904" y="711"/>
                  <a:pt x="901" y="705"/>
                  <a:pt x="915" y="703"/>
                </a:cubicBezTo>
                <a:cubicBezTo>
                  <a:pt x="912" y="709"/>
                  <a:pt x="907" y="711"/>
                  <a:pt x="902" y="715"/>
                </a:cubicBezTo>
                <a:cubicBezTo>
                  <a:pt x="907" y="716"/>
                  <a:pt x="913" y="716"/>
                  <a:pt x="918" y="717"/>
                </a:cubicBezTo>
                <a:cubicBezTo>
                  <a:pt x="913" y="726"/>
                  <a:pt x="922" y="729"/>
                  <a:pt x="917" y="738"/>
                </a:cubicBezTo>
                <a:cubicBezTo>
                  <a:pt x="906" y="738"/>
                  <a:pt x="921" y="734"/>
                  <a:pt x="915" y="734"/>
                </a:cubicBezTo>
                <a:cubicBezTo>
                  <a:pt x="912" y="734"/>
                  <a:pt x="909" y="738"/>
                  <a:pt x="906" y="739"/>
                </a:cubicBezTo>
                <a:cubicBezTo>
                  <a:pt x="915" y="740"/>
                  <a:pt x="925" y="745"/>
                  <a:pt x="925" y="754"/>
                </a:cubicBezTo>
                <a:cubicBezTo>
                  <a:pt x="922" y="759"/>
                  <a:pt x="916" y="757"/>
                  <a:pt x="913" y="762"/>
                </a:cubicBezTo>
                <a:cubicBezTo>
                  <a:pt x="913" y="768"/>
                  <a:pt x="910" y="771"/>
                  <a:pt x="922" y="769"/>
                </a:cubicBezTo>
                <a:cubicBezTo>
                  <a:pt x="918" y="776"/>
                  <a:pt x="912" y="774"/>
                  <a:pt x="908" y="777"/>
                </a:cubicBezTo>
                <a:cubicBezTo>
                  <a:pt x="909" y="781"/>
                  <a:pt x="912" y="783"/>
                  <a:pt x="915" y="786"/>
                </a:cubicBezTo>
                <a:cubicBezTo>
                  <a:pt x="905" y="785"/>
                  <a:pt x="908" y="789"/>
                  <a:pt x="903" y="795"/>
                </a:cubicBezTo>
                <a:cubicBezTo>
                  <a:pt x="910" y="793"/>
                  <a:pt x="913" y="799"/>
                  <a:pt x="905" y="801"/>
                </a:cubicBezTo>
                <a:cubicBezTo>
                  <a:pt x="899" y="790"/>
                  <a:pt x="901" y="775"/>
                  <a:pt x="900" y="761"/>
                </a:cubicBezTo>
                <a:cubicBezTo>
                  <a:pt x="895" y="766"/>
                  <a:pt x="889" y="763"/>
                  <a:pt x="884" y="766"/>
                </a:cubicBezTo>
                <a:cubicBezTo>
                  <a:pt x="885" y="767"/>
                  <a:pt x="885" y="769"/>
                  <a:pt x="885" y="771"/>
                </a:cubicBezTo>
                <a:cubicBezTo>
                  <a:pt x="886" y="771"/>
                  <a:pt x="886" y="772"/>
                  <a:pt x="886" y="774"/>
                </a:cubicBezTo>
                <a:cubicBezTo>
                  <a:pt x="886" y="777"/>
                  <a:pt x="886" y="781"/>
                  <a:pt x="887" y="785"/>
                </a:cubicBezTo>
                <a:cubicBezTo>
                  <a:pt x="887" y="786"/>
                  <a:pt x="887" y="787"/>
                  <a:pt x="887" y="789"/>
                </a:cubicBezTo>
                <a:cubicBezTo>
                  <a:pt x="888" y="798"/>
                  <a:pt x="892" y="806"/>
                  <a:pt x="908" y="803"/>
                </a:cubicBezTo>
                <a:cubicBezTo>
                  <a:pt x="910" y="807"/>
                  <a:pt x="902" y="806"/>
                  <a:pt x="899" y="812"/>
                </a:cubicBezTo>
                <a:cubicBezTo>
                  <a:pt x="906" y="813"/>
                  <a:pt x="904" y="819"/>
                  <a:pt x="907" y="822"/>
                </a:cubicBezTo>
                <a:cubicBezTo>
                  <a:pt x="915" y="819"/>
                  <a:pt x="913" y="825"/>
                  <a:pt x="920" y="821"/>
                </a:cubicBezTo>
                <a:cubicBezTo>
                  <a:pt x="920" y="817"/>
                  <a:pt x="924" y="811"/>
                  <a:pt x="916" y="811"/>
                </a:cubicBezTo>
                <a:cubicBezTo>
                  <a:pt x="914" y="813"/>
                  <a:pt x="912" y="816"/>
                  <a:pt x="909" y="816"/>
                </a:cubicBezTo>
                <a:cubicBezTo>
                  <a:pt x="913" y="811"/>
                  <a:pt x="906" y="812"/>
                  <a:pt x="910" y="807"/>
                </a:cubicBezTo>
                <a:cubicBezTo>
                  <a:pt x="919" y="806"/>
                  <a:pt x="924" y="799"/>
                  <a:pt x="933" y="798"/>
                </a:cubicBezTo>
                <a:cubicBezTo>
                  <a:pt x="935" y="803"/>
                  <a:pt x="927" y="801"/>
                  <a:pt x="923" y="807"/>
                </a:cubicBezTo>
                <a:cubicBezTo>
                  <a:pt x="940" y="806"/>
                  <a:pt x="915" y="828"/>
                  <a:pt x="938" y="818"/>
                </a:cubicBezTo>
                <a:cubicBezTo>
                  <a:pt x="937" y="820"/>
                  <a:pt x="938" y="822"/>
                  <a:pt x="942" y="822"/>
                </a:cubicBezTo>
                <a:cubicBezTo>
                  <a:pt x="941" y="827"/>
                  <a:pt x="930" y="829"/>
                  <a:pt x="935" y="831"/>
                </a:cubicBezTo>
                <a:cubicBezTo>
                  <a:pt x="938" y="831"/>
                  <a:pt x="939" y="828"/>
                  <a:pt x="942" y="828"/>
                </a:cubicBezTo>
                <a:cubicBezTo>
                  <a:pt x="942" y="833"/>
                  <a:pt x="946" y="837"/>
                  <a:pt x="944" y="843"/>
                </a:cubicBezTo>
                <a:cubicBezTo>
                  <a:pt x="949" y="836"/>
                  <a:pt x="948" y="847"/>
                  <a:pt x="952" y="841"/>
                </a:cubicBezTo>
                <a:cubicBezTo>
                  <a:pt x="947" y="839"/>
                  <a:pt x="951" y="832"/>
                  <a:pt x="953" y="826"/>
                </a:cubicBezTo>
                <a:cubicBezTo>
                  <a:pt x="952" y="835"/>
                  <a:pt x="960" y="833"/>
                  <a:pt x="964" y="838"/>
                </a:cubicBezTo>
                <a:cubicBezTo>
                  <a:pt x="960" y="840"/>
                  <a:pt x="955" y="838"/>
                  <a:pt x="953" y="843"/>
                </a:cubicBezTo>
                <a:cubicBezTo>
                  <a:pt x="956" y="844"/>
                  <a:pt x="954" y="846"/>
                  <a:pt x="958" y="846"/>
                </a:cubicBezTo>
                <a:cubicBezTo>
                  <a:pt x="963" y="842"/>
                  <a:pt x="969" y="842"/>
                  <a:pt x="973" y="838"/>
                </a:cubicBezTo>
                <a:cubicBezTo>
                  <a:pt x="966" y="837"/>
                  <a:pt x="972" y="828"/>
                  <a:pt x="962" y="828"/>
                </a:cubicBezTo>
                <a:cubicBezTo>
                  <a:pt x="965" y="823"/>
                  <a:pt x="970" y="822"/>
                  <a:pt x="973" y="817"/>
                </a:cubicBezTo>
                <a:cubicBezTo>
                  <a:pt x="965" y="811"/>
                  <a:pt x="948" y="816"/>
                  <a:pt x="958" y="801"/>
                </a:cubicBezTo>
                <a:cubicBezTo>
                  <a:pt x="964" y="797"/>
                  <a:pt x="964" y="806"/>
                  <a:pt x="970" y="798"/>
                </a:cubicBezTo>
                <a:cubicBezTo>
                  <a:pt x="960" y="799"/>
                  <a:pt x="959" y="798"/>
                  <a:pt x="957" y="794"/>
                </a:cubicBezTo>
                <a:cubicBezTo>
                  <a:pt x="963" y="789"/>
                  <a:pt x="967" y="800"/>
                  <a:pt x="974" y="791"/>
                </a:cubicBezTo>
                <a:cubicBezTo>
                  <a:pt x="964" y="792"/>
                  <a:pt x="966" y="787"/>
                  <a:pt x="952" y="792"/>
                </a:cubicBezTo>
                <a:cubicBezTo>
                  <a:pt x="959" y="780"/>
                  <a:pt x="962" y="793"/>
                  <a:pt x="971" y="783"/>
                </a:cubicBezTo>
                <a:cubicBezTo>
                  <a:pt x="958" y="784"/>
                  <a:pt x="965" y="775"/>
                  <a:pt x="953" y="784"/>
                </a:cubicBezTo>
                <a:cubicBezTo>
                  <a:pt x="963" y="774"/>
                  <a:pt x="961" y="769"/>
                  <a:pt x="950" y="774"/>
                </a:cubicBezTo>
                <a:cubicBezTo>
                  <a:pt x="951" y="772"/>
                  <a:pt x="952" y="770"/>
                  <a:pt x="948" y="770"/>
                </a:cubicBezTo>
                <a:cubicBezTo>
                  <a:pt x="951" y="767"/>
                  <a:pt x="964" y="764"/>
                  <a:pt x="959" y="760"/>
                </a:cubicBezTo>
                <a:cubicBezTo>
                  <a:pt x="954" y="760"/>
                  <a:pt x="949" y="763"/>
                  <a:pt x="944" y="764"/>
                </a:cubicBezTo>
                <a:cubicBezTo>
                  <a:pt x="943" y="761"/>
                  <a:pt x="936" y="755"/>
                  <a:pt x="945" y="751"/>
                </a:cubicBezTo>
                <a:cubicBezTo>
                  <a:pt x="942" y="756"/>
                  <a:pt x="948" y="757"/>
                  <a:pt x="947" y="761"/>
                </a:cubicBezTo>
                <a:cubicBezTo>
                  <a:pt x="955" y="748"/>
                  <a:pt x="938" y="743"/>
                  <a:pt x="960" y="733"/>
                </a:cubicBezTo>
                <a:cubicBezTo>
                  <a:pt x="951" y="732"/>
                  <a:pt x="961" y="722"/>
                  <a:pt x="952" y="721"/>
                </a:cubicBezTo>
                <a:cubicBezTo>
                  <a:pt x="953" y="725"/>
                  <a:pt x="942" y="734"/>
                  <a:pt x="954" y="733"/>
                </a:cubicBezTo>
                <a:cubicBezTo>
                  <a:pt x="948" y="740"/>
                  <a:pt x="948" y="740"/>
                  <a:pt x="948" y="740"/>
                </a:cubicBezTo>
                <a:cubicBezTo>
                  <a:pt x="945" y="740"/>
                  <a:pt x="942" y="739"/>
                  <a:pt x="939" y="739"/>
                </a:cubicBezTo>
                <a:cubicBezTo>
                  <a:pt x="944" y="734"/>
                  <a:pt x="942" y="728"/>
                  <a:pt x="945" y="721"/>
                </a:cubicBezTo>
                <a:cubicBezTo>
                  <a:pt x="950" y="719"/>
                  <a:pt x="956" y="720"/>
                  <a:pt x="960" y="714"/>
                </a:cubicBezTo>
                <a:cubicBezTo>
                  <a:pt x="948" y="713"/>
                  <a:pt x="956" y="700"/>
                  <a:pt x="956" y="697"/>
                </a:cubicBezTo>
                <a:cubicBezTo>
                  <a:pt x="946" y="700"/>
                  <a:pt x="945" y="693"/>
                  <a:pt x="935" y="699"/>
                </a:cubicBezTo>
                <a:cubicBezTo>
                  <a:pt x="936" y="698"/>
                  <a:pt x="935" y="697"/>
                  <a:pt x="932" y="697"/>
                </a:cubicBezTo>
                <a:cubicBezTo>
                  <a:pt x="943" y="692"/>
                  <a:pt x="941" y="687"/>
                  <a:pt x="952" y="685"/>
                </a:cubicBezTo>
                <a:cubicBezTo>
                  <a:pt x="950" y="681"/>
                  <a:pt x="939" y="685"/>
                  <a:pt x="933" y="687"/>
                </a:cubicBezTo>
                <a:cubicBezTo>
                  <a:pt x="938" y="680"/>
                  <a:pt x="920" y="671"/>
                  <a:pt x="938" y="671"/>
                </a:cubicBezTo>
                <a:cubicBezTo>
                  <a:pt x="940" y="668"/>
                  <a:pt x="933" y="663"/>
                  <a:pt x="943" y="660"/>
                </a:cubicBezTo>
                <a:cubicBezTo>
                  <a:pt x="946" y="661"/>
                  <a:pt x="942" y="666"/>
                  <a:pt x="947" y="666"/>
                </a:cubicBezTo>
                <a:cubicBezTo>
                  <a:pt x="958" y="657"/>
                  <a:pt x="946" y="658"/>
                  <a:pt x="950" y="653"/>
                </a:cubicBezTo>
                <a:cubicBezTo>
                  <a:pt x="951" y="653"/>
                  <a:pt x="952" y="653"/>
                  <a:pt x="954" y="653"/>
                </a:cubicBezTo>
                <a:cubicBezTo>
                  <a:pt x="956" y="652"/>
                  <a:pt x="958" y="651"/>
                  <a:pt x="960" y="652"/>
                </a:cubicBezTo>
                <a:cubicBezTo>
                  <a:pt x="958" y="654"/>
                  <a:pt x="953" y="658"/>
                  <a:pt x="956" y="659"/>
                </a:cubicBezTo>
                <a:cubicBezTo>
                  <a:pt x="959" y="659"/>
                  <a:pt x="962" y="660"/>
                  <a:pt x="964" y="658"/>
                </a:cubicBezTo>
                <a:cubicBezTo>
                  <a:pt x="964" y="652"/>
                  <a:pt x="967" y="643"/>
                  <a:pt x="952" y="647"/>
                </a:cubicBezTo>
                <a:cubicBezTo>
                  <a:pt x="954" y="639"/>
                  <a:pt x="954" y="631"/>
                  <a:pt x="947" y="626"/>
                </a:cubicBezTo>
                <a:cubicBezTo>
                  <a:pt x="942" y="631"/>
                  <a:pt x="935" y="633"/>
                  <a:pt x="928" y="634"/>
                </a:cubicBezTo>
                <a:cubicBezTo>
                  <a:pt x="946" y="625"/>
                  <a:pt x="926" y="632"/>
                  <a:pt x="931" y="623"/>
                </a:cubicBezTo>
                <a:cubicBezTo>
                  <a:pt x="942" y="619"/>
                  <a:pt x="943" y="628"/>
                  <a:pt x="952" y="621"/>
                </a:cubicBezTo>
                <a:cubicBezTo>
                  <a:pt x="950" y="613"/>
                  <a:pt x="955" y="602"/>
                  <a:pt x="941" y="599"/>
                </a:cubicBezTo>
                <a:cubicBezTo>
                  <a:pt x="953" y="587"/>
                  <a:pt x="941" y="578"/>
                  <a:pt x="952" y="567"/>
                </a:cubicBezTo>
                <a:cubicBezTo>
                  <a:pt x="957" y="567"/>
                  <a:pt x="955" y="570"/>
                  <a:pt x="959" y="568"/>
                </a:cubicBezTo>
                <a:cubicBezTo>
                  <a:pt x="961" y="562"/>
                  <a:pt x="975" y="562"/>
                  <a:pt x="971" y="558"/>
                </a:cubicBezTo>
                <a:cubicBezTo>
                  <a:pt x="965" y="558"/>
                  <a:pt x="961" y="562"/>
                  <a:pt x="955" y="564"/>
                </a:cubicBezTo>
                <a:cubicBezTo>
                  <a:pt x="945" y="561"/>
                  <a:pt x="949" y="554"/>
                  <a:pt x="945" y="549"/>
                </a:cubicBezTo>
                <a:cubicBezTo>
                  <a:pt x="940" y="554"/>
                  <a:pt x="936" y="559"/>
                  <a:pt x="931" y="559"/>
                </a:cubicBezTo>
                <a:cubicBezTo>
                  <a:pt x="929" y="556"/>
                  <a:pt x="933" y="550"/>
                  <a:pt x="930" y="547"/>
                </a:cubicBezTo>
                <a:cubicBezTo>
                  <a:pt x="934" y="549"/>
                  <a:pt x="937" y="543"/>
                  <a:pt x="941" y="543"/>
                </a:cubicBezTo>
                <a:cubicBezTo>
                  <a:pt x="935" y="549"/>
                  <a:pt x="933" y="553"/>
                  <a:pt x="936" y="556"/>
                </a:cubicBezTo>
                <a:cubicBezTo>
                  <a:pt x="940" y="549"/>
                  <a:pt x="935" y="550"/>
                  <a:pt x="946" y="548"/>
                </a:cubicBezTo>
                <a:cubicBezTo>
                  <a:pt x="945" y="541"/>
                  <a:pt x="949" y="533"/>
                  <a:pt x="947" y="527"/>
                </a:cubicBezTo>
                <a:cubicBezTo>
                  <a:pt x="954" y="528"/>
                  <a:pt x="964" y="522"/>
                  <a:pt x="963" y="518"/>
                </a:cubicBezTo>
                <a:cubicBezTo>
                  <a:pt x="973" y="517"/>
                  <a:pt x="958" y="526"/>
                  <a:pt x="966" y="526"/>
                </a:cubicBezTo>
                <a:cubicBezTo>
                  <a:pt x="975" y="520"/>
                  <a:pt x="980" y="513"/>
                  <a:pt x="966" y="511"/>
                </a:cubicBezTo>
                <a:cubicBezTo>
                  <a:pt x="957" y="517"/>
                  <a:pt x="959" y="517"/>
                  <a:pt x="952" y="517"/>
                </a:cubicBezTo>
                <a:cubicBezTo>
                  <a:pt x="949" y="523"/>
                  <a:pt x="964" y="517"/>
                  <a:pt x="957" y="525"/>
                </a:cubicBezTo>
                <a:cubicBezTo>
                  <a:pt x="952" y="524"/>
                  <a:pt x="953" y="521"/>
                  <a:pt x="945" y="521"/>
                </a:cubicBezTo>
                <a:cubicBezTo>
                  <a:pt x="946" y="511"/>
                  <a:pt x="954" y="495"/>
                  <a:pt x="940" y="493"/>
                </a:cubicBezTo>
                <a:cubicBezTo>
                  <a:pt x="943" y="488"/>
                  <a:pt x="948" y="488"/>
                  <a:pt x="952" y="483"/>
                </a:cubicBezTo>
                <a:cubicBezTo>
                  <a:pt x="950" y="483"/>
                  <a:pt x="951" y="482"/>
                  <a:pt x="949" y="481"/>
                </a:cubicBezTo>
                <a:cubicBezTo>
                  <a:pt x="947" y="479"/>
                  <a:pt x="937" y="485"/>
                  <a:pt x="940" y="480"/>
                </a:cubicBezTo>
                <a:cubicBezTo>
                  <a:pt x="950" y="473"/>
                  <a:pt x="952" y="454"/>
                  <a:pt x="936" y="455"/>
                </a:cubicBezTo>
                <a:cubicBezTo>
                  <a:pt x="939" y="449"/>
                  <a:pt x="945" y="455"/>
                  <a:pt x="948" y="451"/>
                </a:cubicBezTo>
                <a:cubicBezTo>
                  <a:pt x="945" y="451"/>
                  <a:pt x="950" y="447"/>
                  <a:pt x="952" y="445"/>
                </a:cubicBezTo>
                <a:cubicBezTo>
                  <a:pt x="943" y="445"/>
                  <a:pt x="948" y="441"/>
                  <a:pt x="953" y="437"/>
                </a:cubicBezTo>
                <a:cubicBezTo>
                  <a:pt x="950" y="437"/>
                  <a:pt x="947" y="439"/>
                  <a:pt x="944" y="438"/>
                </a:cubicBezTo>
                <a:cubicBezTo>
                  <a:pt x="950" y="433"/>
                  <a:pt x="945" y="432"/>
                  <a:pt x="950" y="428"/>
                </a:cubicBezTo>
                <a:cubicBezTo>
                  <a:pt x="954" y="429"/>
                  <a:pt x="957" y="427"/>
                  <a:pt x="960" y="426"/>
                </a:cubicBezTo>
                <a:cubicBezTo>
                  <a:pt x="958" y="424"/>
                  <a:pt x="957" y="423"/>
                  <a:pt x="955" y="421"/>
                </a:cubicBezTo>
                <a:cubicBezTo>
                  <a:pt x="951" y="424"/>
                  <a:pt x="954" y="425"/>
                  <a:pt x="950" y="428"/>
                </a:cubicBezTo>
                <a:cubicBezTo>
                  <a:pt x="947" y="425"/>
                  <a:pt x="947" y="421"/>
                  <a:pt x="942" y="421"/>
                </a:cubicBezTo>
                <a:cubicBezTo>
                  <a:pt x="956" y="420"/>
                  <a:pt x="943" y="413"/>
                  <a:pt x="956" y="409"/>
                </a:cubicBezTo>
                <a:cubicBezTo>
                  <a:pt x="948" y="401"/>
                  <a:pt x="949" y="390"/>
                  <a:pt x="959" y="376"/>
                </a:cubicBezTo>
                <a:cubicBezTo>
                  <a:pt x="950" y="375"/>
                  <a:pt x="955" y="375"/>
                  <a:pt x="960" y="371"/>
                </a:cubicBezTo>
                <a:cubicBezTo>
                  <a:pt x="954" y="366"/>
                  <a:pt x="951" y="356"/>
                  <a:pt x="962" y="349"/>
                </a:cubicBezTo>
                <a:cubicBezTo>
                  <a:pt x="948" y="349"/>
                  <a:pt x="964" y="334"/>
                  <a:pt x="971" y="331"/>
                </a:cubicBezTo>
                <a:cubicBezTo>
                  <a:pt x="969" y="332"/>
                  <a:pt x="972" y="337"/>
                  <a:pt x="975" y="334"/>
                </a:cubicBezTo>
                <a:cubicBezTo>
                  <a:pt x="978" y="330"/>
                  <a:pt x="977" y="328"/>
                  <a:pt x="974" y="326"/>
                </a:cubicBezTo>
                <a:cubicBezTo>
                  <a:pt x="971" y="328"/>
                  <a:pt x="969" y="330"/>
                  <a:pt x="966" y="328"/>
                </a:cubicBezTo>
                <a:cubicBezTo>
                  <a:pt x="969" y="323"/>
                  <a:pt x="963" y="321"/>
                  <a:pt x="962" y="317"/>
                </a:cubicBezTo>
                <a:cubicBezTo>
                  <a:pt x="977" y="323"/>
                  <a:pt x="991" y="319"/>
                  <a:pt x="980" y="329"/>
                </a:cubicBezTo>
                <a:cubicBezTo>
                  <a:pt x="989" y="332"/>
                  <a:pt x="984" y="338"/>
                  <a:pt x="991" y="342"/>
                </a:cubicBezTo>
                <a:cubicBezTo>
                  <a:pt x="987" y="347"/>
                  <a:pt x="980" y="347"/>
                  <a:pt x="981" y="351"/>
                </a:cubicBezTo>
                <a:cubicBezTo>
                  <a:pt x="975" y="352"/>
                  <a:pt x="979" y="345"/>
                  <a:pt x="972" y="349"/>
                </a:cubicBezTo>
                <a:cubicBezTo>
                  <a:pt x="975" y="358"/>
                  <a:pt x="976" y="369"/>
                  <a:pt x="991" y="369"/>
                </a:cubicBezTo>
                <a:cubicBezTo>
                  <a:pt x="986" y="374"/>
                  <a:pt x="979" y="371"/>
                  <a:pt x="974" y="377"/>
                </a:cubicBezTo>
                <a:cubicBezTo>
                  <a:pt x="989" y="377"/>
                  <a:pt x="976" y="389"/>
                  <a:pt x="977" y="392"/>
                </a:cubicBezTo>
                <a:cubicBezTo>
                  <a:pt x="977" y="389"/>
                  <a:pt x="973" y="388"/>
                  <a:pt x="968" y="387"/>
                </a:cubicBezTo>
                <a:cubicBezTo>
                  <a:pt x="976" y="381"/>
                  <a:pt x="973" y="374"/>
                  <a:pt x="964" y="377"/>
                </a:cubicBezTo>
                <a:cubicBezTo>
                  <a:pt x="957" y="385"/>
                  <a:pt x="966" y="388"/>
                  <a:pt x="960" y="396"/>
                </a:cubicBezTo>
                <a:cubicBezTo>
                  <a:pt x="962" y="397"/>
                  <a:pt x="964" y="397"/>
                  <a:pt x="966" y="397"/>
                </a:cubicBezTo>
                <a:cubicBezTo>
                  <a:pt x="973" y="394"/>
                  <a:pt x="967" y="391"/>
                  <a:pt x="973" y="391"/>
                </a:cubicBezTo>
                <a:cubicBezTo>
                  <a:pt x="969" y="394"/>
                  <a:pt x="980" y="393"/>
                  <a:pt x="982" y="394"/>
                </a:cubicBezTo>
                <a:cubicBezTo>
                  <a:pt x="969" y="406"/>
                  <a:pt x="996" y="399"/>
                  <a:pt x="992" y="408"/>
                </a:cubicBezTo>
                <a:cubicBezTo>
                  <a:pt x="984" y="410"/>
                  <a:pt x="985" y="403"/>
                  <a:pt x="981" y="407"/>
                </a:cubicBezTo>
                <a:cubicBezTo>
                  <a:pt x="982" y="412"/>
                  <a:pt x="981" y="419"/>
                  <a:pt x="985" y="424"/>
                </a:cubicBezTo>
                <a:cubicBezTo>
                  <a:pt x="982" y="428"/>
                  <a:pt x="977" y="427"/>
                  <a:pt x="974" y="431"/>
                </a:cubicBezTo>
                <a:cubicBezTo>
                  <a:pt x="979" y="433"/>
                  <a:pt x="983" y="435"/>
                  <a:pt x="986" y="437"/>
                </a:cubicBezTo>
                <a:cubicBezTo>
                  <a:pt x="979" y="441"/>
                  <a:pt x="971" y="436"/>
                  <a:pt x="964" y="439"/>
                </a:cubicBezTo>
                <a:cubicBezTo>
                  <a:pt x="959" y="443"/>
                  <a:pt x="964" y="444"/>
                  <a:pt x="963" y="446"/>
                </a:cubicBezTo>
                <a:cubicBezTo>
                  <a:pt x="973" y="441"/>
                  <a:pt x="972" y="449"/>
                  <a:pt x="971" y="451"/>
                </a:cubicBezTo>
                <a:cubicBezTo>
                  <a:pt x="981" y="446"/>
                  <a:pt x="978" y="453"/>
                  <a:pt x="983" y="451"/>
                </a:cubicBezTo>
                <a:cubicBezTo>
                  <a:pt x="984" y="450"/>
                  <a:pt x="985" y="449"/>
                  <a:pt x="987" y="450"/>
                </a:cubicBezTo>
                <a:cubicBezTo>
                  <a:pt x="983" y="456"/>
                  <a:pt x="976" y="451"/>
                  <a:pt x="972" y="457"/>
                </a:cubicBezTo>
                <a:cubicBezTo>
                  <a:pt x="968" y="464"/>
                  <a:pt x="993" y="460"/>
                  <a:pt x="987" y="466"/>
                </a:cubicBezTo>
                <a:cubicBezTo>
                  <a:pt x="983" y="465"/>
                  <a:pt x="978" y="465"/>
                  <a:pt x="975" y="468"/>
                </a:cubicBezTo>
                <a:cubicBezTo>
                  <a:pt x="968" y="479"/>
                  <a:pt x="993" y="475"/>
                  <a:pt x="996" y="476"/>
                </a:cubicBezTo>
                <a:cubicBezTo>
                  <a:pt x="991" y="476"/>
                  <a:pt x="987" y="480"/>
                  <a:pt x="983" y="482"/>
                </a:cubicBezTo>
                <a:cubicBezTo>
                  <a:pt x="977" y="481"/>
                  <a:pt x="974" y="475"/>
                  <a:pt x="967" y="478"/>
                </a:cubicBezTo>
                <a:cubicBezTo>
                  <a:pt x="962" y="490"/>
                  <a:pt x="980" y="484"/>
                  <a:pt x="987" y="490"/>
                </a:cubicBezTo>
                <a:cubicBezTo>
                  <a:pt x="984" y="493"/>
                  <a:pt x="981" y="493"/>
                  <a:pt x="978" y="496"/>
                </a:cubicBezTo>
                <a:cubicBezTo>
                  <a:pt x="983" y="496"/>
                  <a:pt x="987" y="497"/>
                  <a:pt x="991" y="497"/>
                </a:cubicBezTo>
                <a:cubicBezTo>
                  <a:pt x="994" y="494"/>
                  <a:pt x="986" y="491"/>
                  <a:pt x="995" y="489"/>
                </a:cubicBezTo>
                <a:cubicBezTo>
                  <a:pt x="995" y="493"/>
                  <a:pt x="992" y="498"/>
                  <a:pt x="998" y="500"/>
                </a:cubicBezTo>
                <a:cubicBezTo>
                  <a:pt x="1000" y="487"/>
                  <a:pt x="999" y="476"/>
                  <a:pt x="999" y="464"/>
                </a:cubicBezTo>
                <a:cubicBezTo>
                  <a:pt x="1015" y="468"/>
                  <a:pt x="991" y="497"/>
                  <a:pt x="1013" y="493"/>
                </a:cubicBezTo>
                <a:cubicBezTo>
                  <a:pt x="1019" y="493"/>
                  <a:pt x="1017" y="497"/>
                  <a:pt x="1017" y="500"/>
                </a:cubicBezTo>
                <a:cubicBezTo>
                  <a:pt x="1015" y="500"/>
                  <a:pt x="1012" y="499"/>
                  <a:pt x="1009" y="501"/>
                </a:cubicBezTo>
                <a:cubicBezTo>
                  <a:pt x="1010" y="508"/>
                  <a:pt x="1004" y="516"/>
                  <a:pt x="1005" y="523"/>
                </a:cubicBezTo>
                <a:cubicBezTo>
                  <a:pt x="1002" y="523"/>
                  <a:pt x="999" y="522"/>
                  <a:pt x="997" y="524"/>
                </a:cubicBezTo>
                <a:cubicBezTo>
                  <a:pt x="1003" y="525"/>
                  <a:pt x="993" y="531"/>
                  <a:pt x="1001" y="531"/>
                </a:cubicBezTo>
                <a:cubicBezTo>
                  <a:pt x="1003" y="528"/>
                  <a:pt x="1000" y="527"/>
                  <a:pt x="1005" y="523"/>
                </a:cubicBezTo>
                <a:cubicBezTo>
                  <a:pt x="1015" y="526"/>
                  <a:pt x="1013" y="530"/>
                  <a:pt x="1030" y="529"/>
                </a:cubicBezTo>
                <a:cubicBezTo>
                  <a:pt x="1024" y="537"/>
                  <a:pt x="1037" y="529"/>
                  <a:pt x="1029" y="542"/>
                </a:cubicBezTo>
                <a:cubicBezTo>
                  <a:pt x="1045" y="542"/>
                  <a:pt x="1035" y="561"/>
                  <a:pt x="1038" y="570"/>
                </a:cubicBezTo>
                <a:cubicBezTo>
                  <a:pt x="1035" y="570"/>
                  <a:pt x="1032" y="569"/>
                  <a:pt x="1030" y="571"/>
                </a:cubicBezTo>
                <a:cubicBezTo>
                  <a:pt x="1031" y="571"/>
                  <a:pt x="1031" y="572"/>
                  <a:pt x="1029" y="574"/>
                </a:cubicBezTo>
                <a:cubicBezTo>
                  <a:pt x="1037" y="570"/>
                  <a:pt x="1045" y="572"/>
                  <a:pt x="1039" y="579"/>
                </a:cubicBezTo>
                <a:cubicBezTo>
                  <a:pt x="1036" y="581"/>
                  <a:pt x="1033" y="580"/>
                  <a:pt x="1031" y="582"/>
                </a:cubicBezTo>
                <a:cubicBezTo>
                  <a:pt x="1037" y="582"/>
                  <a:pt x="1038" y="579"/>
                  <a:pt x="1040" y="582"/>
                </a:cubicBezTo>
                <a:cubicBezTo>
                  <a:pt x="1037" y="586"/>
                  <a:pt x="1034" y="586"/>
                  <a:pt x="1031" y="587"/>
                </a:cubicBezTo>
                <a:cubicBezTo>
                  <a:pt x="1034" y="588"/>
                  <a:pt x="1037" y="586"/>
                  <a:pt x="1041" y="586"/>
                </a:cubicBezTo>
                <a:cubicBezTo>
                  <a:pt x="1044" y="592"/>
                  <a:pt x="1035" y="606"/>
                  <a:pt x="1047" y="605"/>
                </a:cubicBezTo>
                <a:cubicBezTo>
                  <a:pt x="1043" y="611"/>
                  <a:pt x="1036" y="606"/>
                  <a:pt x="1032" y="611"/>
                </a:cubicBezTo>
                <a:cubicBezTo>
                  <a:pt x="1056" y="612"/>
                  <a:pt x="1047" y="626"/>
                  <a:pt x="1038" y="637"/>
                </a:cubicBezTo>
                <a:cubicBezTo>
                  <a:pt x="1040" y="635"/>
                  <a:pt x="1037" y="636"/>
                  <a:pt x="1035" y="639"/>
                </a:cubicBezTo>
                <a:cubicBezTo>
                  <a:pt x="1033" y="634"/>
                  <a:pt x="1019" y="634"/>
                  <a:pt x="1010" y="641"/>
                </a:cubicBezTo>
                <a:cubicBezTo>
                  <a:pt x="1015" y="643"/>
                  <a:pt x="1020" y="640"/>
                  <a:pt x="1020" y="645"/>
                </a:cubicBezTo>
                <a:cubicBezTo>
                  <a:pt x="1024" y="642"/>
                  <a:pt x="1029" y="639"/>
                  <a:pt x="1035" y="641"/>
                </a:cubicBezTo>
                <a:cubicBezTo>
                  <a:pt x="1031" y="646"/>
                  <a:pt x="1024" y="644"/>
                  <a:pt x="1019" y="649"/>
                </a:cubicBezTo>
                <a:cubicBezTo>
                  <a:pt x="1018" y="653"/>
                  <a:pt x="1012" y="655"/>
                  <a:pt x="1018" y="658"/>
                </a:cubicBezTo>
                <a:cubicBezTo>
                  <a:pt x="1043" y="654"/>
                  <a:pt x="1039" y="672"/>
                  <a:pt x="1052" y="676"/>
                </a:cubicBezTo>
                <a:cubicBezTo>
                  <a:pt x="1047" y="676"/>
                  <a:pt x="1042" y="676"/>
                  <a:pt x="1038" y="679"/>
                </a:cubicBezTo>
                <a:cubicBezTo>
                  <a:pt x="1041" y="684"/>
                  <a:pt x="1037" y="688"/>
                  <a:pt x="1050" y="684"/>
                </a:cubicBezTo>
                <a:cubicBezTo>
                  <a:pt x="1041" y="695"/>
                  <a:pt x="1062" y="681"/>
                  <a:pt x="1057" y="690"/>
                </a:cubicBezTo>
                <a:cubicBezTo>
                  <a:pt x="1050" y="689"/>
                  <a:pt x="1045" y="692"/>
                  <a:pt x="1039" y="694"/>
                </a:cubicBezTo>
                <a:cubicBezTo>
                  <a:pt x="1038" y="696"/>
                  <a:pt x="1039" y="697"/>
                  <a:pt x="1041" y="698"/>
                </a:cubicBezTo>
                <a:cubicBezTo>
                  <a:pt x="1045" y="696"/>
                  <a:pt x="1049" y="693"/>
                  <a:pt x="1055" y="695"/>
                </a:cubicBezTo>
                <a:cubicBezTo>
                  <a:pt x="1044" y="702"/>
                  <a:pt x="1052" y="703"/>
                  <a:pt x="1060" y="699"/>
                </a:cubicBezTo>
                <a:cubicBezTo>
                  <a:pt x="1054" y="722"/>
                  <a:pt x="1080" y="730"/>
                  <a:pt x="1059" y="752"/>
                </a:cubicBezTo>
                <a:cubicBezTo>
                  <a:pt x="1069" y="751"/>
                  <a:pt x="1064" y="757"/>
                  <a:pt x="1073" y="756"/>
                </a:cubicBezTo>
                <a:cubicBezTo>
                  <a:pt x="1064" y="767"/>
                  <a:pt x="1071" y="768"/>
                  <a:pt x="1081" y="766"/>
                </a:cubicBezTo>
                <a:cubicBezTo>
                  <a:pt x="1081" y="774"/>
                  <a:pt x="1075" y="780"/>
                  <a:pt x="1088" y="777"/>
                </a:cubicBezTo>
                <a:cubicBezTo>
                  <a:pt x="1086" y="784"/>
                  <a:pt x="1078" y="778"/>
                  <a:pt x="1075" y="782"/>
                </a:cubicBezTo>
                <a:cubicBezTo>
                  <a:pt x="1071" y="789"/>
                  <a:pt x="1082" y="786"/>
                  <a:pt x="1071" y="793"/>
                </a:cubicBezTo>
                <a:cubicBezTo>
                  <a:pt x="1080" y="792"/>
                  <a:pt x="1079" y="795"/>
                  <a:pt x="1077" y="799"/>
                </a:cubicBezTo>
                <a:cubicBezTo>
                  <a:pt x="1075" y="799"/>
                  <a:pt x="1071" y="799"/>
                  <a:pt x="1069" y="801"/>
                </a:cubicBezTo>
                <a:cubicBezTo>
                  <a:pt x="1084" y="815"/>
                  <a:pt x="1085" y="843"/>
                  <a:pt x="1104" y="851"/>
                </a:cubicBezTo>
                <a:cubicBezTo>
                  <a:pt x="1105" y="845"/>
                  <a:pt x="1095" y="838"/>
                  <a:pt x="1102" y="833"/>
                </a:cubicBezTo>
                <a:cubicBezTo>
                  <a:pt x="1101" y="835"/>
                  <a:pt x="1103" y="837"/>
                  <a:pt x="1105" y="834"/>
                </a:cubicBezTo>
                <a:cubicBezTo>
                  <a:pt x="1107" y="830"/>
                  <a:pt x="1108" y="824"/>
                  <a:pt x="1099" y="831"/>
                </a:cubicBezTo>
                <a:cubicBezTo>
                  <a:pt x="1098" y="824"/>
                  <a:pt x="1111" y="820"/>
                  <a:pt x="1119" y="820"/>
                </a:cubicBezTo>
                <a:cubicBezTo>
                  <a:pt x="1113" y="831"/>
                  <a:pt x="1105" y="848"/>
                  <a:pt x="1123" y="840"/>
                </a:cubicBezTo>
                <a:cubicBezTo>
                  <a:pt x="1116" y="847"/>
                  <a:pt x="1129" y="843"/>
                  <a:pt x="1123" y="849"/>
                </a:cubicBezTo>
                <a:cubicBezTo>
                  <a:pt x="1116" y="852"/>
                  <a:pt x="1118" y="844"/>
                  <a:pt x="1114" y="849"/>
                </a:cubicBezTo>
                <a:cubicBezTo>
                  <a:pt x="1109" y="855"/>
                  <a:pt x="1115" y="856"/>
                  <a:pt x="1119" y="857"/>
                </a:cubicBezTo>
                <a:cubicBezTo>
                  <a:pt x="1121" y="855"/>
                  <a:pt x="1122" y="853"/>
                  <a:pt x="1124" y="853"/>
                </a:cubicBezTo>
                <a:cubicBezTo>
                  <a:pt x="1120" y="859"/>
                  <a:pt x="1113" y="862"/>
                  <a:pt x="1106" y="861"/>
                </a:cubicBezTo>
                <a:cubicBezTo>
                  <a:pt x="1107" y="856"/>
                  <a:pt x="1111" y="854"/>
                  <a:pt x="1102" y="853"/>
                </a:cubicBezTo>
                <a:cubicBezTo>
                  <a:pt x="1099" y="861"/>
                  <a:pt x="1090" y="858"/>
                  <a:pt x="1085" y="864"/>
                </a:cubicBezTo>
                <a:cubicBezTo>
                  <a:pt x="1089" y="865"/>
                  <a:pt x="1088" y="868"/>
                  <a:pt x="1090" y="870"/>
                </a:cubicBezTo>
                <a:cubicBezTo>
                  <a:pt x="1112" y="862"/>
                  <a:pt x="1128" y="866"/>
                  <a:pt x="1133" y="873"/>
                </a:cubicBezTo>
                <a:cubicBezTo>
                  <a:pt x="1126" y="872"/>
                  <a:pt x="1126" y="880"/>
                  <a:pt x="1128" y="881"/>
                </a:cubicBezTo>
                <a:cubicBezTo>
                  <a:pt x="1140" y="876"/>
                  <a:pt x="1134" y="890"/>
                  <a:pt x="1135" y="895"/>
                </a:cubicBezTo>
                <a:cubicBezTo>
                  <a:pt x="1131" y="896"/>
                  <a:pt x="1127" y="895"/>
                  <a:pt x="1124" y="897"/>
                </a:cubicBezTo>
                <a:cubicBezTo>
                  <a:pt x="1121" y="905"/>
                  <a:pt x="1141" y="896"/>
                  <a:pt x="1139" y="901"/>
                </a:cubicBezTo>
                <a:cubicBezTo>
                  <a:pt x="1127" y="906"/>
                  <a:pt x="1141" y="906"/>
                  <a:pt x="1140" y="908"/>
                </a:cubicBezTo>
                <a:cubicBezTo>
                  <a:pt x="1135" y="909"/>
                  <a:pt x="1134" y="916"/>
                  <a:pt x="1130" y="920"/>
                </a:cubicBezTo>
                <a:cubicBezTo>
                  <a:pt x="1135" y="919"/>
                  <a:pt x="1133" y="922"/>
                  <a:pt x="1138" y="921"/>
                </a:cubicBezTo>
                <a:cubicBezTo>
                  <a:pt x="1135" y="920"/>
                  <a:pt x="1135" y="915"/>
                  <a:pt x="1143" y="914"/>
                </a:cubicBezTo>
                <a:cubicBezTo>
                  <a:pt x="1140" y="921"/>
                  <a:pt x="1142" y="926"/>
                  <a:pt x="1152" y="919"/>
                </a:cubicBezTo>
                <a:cubicBezTo>
                  <a:pt x="1151" y="925"/>
                  <a:pt x="1144" y="921"/>
                  <a:pt x="1142" y="927"/>
                </a:cubicBezTo>
                <a:cubicBezTo>
                  <a:pt x="1156" y="924"/>
                  <a:pt x="1145" y="930"/>
                  <a:pt x="1147" y="932"/>
                </a:cubicBezTo>
                <a:cubicBezTo>
                  <a:pt x="1153" y="932"/>
                  <a:pt x="1156" y="929"/>
                  <a:pt x="1160" y="926"/>
                </a:cubicBezTo>
                <a:cubicBezTo>
                  <a:pt x="1151" y="930"/>
                  <a:pt x="1157" y="918"/>
                  <a:pt x="1155" y="915"/>
                </a:cubicBezTo>
                <a:cubicBezTo>
                  <a:pt x="1160" y="916"/>
                  <a:pt x="1162" y="911"/>
                  <a:pt x="1166" y="911"/>
                </a:cubicBezTo>
                <a:cubicBezTo>
                  <a:pt x="1167" y="914"/>
                  <a:pt x="1166" y="918"/>
                  <a:pt x="1172" y="918"/>
                </a:cubicBezTo>
                <a:cubicBezTo>
                  <a:pt x="1179" y="914"/>
                  <a:pt x="1178" y="911"/>
                  <a:pt x="1180" y="907"/>
                </a:cubicBezTo>
                <a:cubicBezTo>
                  <a:pt x="1183" y="915"/>
                  <a:pt x="1177" y="920"/>
                  <a:pt x="1168" y="929"/>
                </a:cubicBezTo>
                <a:cubicBezTo>
                  <a:pt x="1177" y="931"/>
                  <a:pt x="1165" y="943"/>
                  <a:pt x="1164" y="948"/>
                </a:cubicBezTo>
                <a:cubicBezTo>
                  <a:pt x="1159" y="951"/>
                  <a:pt x="1152" y="951"/>
                  <a:pt x="1147" y="955"/>
                </a:cubicBezTo>
                <a:cubicBezTo>
                  <a:pt x="1150" y="958"/>
                  <a:pt x="1148" y="965"/>
                  <a:pt x="1153" y="968"/>
                </a:cubicBezTo>
                <a:cubicBezTo>
                  <a:pt x="1158" y="966"/>
                  <a:pt x="1167" y="960"/>
                  <a:pt x="1164" y="967"/>
                </a:cubicBezTo>
                <a:cubicBezTo>
                  <a:pt x="1158" y="970"/>
                  <a:pt x="1157" y="965"/>
                  <a:pt x="1151" y="973"/>
                </a:cubicBezTo>
                <a:cubicBezTo>
                  <a:pt x="1162" y="969"/>
                  <a:pt x="1155" y="973"/>
                  <a:pt x="1157" y="977"/>
                </a:cubicBezTo>
                <a:cubicBezTo>
                  <a:pt x="1162" y="975"/>
                  <a:pt x="1166" y="973"/>
                  <a:pt x="1170" y="970"/>
                </a:cubicBezTo>
                <a:cubicBezTo>
                  <a:pt x="1169" y="970"/>
                  <a:pt x="1168" y="964"/>
                  <a:pt x="1173" y="963"/>
                </a:cubicBezTo>
                <a:cubicBezTo>
                  <a:pt x="1174" y="965"/>
                  <a:pt x="1169" y="971"/>
                  <a:pt x="1177" y="970"/>
                </a:cubicBezTo>
                <a:cubicBezTo>
                  <a:pt x="1183" y="965"/>
                  <a:pt x="1176" y="963"/>
                  <a:pt x="1182" y="962"/>
                </a:cubicBezTo>
                <a:cubicBezTo>
                  <a:pt x="1181" y="965"/>
                  <a:pt x="1186" y="963"/>
                  <a:pt x="1189" y="962"/>
                </a:cubicBezTo>
                <a:cubicBezTo>
                  <a:pt x="1186" y="968"/>
                  <a:pt x="1181" y="972"/>
                  <a:pt x="1176" y="974"/>
                </a:cubicBezTo>
                <a:cubicBezTo>
                  <a:pt x="1179" y="975"/>
                  <a:pt x="1175" y="981"/>
                  <a:pt x="1180" y="981"/>
                </a:cubicBezTo>
                <a:cubicBezTo>
                  <a:pt x="1176" y="987"/>
                  <a:pt x="1162" y="996"/>
                  <a:pt x="1170" y="997"/>
                </a:cubicBezTo>
                <a:cubicBezTo>
                  <a:pt x="1177" y="998"/>
                  <a:pt x="1179" y="988"/>
                  <a:pt x="1187" y="990"/>
                </a:cubicBezTo>
                <a:cubicBezTo>
                  <a:pt x="1184" y="997"/>
                  <a:pt x="1175" y="993"/>
                  <a:pt x="1172" y="1000"/>
                </a:cubicBezTo>
                <a:cubicBezTo>
                  <a:pt x="1173" y="1008"/>
                  <a:pt x="1174" y="1017"/>
                  <a:pt x="1187" y="1018"/>
                </a:cubicBezTo>
                <a:cubicBezTo>
                  <a:pt x="1176" y="1024"/>
                  <a:pt x="1190" y="1024"/>
                  <a:pt x="1190" y="1027"/>
                </a:cubicBezTo>
                <a:cubicBezTo>
                  <a:pt x="1188" y="1032"/>
                  <a:pt x="1176" y="1038"/>
                  <a:pt x="1181" y="1041"/>
                </a:cubicBezTo>
                <a:cubicBezTo>
                  <a:pt x="1189" y="1040"/>
                  <a:pt x="1202" y="1037"/>
                  <a:pt x="1207" y="1037"/>
                </a:cubicBezTo>
                <a:cubicBezTo>
                  <a:pt x="1203" y="1040"/>
                  <a:pt x="1201" y="1044"/>
                  <a:pt x="1199" y="1049"/>
                </a:cubicBezTo>
                <a:cubicBezTo>
                  <a:pt x="1191" y="1056"/>
                  <a:pt x="1196" y="1043"/>
                  <a:pt x="1188" y="1050"/>
                </a:cubicBezTo>
                <a:cubicBezTo>
                  <a:pt x="1190" y="1054"/>
                  <a:pt x="1193" y="1065"/>
                  <a:pt x="1203" y="1060"/>
                </a:cubicBezTo>
                <a:cubicBezTo>
                  <a:pt x="1205" y="1056"/>
                  <a:pt x="1196" y="1056"/>
                  <a:pt x="1204" y="1051"/>
                </a:cubicBezTo>
                <a:cubicBezTo>
                  <a:pt x="1216" y="1054"/>
                  <a:pt x="1209" y="1075"/>
                  <a:pt x="1221" y="1074"/>
                </a:cubicBezTo>
                <a:cubicBezTo>
                  <a:pt x="1221" y="1087"/>
                  <a:pt x="1211" y="1101"/>
                  <a:pt x="1228" y="1097"/>
                </a:cubicBezTo>
                <a:cubicBezTo>
                  <a:pt x="1224" y="1102"/>
                  <a:pt x="1218" y="1107"/>
                  <a:pt x="1224" y="1107"/>
                </a:cubicBezTo>
                <a:cubicBezTo>
                  <a:pt x="1226" y="1105"/>
                  <a:pt x="1229" y="1103"/>
                  <a:pt x="1231" y="1099"/>
                </a:cubicBezTo>
                <a:cubicBezTo>
                  <a:pt x="1235" y="1099"/>
                  <a:pt x="1240" y="1098"/>
                  <a:pt x="1244" y="1098"/>
                </a:cubicBezTo>
                <a:cubicBezTo>
                  <a:pt x="1228" y="1110"/>
                  <a:pt x="1255" y="1106"/>
                  <a:pt x="1244" y="1115"/>
                </a:cubicBezTo>
                <a:cubicBezTo>
                  <a:pt x="1247" y="1109"/>
                  <a:pt x="1239" y="1112"/>
                  <a:pt x="1235" y="1116"/>
                </a:cubicBezTo>
                <a:cubicBezTo>
                  <a:pt x="1240" y="1116"/>
                  <a:pt x="1231" y="1127"/>
                  <a:pt x="1240" y="1125"/>
                </a:cubicBezTo>
                <a:cubicBezTo>
                  <a:pt x="1248" y="1117"/>
                  <a:pt x="1245" y="1126"/>
                  <a:pt x="1252" y="1125"/>
                </a:cubicBezTo>
                <a:cubicBezTo>
                  <a:pt x="1251" y="1131"/>
                  <a:pt x="1244" y="1128"/>
                  <a:pt x="1243" y="1134"/>
                </a:cubicBezTo>
                <a:cubicBezTo>
                  <a:pt x="1245" y="1134"/>
                  <a:pt x="1248" y="1133"/>
                  <a:pt x="1247" y="1135"/>
                </a:cubicBezTo>
                <a:cubicBezTo>
                  <a:pt x="1239" y="1140"/>
                  <a:pt x="1236" y="1129"/>
                  <a:pt x="1225" y="1140"/>
                </a:cubicBezTo>
                <a:cubicBezTo>
                  <a:pt x="1237" y="1138"/>
                  <a:pt x="1223" y="1160"/>
                  <a:pt x="1243" y="1149"/>
                </a:cubicBezTo>
                <a:cubicBezTo>
                  <a:pt x="1241" y="1153"/>
                  <a:pt x="1238" y="1154"/>
                  <a:pt x="1236" y="1157"/>
                </a:cubicBezTo>
                <a:cubicBezTo>
                  <a:pt x="1245" y="1155"/>
                  <a:pt x="1241" y="1165"/>
                  <a:pt x="1249" y="1160"/>
                </a:cubicBezTo>
                <a:cubicBezTo>
                  <a:pt x="1253" y="1154"/>
                  <a:pt x="1241" y="1159"/>
                  <a:pt x="1247" y="1152"/>
                </a:cubicBezTo>
                <a:cubicBezTo>
                  <a:pt x="1259" y="1154"/>
                  <a:pt x="1257" y="1162"/>
                  <a:pt x="1271" y="1157"/>
                </a:cubicBezTo>
                <a:cubicBezTo>
                  <a:pt x="1267" y="1163"/>
                  <a:pt x="1260" y="1163"/>
                  <a:pt x="1256" y="1168"/>
                </a:cubicBezTo>
                <a:cubicBezTo>
                  <a:pt x="1263" y="1158"/>
                  <a:pt x="1248" y="1162"/>
                  <a:pt x="1242" y="1168"/>
                </a:cubicBezTo>
                <a:cubicBezTo>
                  <a:pt x="1250" y="1168"/>
                  <a:pt x="1250" y="1175"/>
                  <a:pt x="1256" y="1176"/>
                </a:cubicBezTo>
                <a:cubicBezTo>
                  <a:pt x="1259" y="1173"/>
                  <a:pt x="1262" y="1170"/>
                  <a:pt x="1264" y="1166"/>
                </a:cubicBezTo>
                <a:cubicBezTo>
                  <a:pt x="1275" y="1163"/>
                  <a:pt x="1272" y="1169"/>
                  <a:pt x="1278" y="1170"/>
                </a:cubicBezTo>
                <a:cubicBezTo>
                  <a:pt x="1276" y="1176"/>
                  <a:pt x="1271" y="1176"/>
                  <a:pt x="1268" y="1180"/>
                </a:cubicBezTo>
                <a:cubicBezTo>
                  <a:pt x="1285" y="1178"/>
                  <a:pt x="1280" y="1199"/>
                  <a:pt x="1296" y="1196"/>
                </a:cubicBezTo>
                <a:cubicBezTo>
                  <a:pt x="1292" y="1200"/>
                  <a:pt x="1286" y="1202"/>
                  <a:pt x="1281" y="1205"/>
                </a:cubicBezTo>
                <a:cubicBezTo>
                  <a:pt x="1281" y="1213"/>
                  <a:pt x="1293" y="1200"/>
                  <a:pt x="1292" y="1208"/>
                </a:cubicBezTo>
                <a:cubicBezTo>
                  <a:pt x="1289" y="1208"/>
                  <a:pt x="1286" y="1209"/>
                  <a:pt x="1285" y="1212"/>
                </a:cubicBezTo>
                <a:cubicBezTo>
                  <a:pt x="1288" y="1213"/>
                  <a:pt x="1294" y="1214"/>
                  <a:pt x="1298" y="1211"/>
                </a:cubicBezTo>
                <a:cubicBezTo>
                  <a:pt x="1297" y="1208"/>
                  <a:pt x="1295" y="1205"/>
                  <a:pt x="1295" y="1202"/>
                </a:cubicBezTo>
                <a:cubicBezTo>
                  <a:pt x="1299" y="1201"/>
                  <a:pt x="1302" y="1197"/>
                  <a:pt x="1304" y="1193"/>
                </a:cubicBezTo>
                <a:cubicBezTo>
                  <a:pt x="1311" y="1196"/>
                  <a:pt x="1311" y="1205"/>
                  <a:pt x="1315" y="1210"/>
                </a:cubicBezTo>
                <a:cubicBezTo>
                  <a:pt x="1323" y="1212"/>
                  <a:pt x="1327" y="1204"/>
                  <a:pt x="1332" y="1200"/>
                </a:cubicBezTo>
                <a:cubicBezTo>
                  <a:pt x="1330" y="1210"/>
                  <a:pt x="1328" y="1206"/>
                  <a:pt x="1322" y="1215"/>
                </a:cubicBezTo>
                <a:cubicBezTo>
                  <a:pt x="1305" y="1217"/>
                  <a:pt x="1309" y="1208"/>
                  <a:pt x="1302" y="1204"/>
                </a:cubicBezTo>
                <a:cubicBezTo>
                  <a:pt x="1301" y="1211"/>
                  <a:pt x="1297" y="1212"/>
                  <a:pt x="1296" y="1219"/>
                </a:cubicBezTo>
                <a:cubicBezTo>
                  <a:pt x="1287" y="1224"/>
                  <a:pt x="1285" y="1221"/>
                  <a:pt x="1276" y="1229"/>
                </a:cubicBezTo>
                <a:cubicBezTo>
                  <a:pt x="1279" y="1224"/>
                  <a:pt x="1270" y="1222"/>
                  <a:pt x="1269" y="1224"/>
                </a:cubicBezTo>
                <a:cubicBezTo>
                  <a:pt x="1262" y="1234"/>
                  <a:pt x="1277" y="1234"/>
                  <a:pt x="1284" y="1226"/>
                </a:cubicBezTo>
                <a:cubicBezTo>
                  <a:pt x="1278" y="1234"/>
                  <a:pt x="1288" y="1236"/>
                  <a:pt x="1293" y="1233"/>
                </a:cubicBezTo>
                <a:cubicBezTo>
                  <a:pt x="1298" y="1226"/>
                  <a:pt x="1287" y="1231"/>
                  <a:pt x="1291" y="1225"/>
                </a:cubicBezTo>
                <a:cubicBezTo>
                  <a:pt x="1293" y="1224"/>
                  <a:pt x="1295" y="1222"/>
                  <a:pt x="1296" y="1219"/>
                </a:cubicBezTo>
                <a:cubicBezTo>
                  <a:pt x="1314" y="1224"/>
                  <a:pt x="1306" y="1268"/>
                  <a:pt x="1334" y="1247"/>
                </a:cubicBezTo>
                <a:cubicBezTo>
                  <a:pt x="1335" y="1246"/>
                  <a:pt x="1336" y="1246"/>
                  <a:pt x="1337" y="1245"/>
                </a:cubicBezTo>
                <a:cubicBezTo>
                  <a:pt x="1336" y="1246"/>
                  <a:pt x="1335" y="1246"/>
                  <a:pt x="1334" y="1247"/>
                </a:cubicBezTo>
                <a:cubicBezTo>
                  <a:pt x="1330" y="1249"/>
                  <a:pt x="1328" y="1244"/>
                  <a:pt x="1334" y="1242"/>
                </a:cubicBezTo>
                <a:cubicBezTo>
                  <a:pt x="1336" y="1243"/>
                  <a:pt x="1338" y="1249"/>
                  <a:pt x="1341" y="1244"/>
                </a:cubicBezTo>
                <a:cubicBezTo>
                  <a:pt x="1339" y="1239"/>
                  <a:pt x="1331" y="1239"/>
                  <a:pt x="1321" y="1240"/>
                </a:cubicBezTo>
                <a:cubicBezTo>
                  <a:pt x="1331" y="1227"/>
                  <a:pt x="1315" y="1234"/>
                  <a:pt x="1319" y="1225"/>
                </a:cubicBezTo>
                <a:cubicBezTo>
                  <a:pt x="1327" y="1222"/>
                  <a:pt x="1321" y="1230"/>
                  <a:pt x="1324" y="1230"/>
                </a:cubicBezTo>
                <a:cubicBezTo>
                  <a:pt x="1328" y="1227"/>
                  <a:pt x="1333" y="1225"/>
                  <a:pt x="1335" y="1221"/>
                </a:cubicBezTo>
                <a:cubicBezTo>
                  <a:pt x="1342" y="1222"/>
                  <a:pt x="1349" y="1216"/>
                  <a:pt x="1345" y="1225"/>
                </a:cubicBezTo>
                <a:cubicBezTo>
                  <a:pt x="1338" y="1230"/>
                  <a:pt x="1333" y="1223"/>
                  <a:pt x="1327" y="1233"/>
                </a:cubicBezTo>
                <a:cubicBezTo>
                  <a:pt x="1339" y="1230"/>
                  <a:pt x="1347" y="1232"/>
                  <a:pt x="1353" y="1225"/>
                </a:cubicBezTo>
                <a:cubicBezTo>
                  <a:pt x="1357" y="1220"/>
                  <a:pt x="1346" y="1220"/>
                  <a:pt x="1356" y="1215"/>
                </a:cubicBezTo>
                <a:cubicBezTo>
                  <a:pt x="1356" y="1218"/>
                  <a:pt x="1357" y="1219"/>
                  <a:pt x="1361" y="1218"/>
                </a:cubicBezTo>
                <a:cubicBezTo>
                  <a:pt x="1350" y="1229"/>
                  <a:pt x="1364" y="1231"/>
                  <a:pt x="1346" y="1242"/>
                </a:cubicBezTo>
                <a:cubicBezTo>
                  <a:pt x="1358" y="1238"/>
                  <a:pt x="1376" y="1243"/>
                  <a:pt x="1369" y="1255"/>
                </a:cubicBezTo>
                <a:cubicBezTo>
                  <a:pt x="1371" y="1253"/>
                  <a:pt x="1373" y="1251"/>
                  <a:pt x="1376" y="1250"/>
                </a:cubicBezTo>
                <a:cubicBezTo>
                  <a:pt x="1375" y="1253"/>
                  <a:pt x="1374" y="1255"/>
                  <a:pt x="1378" y="1254"/>
                </a:cubicBezTo>
                <a:cubicBezTo>
                  <a:pt x="1375" y="1258"/>
                  <a:pt x="1370" y="1262"/>
                  <a:pt x="1365" y="1263"/>
                </a:cubicBezTo>
                <a:cubicBezTo>
                  <a:pt x="1365" y="1257"/>
                  <a:pt x="1360" y="1254"/>
                  <a:pt x="1356" y="1250"/>
                </a:cubicBezTo>
                <a:cubicBezTo>
                  <a:pt x="1353" y="1254"/>
                  <a:pt x="1347" y="1253"/>
                  <a:pt x="1345" y="1259"/>
                </a:cubicBezTo>
                <a:cubicBezTo>
                  <a:pt x="1358" y="1254"/>
                  <a:pt x="1354" y="1271"/>
                  <a:pt x="1368" y="1269"/>
                </a:cubicBezTo>
                <a:cubicBezTo>
                  <a:pt x="1371" y="1263"/>
                  <a:pt x="1368" y="1263"/>
                  <a:pt x="1375" y="1260"/>
                </a:cubicBezTo>
                <a:cubicBezTo>
                  <a:pt x="1382" y="1263"/>
                  <a:pt x="1380" y="1280"/>
                  <a:pt x="1394" y="1270"/>
                </a:cubicBezTo>
                <a:cubicBezTo>
                  <a:pt x="1387" y="1277"/>
                  <a:pt x="1380" y="1285"/>
                  <a:pt x="1394" y="1281"/>
                </a:cubicBezTo>
                <a:cubicBezTo>
                  <a:pt x="1392" y="1285"/>
                  <a:pt x="1389" y="1286"/>
                  <a:pt x="1388" y="1290"/>
                </a:cubicBezTo>
                <a:cubicBezTo>
                  <a:pt x="1379" y="1294"/>
                  <a:pt x="1389" y="1284"/>
                  <a:pt x="1381" y="1287"/>
                </a:cubicBezTo>
                <a:cubicBezTo>
                  <a:pt x="1376" y="1300"/>
                  <a:pt x="1376" y="1287"/>
                  <a:pt x="1372" y="1293"/>
                </a:cubicBezTo>
                <a:cubicBezTo>
                  <a:pt x="1369" y="1299"/>
                  <a:pt x="1376" y="1297"/>
                  <a:pt x="1377" y="1300"/>
                </a:cubicBezTo>
                <a:cubicBezTo>
                  <a:pt x="1384" y="1289"/>
                  <a:pt x="1388" y="1296"/>
                  <a:pt x="1395" y="1287"/>
                </a:cubicBezTo>
                <a:cubicBezTo>
                  <a:pt x="1390" y="1293"/>
                  <a:pt x="1387" y="1306"/>
                  <a:pt x="1399" y="1300"/>
                </a:cubicBezTo>
                <a:cubicBezTo>
                  <a:pt x="1396" y="1304"/>
                  <a:pt x="1399" y="1304"/>
                  <a:pt x="1397" y="1308"/>
                </a:cubicBezTo>
                <a:cubicBezTo>
                  <a:pt x="1385" y="1319"/>
                  <a:pt x="1383" y="1303"/>
                  <a:pt x="1375" y="1315"/>
                </a:cubicBezTo>
                <a:cubicBezTo>
                  <a:pt x="1375" y="1298"/>
                  <a:pt x="1359" y="1298"/>
                  <a:pt x="1350" y="1289"/>
                </a:cubicBezTo>
                <a:cubicBezTo>
                  <a:pt x="1342" y="1301"/>
                  <a:pt x="1362" y="1293"/>
                  <a:pt x="1351" y="1304"/>
                </a:cubicBezTo>
                <a:cubicBezTo>
                  <a:pt x="1356" y="1306"/>
                  <a:pt x="1358" y="1304"/>
                  <a:pt x="1365" y="1300"/>
                </a:cubicBezTo>
                <a:cubicBezTo>
                  <a:pt x="1364" y="1310"/>
                  <a:pt x="1367" y="1303"/>
                  <a:pt x="1357" y="1311"/>
                </a:cubicBezTo>
                <a:cubicBezTo>
                  <a:pt x="1363" y="1311"/>
                  <a:pt x="1360" y="1317"/>
                  <a:pt x="1368" y="1309"/>
                </a:cubicBezTo>
                <a:cubicBezTo>
                  <a:pt x="1371" y="1316"/>
                  <a:pt x="1355" y="1318"/>
                  <a:pt x="1349" y="1324"/>
                </a:cubicBezTo>
                <a:cubicBezTo>
                  <a:pt x="1357" y="1324"/>
                  <a:pt x="1350" y="1336"/>
                  <a:pt x="1357" y="1336"/>
                </a:cubicBezTo>
                <a:cubicBezTo>
                  <a:pt x="1360" y="1333"/>
                  <a:pt x="1363" y="1330"/>
                  <a:pt x="1366" y="1327"/>
                </a:cubicBezTo>
                <a:cubicBezTo>
                  <a:pt x="1358" y="1330"/>
                  <a:pt x="1361" y="1325"/>
                  <a:pt x="1357" y="1324"/>
                </a:cubicBezTo>
                <a:cubicBezTo>
                  <a:pt x="1358" y="1320"/>
                  <a:pt x="1369" y="1312"/>
                  <a:pt x="1369" y="1317"/>
                </a:cubicBezTo>
                <a:cubicBezTo>
                  <a:pt x="1366" y="1316"/>
                  <a:pt x="1357" y="1322"/>
                  <a:pt x="1362" y="1322"/>
                </a:cubicBezTo>
                <a:cubicBezTo>
                  <a:pt x="1367" y="1321"/>
                  <a:pt x="1371" y="1320"/>
                  <a:pt x="1374" y="1317"/>
                </a:cubicBezTo>
                <a:cubicBezTo>
                  <a:pt x="1376" y="1321"/>
                  <a:pt x="1375" y="1332"/>
                  <a:pt x="1381" y="1328"/>
                </a:cubicBezTo>
                <a:cubicBezTo>
                  <a:pt x="1385" y="1320"/>
                  <a:pt x="1375" y="1324"/>
                  <a:pt x="1379" y="1317"/>
                </a:cubicBezTo>
                <a:cubicBezTo>
                  <a:pt x="1388" y="1313"/>
                  <a:pt x="1383" y="1323"/>
                  <a:pt x="1391" y="1316"/>
                </a:cubicBezTo>
                <a:cubicBezTo>
                  <a:pt x="1378" y="1329"/>
                  <a:pt x="1390" y="1343"/>
                  <a:pt x="1403" y="1331"/>
                </a:cubicBezTo>
                <a:cubicBezTo>
                  <a:pt x="1402" y="1339"/>
                  <a:pt x="1392" y="1343"/>
                  <a:pt x="1399" y="1344"/>
                </a:cubicBezTo>
                <a:cubicBezTo>
                  <a:pt x="1403" y="1343"/>
                  <a:pt x="1405" y="1339"/>
                  <a:pt x="1408" y="1338"/>
                </a:cubicBezTo>
                <a:cubicBezTo>
                  <a:pt x="1405" y="1345"/>
                  <a:pt x="1412" y="1340"/>
                  <a:pt x="1416" y="1339"/>
                </a:cubicBezTo>
                <a:cubicBezTo>
                  <a:pt x="1416" y="1343"/>
                  <a:pt x="1414" y="1349"/>
                  <a:pt x="1415" y="1352"/>
                </a:cubicBezTo>
                <a:cubicBezTo>
                  <a:pt x="1404" y="1351"/>
                  <a:pt x="1391" y="1352"/>
                  <a:pt x="1378" y="1359"/>
                </a:cubicBezTo>
                <a:cubicBezTo>
                  <a:pt x="1380" y="1363"/>
                  <a:pt x="1385" y="1358"/>
                  <a:pt x="1390" y="1355"/>
                </a:cubicBezTo>
                <a:cubicBezTo>
                  <a:pt x="1385" y="1364"/>
                  <a:pt x="1395" y="1361"/>
                  <a:pt x="1392" y="1368"/>
                </a:cubicBezTo>
                <a:cubicBezTo>
                  <a:pt x="1387" y="1370"/>
                  <a:pt x="1385" y="1375"/>
                  <a:pt x="1383" y="1380"/>
                </a:cubicBezTo>
                <a:cubicBezTo>
                  <a:pt x="1395" y="1376"/>
                  <a:pt x="1387" y="1388"/>
                  <a:pt x="1389" y="1388"/>
                </a:cubicBezTo>
                <a:cubicBezTo>
                  <a:pt x="1392" y="1387"/>
                  <a:pt x="1396" y="1388"/>
                  <a:pt x="1398" y="1385"/>
                </a:cubicBezTo>
                <a:cubicBezTo>
                  <a:pt x="1399" y="1382"/>
                  <a:pt x="1389" y="1382"/>
                  <a:pt x="1398" y="1377"/>
                </a:cubicBezTo>
                <a:cubicBezTo>
                  <a:pt x="1398" y="1379"/>
                  <a:pt x="1407" y="1380"/>
                  <a:pt x="1408" y="1377"/>
                </a:cubicBezTo>
                <a:cubicBezTo>
                  <a:pt x="1403" y="1378"/>
                  <a:pt x="1401" y="1371"/>
                  <a:pt x="1408" y="1367"/>
                </a:cubicBezTo>
                <a:cubicBezTo>
                  <a:pt x="1422" y="1363"/>
                  <a:pt x="1415" y="1375"/>
                  <a:pt x="1427" y="1369"/>
                </a:cubicBezTo>
                <a:cubicBezTo>
                  <a:pt x="1426" y="1373"/>
                  <a:pt x="1422" y="1374"/>
                  <a:pt x="1420" y="1376"/>
                </a:cubicBezTo>
                <a:cubicBezTo>
                  <a:pt x="1424" y="1379"/>
                  <a:pt x="1424" y="1390"/>
                  <a:pt x="1434" y="1383"/>
                </a:cubicBezTo>
                <a:cubicBezTo>
                  <a:pt x="1430" y="1397"/>
                  <a:pt x="1444" y="1389"/>
                  <a:pt x="1449" y="1394"/>
                </a:cubicBezTo>
                <a:cubicBezTo>
                  <a:pt x="1449" y="1393"/>
                  <a:pt x="1444" y="1405"/>
                  <a:pt x="1454" y="1396"/>
                </a:cubicBezTo>
                <a:cubicBezTo>
                  <a:pt x="1453" y="1402"/>
                  <a:pt x="1449" y="1403"/>
                  <a:pt x="1447" y="1408"/>
                </a:cubicBezTo>
                <a:cubicBezTo>
                  <a:pt x="1458" y="1401"/>
                  <a:pt x="1455" y="1416"/>
                  <a:pt x="1463" y="1416"/>
                </a:cubicBezTo>
                <a:cubicBezTo>
                  <a:pt x="1459" y="1417"/>
                  <a:pt x="1457" y="1421"/>
                  <a:pt x="1455" y="1425"/>
                </a:cubicBezTo>
                <a:cubicBezTo>
                  <a:pt x="1454" y="1433"/>
                  <a:pt x="1462" y="1422"/>
                  <a:pt x="1463" y="1426"/>
                </a:cubicBezTo>
                <a:cubicBezTo>
                  <a:pt x="1460" y="1427"/>
                  <a:pt x="1457" y="1429"/>
                  <a:pt x="1456" y="1433"/>
                </a:cubicBezTo>
                <a:cubicBezTo>
                  <a:pt x="1465" y="1428"/>
                  <a:pt x="1454" y="1440"/>
                  <a:pt x="1459" y="1438"/>
                </a:cubicBezTo>
                <a:cubicBezTo>
                  <a:pt x="1464" y="1438"/>
                  <a:pt x="1464" y="1431"/>
                  <a:pt x="1469" y="1430"/>
                </a:cubicBezTo>
                <a:cubicBezTo>
                  <a:pt x="1470" y="1439"/>
                  <a:pt x="1484" y="1435"/>
                  <a:pt x="1484" y="1444"/>
                </a:cubicBezTo>
                <a:cubicBezTo>
                  <a:pt x="1480" y="1445"/>
                  <a:pt x="1478" y="1447"/>
                  <a:pt x="1476" y="1450"/>
                </a:cubicBezTo>
                <a:cubicBezTo>
                  <a:pt x="1486" y="1448"/>
                  <a:pt x="1489" y="1450"/>
                  <a:pt x="1480" y="1459"/>
                </a:cubicBezTo>
                <a:cubicBezTo>
                  <a:pt x="1489" y="1460"/>
                  <a:pt x="1501" y="1462"/>
                  <a:pt x="1493" y="1475"/>
                </a:cubicBezTo>
                <a:cubicBezTo>
                  <a:pt x="1501" y="1473"/>
                  <a:pt x="1498" y="1480"/>
                  <a:pt x="1502" y="1481"/>
                </a:cubicBezTo>
                <a:cubicBezTo>
                  <a:pt x="1508" y="1477"/>
                  <a:pt x="1508" y="1481"/>
                  <a:pt x="1516" y="1476"/>
                </a:cubicBezTo>
                <a:cubicBezTo>
                  <a:pt x="1511" y="1483"/>
                  <a:pt x="1510" y="1484"/>
                  <a:pt x="1514" y="1486"/>
                </a:cubicBezTo>
                <a:cubicBezTo>
                  <a:pt x="1507" y="1492"/>
                  <a:pt x="1506" y="1486"/>
                  <a:pt x="1502" y="1485"/>
                </a:cubicBezTo>
                <a:cubicBezTo>
                  <a:pt x="1498" y="1493"/>
                  <a:pt x="1490" y="1495"/>
                  <a:pt x="1483" y="1499"/>
                </a:cubicBezTo>
                <a:cubicBezTo>
                  <a:pt x="1484" y="1505"/>
                  <a:pt x="1486" y="1509"/>
                  <a:pt x="1495" y="1502"/>
                </a:cubicBezTo>
                <a:cubicBezTo>
                  <a:pt x="1497" y="1509"/>
                  <a:pt x="1494" y="1521"/>
                  <a:pt x="1510" y="1515"/>
                </a:cubicBezTo>
                <a:cubicBezTo>
                  <a:pt x="1511" y="1519"/>
                  <a:pt x="1499" y="1524"/>
                  <a:pt x="1504" y="1524"/>
                </a:cubicBezTo>
                <a:cubicBezTo>
                  <a:pt x="1507" y="1523"/>
                  <a:pt x="1508" y="1521"/>
                  <a:pt x="1510" y="1521"/>
                </a:cubicBezTo>
                <a:cubicBezTo>
                  <a:pt x="1505" y="1537"/>
                  <a:pt x="1529" y="1538"/>
                  <a:pt x="1530" y="1553"/>
                </a:cubicBezTo>
                <a:cubicBezTo>
                  <a:pt x="1534" y="1543"/>
                  <a:pt x="1532" y="1545"/>
                  <a:pt x="1537" y="1535"/>
                </a:cubicBezTo>
                <a:cubicBezTo>
                  <a:pt x="1529" y="1540"/>
                  <a:pt x="1538" y="1529"/>
                  <a:pt x="1530" y="1533"/>
                </a:cubicBezTo>
                <a:cubicBezTo>
                  <a:pt x="1529" y="1536"/>
                  <a:pt x="1532" y="1536"/>
                  <a:pt x="1528" y="1538"/>
                </a:cubicBezTo>
                <a:cubicBezTo>
                  <a:pt x="1518" y="1533"/>
                  <a:pt x="1524" y="1522"/>
                  <a:pt x="1515" y="1517"/>
                </a:cubicBezTo>
                <a:cubicBezTo>
                  <a:pt x="1520" y="1517"/>
                  <a:pt x="1523" y="1520"/>
                  <a:pt x="1525" y="1511"/>
                </a:cubicBezTo>
                <a:cubicBezTo>
                  <a:pt x="1532" y="1510"/>
                  <a:pt x="1533" y="1513"/>
                  <a:pt x="1527" y="1520"/>
                </a:cubicBezTo>
                <a:cubicBezTo>
                  <a:pt x="1532" y="1520"/>
                  <a:pt x="1547" y="1521"/>
                  <a:pt x="1547" y="1529"/>
                </a:cubicBezTo>
                <a:cubicBezTo>
                  <a:pt x="1544" y="1530"/>
                  <a:pt x="1540" y="1530"/>
                  <a:pt x="1539" y="1535"/>
                </a:cubicBezTo>
                <a:cubicBezTo>
                  <a:pt x="1537" y="1540"/>
                  <a:pt x="1546" y="1536"/>
                  <a:pt x="1547" y="1539"/>
                </a:cubicBezTo>
                <a:cubicBezTo>
                  <a:pt x="1548" y="1536"/>
                  <a:pt x="1549" y="1534"/>
                  <a:pt x="1550" y="1532"/>
                </a:cubicBezTo>
                <a:cubicBezTo>
                  <a:pt x="1556" y="1540"/>
                  <a:pt x="1564" y="1546"/>
                  <a:pt x="1573" y="1552"/>
                </a:cubicBezTo>
                <a:cubicBezTo>
                  <a:pt x="1573" y="1557"/>
                  <a:pt x="1568" y="1558"/>
                  <a:pt x="1567" y="1563"/>
                </a:cubicBezTo>
                <a:cubicBezTo>
                  <a:pt x="1570" y="1562"/>
                  <a:pt x="1573" y="1562"/>
                  <a:pt x="1576" y="1561"/>
                </a:cubicBezTo>
                <a:cubicBezTo>
                  <a:pt x="1575" y="1565"/>
                  <a:pt x="1571" y="1566"/>
                  <a:pt x="1569" y="1569"/>
                </a:cubicBezTo>
                <a:cubicBezTo>
                  <a:pt x="1573" y="1567"/>
                  <a:pt x="1570" y="1574"/>
                  <a:pt x="1576" y="1571"/>
                </a:cubicBezTo>
                <a:cubicBezTo>
                  <a:pt x="1577" y="1568"/>
                  <a:pt x="1578" y="1564"/>
                  <a:pt x="1581" y="1563"/>
                </a:cubicBezTo>
                <a:cubicBezTo>
                  <a:pt x="1580" y="1568"/>
                  <a:pt x="1587" y="1566"/>
                  <a:pt x="1585" y="1572"/>
                </a:cubicBezTo>
                <a:cubicBezTo>
                  <a:pt x="1582" y="1573"/>
                  <a:pt x="1578" y="1574"/>
                  <a:pt x="1577" y="1578"/>
                </a:cubicBezTo>
                <a:cubicBezTo>
                  <a:pt x="1583" y="1576"/>
                  <a:pt x="1580" y="1581"/>
                  <a:pt x="1587" y="1577"/>
                </a:cubicBezTo>
                <a:cubicBezTo>
                  <a:pt x="1588" y="1574"/>
                  <a:pt x="1591" y="1571"/>
                  <a:pt x="1594" y="1570"/>
                </a:cubicBezTo>
                <a:cubicBezTo>
                  <a:pt x="1585" y="1586"/>
                  <a:pt x="1603" y="1577"/>
                  <a:pt x="1604" y="1585"/>
                </a:cubicBezTo>
                <a:cubicBezTo>
                  <a:pt x="1601" y="1588"/>
                  <a:pt x="1595" y="1587"/>
                  <a:pt x="1594" y="1592"/>
                </a:cubicBezTo>
                <a:cubicBezTo>
                  <a:pt x="1594" y="1601"/>
                  <a:pt x="1602" y="1605"/>
                  <a:pt x="1608" y="1610"/>
                </a:cubicBezTo>
                <a:cubicBezTo>
                  <a:pt x="1615" y="1615"/>
                  <a:pt x="1621" y="1622"/>
                  <a:pt x="1618" y="1636"/>
                </a:cubicBezTo>
                <a:cubicBezTo>
                  <a:pt x="1622" y="1635"/>
                  <a:pt x="1622" y="1630"/>
                  <a:pt x="1626" y="1630"/>
                </a:cubicBezTo>
                <a:cubicBezTo>
                  <a:pt x="1630" y="1634"/>
                  <a:pt x="1622" y="1633"/>
                  <a:pt x="1621" y="1640"/>
                </a:cubicBezTo>
                <a:cubicBezTo>
                  <a:pt x="1625" y="1644"/>
                  <a:pt x="1624" y="1635"/>
                  <a:pt x="1630" y="1635"/>
                </a:cubicBezTo>
                <a:cubicBezTo>
                  <a:pt x="1630" y="1640"/>
                  <a:pt x="1625" y="1641"/>
                  <a:pt x="1625" y="1647"/>
                </a:cubicBezTo>
                <a:cubicBezTo>
                  <a:pt x="1632" y="1646"/>
                  <a:pt x="1630" y="1654"/>
                  <a:pt x="1638" y="1653"/>
                </a:cubicBezTo>
                <a:cubicBezTo>
                  <a:pt x="1639" y="1649"/>
                  <a:pt x="1641" y="1646"/>
                  <a:pt x="1644" y="1645"/>
                </a:cubicBezTo>
                <a:cubicBezTo>
                  <a:pt x="1644" y="1647"/>
                  <a:pt x="1647" y="1646"/>
                  <a:pt x="1650" y="1645"/>
                </a:cubicBezTo>
                <a:cubicBezTo>
                  <a:pt x="1646" y="1659"/>
                  <a:pt x="1661" y="1651"/>
                  <a:pt x="1660" y="1660"/>
                </a:cubicBezTo>
                <a:cubicBezTo>
                  <a:pt x="1651" y="1668"/>
                  <a:pt x="1653" y="1658"/>
                  <a:pt x="1648" y="1658"/>
                </a:cubicBezTo>
                <a:cubicBezTo>
                  <a:pt x="1647" y="1660"/>
                  <a:pt x="1645" y="1661"/>
                  <a:pt x="1644" y="1663"/>
                </a:cubicBezTo>
                <a:cubicBezTo>
                  <a:pt x="1650" y="1668"/>
                  <a:pt x="1654" y="1674"/>
                  <a:pt x="1660" y="1680"/>
                </a:cubicBezTo>
                <a:cubicBezTo>
                  <a:pt x="1661" y="1673"/>
                  <a:pt x="1660" y="1667"/>
                  <a:pt x="1655" y="1666"/>
                </a:cubicBezTo>
                <a:cubicBezTo>
                  <a:pt x="1659" y="1665"/>
                  <a:pt x="1660" y="1661"/>
                  <a:pt x="1663" y="1659"/>
                </a:cubicBezTo>
                <a:cubicBezTo>
                  <a:pt x="1659" y="1674"/>
                  <a:pt x="1667" y="1662"/>
                  <a:pt x="1669" y="1667"/>
                </a:cubicBezTo>
                <a:cubicBezTo>
                  <a:pt x="1667" y="1672"/>
                  <a:pt x="1664" y="1682"/>
                  <a:pt x="1668" y="1684"/>
                </a:cubicBezTo>
                <a:cubicBezTo>
                  <a:pt x="1674" y="1676"/>
                  <a:pt x="1673" y="1674"/>
                  <a:pt x="1677" y="1669"/>
                </a:cubicBezTo>
                <a:cubicBezTo>
                  <a:pt x="1674" y="1676"/>
                  <a:pt x="1681" y="1673"/>
                  <a:pt x="1676" y="1683"/>
                </a:cubicBezTo>
                <a:cubicBezTo>
                  <a:pt x="1682" y="1678"/>
                  <a:pt x="1689" y="1680"/>
                  <a:pt x="1682" y="1689"/>
                </a:cubicBezTo>
                <a:cubicBezTo>
                  <a:pt x="1696" y="1686"/>
                  <a:pt x="1697" y="1696"/>
                  <a:pt x="1702" y="1703"/>
                </a:cubicBezTo>
                <a:cubicBezTo>
                  <a:pt x="1708" y="1704"/>
                  <a:pt x="1717" y="1693"/>
                  <a:pt x="1717" y="1698"/>
                </a:cubicBezTo>
                <a:cubicBezTo>
                  <a:pt x="1707" y="1705"/>
                  <a:pt x="1718" y="1703"/>
                  <a:pt x="1710" y="1715"/>
                </a:cubicBezTo>
                <a:cubicBezTo>
                  <a:pt x="1729" y="1706"/>
                  <a:pt x="1726" y="1725"/>
                  <a:pt x="1743" y="1714"/>
                </a:cubicBezTo>
                <a:cubicBezTo>
                  <a:pt x="1740" y="1721"/>
                  <a:pt x="1749" y="1716"/>
                  <a:pt x="1750" y="1719"/>
                </a:cubicBezTo>
                <a:cubicBezTo>
                  <a:pt x="1731" y="1734"/>
                  <a:pt x="1761" y="1738"/>
                  <a:pt x="1770" y="1737"/>
                </a:cubicBezTo>
                <a:cubicBezTo>
                  <a:pt x="1763" y="1748"/>
                  <a:pt x="1759" y="1737"/>
                  <a:pt x="1755" y="1742"/>
                </a:cubicBezTo>
                <a:cubicBezTo>
                  <a:pt x="1754" y="1747"/>
                  <a:pt x="1753" y="1754"/>
                  <a:pt x="1755" y="1756"/>
                </a:cubicBezTo>
                <a:cubicBezTo>
                  <a:pt x="1761" y="1746"/>
                  <a:pt x="1758" y="1755"/>
                  <a:pt x="1761" y="1756"/>
                </a:cubicBezTo>
                <a:cubicBezTo>
                  <a:pt x="1767" y="1749"/>
                  <a:pt x="1767" y="1749"/>
                  <a:pt x="1773" y="1746"/>
                </a:cubicBezTo>
                <a:cubicBezTo>
                  <a:pt x="1772" y="1753"/>
                  <a:pt x="1764" y="1752"/>
                  <a:pt x="1762" y="1758"/>
                </a:cubicBezTo>
                <a:cubicBezTo>
                  <a:pt x="1760" y="1766"/>
                  <a:pt x="1765" y="1769"/>
                  <a:pt x="1754" y="1779"/>
                </a:cubicBezTo>
                <a:cubicBezTo>
                  <a:pt x="1762" y="1774"/>
                  <a:pt x="1768" y="1768"/>
                  <a:pt x="1776" y="1763"/>
                </a:cubicBezTo>
                <a:cubicBezTo>
                  <a:pt x="1771" y="1773"/>
                  <a:pt x="1777" y="1777"/>
                  <a:pt x="1774" y="1785"/>
                </a:cubicBezTo>
                <a:cubicBezTo>
                  <a:pt x="1780" y="1779"/>
                  <a:pt x="1780" y="1766"/>
                  <a:pt x="1786" y="1760"/>
                </a:cubicBezTo>
                <a:cubicBezTo>
                  <a:pt x="1794" y="1762"/>
                  <a:pt x="1775" y="1786"/>
                  <a:pt x="1794" y="1779"/>
                </a:cubicBezTo>
                <a:cubicBezTo>
                  <a:pt x="1789" y="1769"/>
                  <a:pt x="1799" y="1760"/>
                  <a:pt x="1795" y="1748"/>
                </a:cubicBezTo>
                <a:cubicBezTo>
                  <a:pt x="1797" y="1752"/>
                  <a:pt x="1807" y="1756"/>
                  <a:pt x="1802" y="1762"/>
                </a:cubicBezTo>
                <a:cubicBezTo>
                  <a:pt x="1802" y="1760"/>
                  <a:pt x="1801" y="1760"/>
                  <a:pt x="1799" y="1761"/>
                </a:cubicBezTo>
                <a:cubicBezTo>
                  <a:pt x="1794" y="1773"/>
                  <a:pt x="1796" y="1778"/>
                  <a:pt x="1799" y="1781"/>
                </a:cubicBezTo>
                <a:cubicBezTo>
                  <a:pt x="1794" y="1785"/>
                  <a:pt x="1792" y="1784"/>
                  <a:pt x="1788" y="1794"/>
                </a:cubicBezTo>
                <a:cubicBezTo>
                  <a:pt x="1791" y="1794"/>
                  <a:pt x="1790" y="1800"/>
                  <a:pt x="1795" y="1797"/>
                </a:cubicBezTo>
                <a:cubicBezTo>
                  <a:pt x="1798" y="1792"/>
                  <a:pt x="1791" y="1792"/>
                  <a:pt x="1799" y="1790"/>
                </a:cubicBezTo>
                <a:cubicBezTo>
                  <a:pt x="1801" y="1796"/>
                  <a:pt x="1799" y="1803"/>
                  <a:pt x="1811" y="1794"/>
                </a:cubicBezTo>
                <a:cubicBezTo>
                  <a:pt x="1805" y="1807"/>
                  <a:pt x="1816" y="1811"/>
                  <a:pt x="1822" y="1802"/>
                </a:cubicBezTo>
                <a:cubicBezTo>
                  <a:pt x="1821" y="1805"/>
                  <a:pt x="1820" y="1808"/>
                  <a:pt x="1820" y="1811"/>
                </a:cubicBezTo>
                <a:cubicBezTo>
                  <a:pt x="1828" y="1804"/>
                  <a:pt x="1826" y="1810"/>
                  <a:pt x="1831" y="1811"/>
                </a:cubicBezTo>
                <a:cubicBezTo>
                  <a:pt x="1828" y="1819"/>
                  <a:pt x="1823" y="1821"/>
                  <a:pt x="1825" y="1828"/>
                </a:cubicBezTo>
                <a:cubicBezTo>
                  <a:pt x="1833" y="1825"/>
                  <a:pt x="1842" y="1822"/>
                  <a:pt x="1843" y="1831"/>
                </a:cubicBezTo>
                <a:cubicBezTo>
                  <a:pt x="1837" y="1835"/>
                  <a:pt x="1835" y="1826"/>
                  <a:pt x="1829" y="1834"/>
                </a:cubicBezTo>
                <a:cubicBezTo>
                  <a:pt x="1833" y="1836"/>
                  <a:pt x="1828" y="1843"/>
                  <a:pt x="1830" y="1844"/>
                </a:cubicBezTo>
                <a:cubicBezTo>
                  <a:pt x="1841" y="1843"/>
                  <a:pt x="1841" y="1846"/>
                  <a:pt x="1853" y="1838"/>
                </a:cubicBezTo>
                <a:cubicBezTo>
                  <a:pt x="1852" y="1855"/>
                  <a:pt x="1882" y="1835"/>
                  <a:pt x="1876" y="1860"/>
                </a:cubicBezTo>
                <a:cubicBezTo>
                  <a:pt x="1879" y="1856"/>
                  <a:pt x="1881" y="1855"/>
                  <a:pt x="1884" y="1857"/>
                </a:cubicBezTo>
                <a:cubicBezTo>
                  <a:pt x="1885" y="1863"/>
                  <a:pt x="1872" y="1871"/>
                  <a:pt x="1878" y="1873"/>
                </a:cubicBezTo>
                <a:cubicBezTo>
                  <a:pt x="1883" y="1872"/>
                  <a:pt x="1882" y="1864"/>
                  <a:pt x="1888" y="1863"/>
                </a:cubicBezTo>
                <a:cubicBezTo>
                  <a:pt x="1894" y="1867"/>
                  <a:pt x="1894" y="1875"/>
                  <a:pt x="1905" y="1869"/>
                </a:cubicBezTo>
                <a:cubicBezTo>
                  <a:pt x="1907" y="1876"/>
                  <a:pt x="1898" y="1873"/>
                  <a:pt x="1897" y="1878"/>
                </a:cubicBezTo>
                <a:cubicBezTo>
                  <a:pt x="1901" y="1882"/>
                  <a:pt x="1905" y="1891"/>
                  <a:pt x="1916" y="1881"/>
                </a:cubicBezTo>
                <a:cubicBezTo>
                  <a:pt x="1918" y="1885"/>
                  <a:pt x="1918" y="1893"/>
                  <a:pt x="1927" y="1889"/>
                </a:cubicBezTo>
                <a:cubicBezTo>
                  <a:pt x="1926" y="1895"/>
                  <a:pt x="1922" y="1897"/>
                  <a:pt x="1922" y="1904"/>
                </a:cubicBezTo>
                <a:cubicBezTo>
                  <a:pt x="1933" y="1896"/>
                  <a:pt x="1924" y="1913"/>
                  <a:pt x="1932" y="1908"/>
                </a:cubicBezTo>
                <a:cubicBezTo>
                  <a:pt x="1935" y="1903"/>
                  <a:pt x="1940" y="1900"/>
                  <a:pt x="1944" y="1897"/>
                </a:cubicBezTo>
                <a:cubicBezTo>
                  <a:pt x="1942" y="1906"/>
                  <a:pt x="1930" y="1907"/>
                  <a:pt x="1928" y="1918"/>
                </a:cubicBezTo>
                <a:cubicBezTo>
                  <a:pt x="1932" y="1916"/>
                  <a:pt x="1932" y="1919"/>
                  <a:pt x="1933" y="1920"/>
                </a:cubicBezTo>
                <a:cubicBezTo>
                  <a:pt x="1936" y="1916"/>
                  <a:pt x="1938" y="1911"/>
                  <a:pt x="1943" y="1910"/>
                </a:cubicBezTo>
                <a:cubicBezTo>
                  <a:pt x="1943" y="1916"/>
                  <a:pt x="1935" y="1919"/>
                  <a:pt x="1939" y="1922"/>
                </a:cubicBezTo>
                <a:cubicBezTo>
                  <a:pt x="1945" y="1919"/>
                  <a:pt x="1948" y="1912"/>
                  <a:pt x="1951" y="1906"/>
                </a:cubicBezTo>
                <a:cubicBezTo>
                  <a:pt x="1947" y="1918"/>
                  <a:pt x="1957" y="1901"/>
                  <a:pt x="1957" y="1908"/>
                </a:cubicBezTo>
                <a:cubicBezTo>
                  <a:pt x="1953" y="1911"/>
                  <a:pt x="1956" y="1911"/>
                  <a:pt x="1955" y="1915"/>
                </a:cubicBezTo>
                <a:cubicBezTo>
                  <a:pt x="1951" y="1917"/>
                  <a:pt x="1951" y="1914"/>
                  <a:pt x="1949" y="1918"/>
                </a:cubicBezTo>
                <a:cubicBezTo>
                  <a:pt x="1946" y="1927"/>
                  <a:pt x="1954" y="1923"/>
                  <a:pt x="1957" y="1925"/>
                </a:cubicBezTo>
                <a:cubicBezTo>
                  <a:pt x="1960" y="1917"/>
                  <a:pt x="1950" y="1925"/>
                  <a:pt x="1955" y="1915"/>
                </a:cubicBezTo>
                <a:cubicBezTo>
                  <a:pt x="1967" y="1909"/>
                  <a:pt x="1964" y="1923"/>
                  <a:pt x="1975" y="1909"/>
                </a:cubicBezTo>
                <a:cubicBezTo>
                  <a:pt x="1969" y="1916"/>
                  <a:pt x="1972" y="1919"/>
                  <a:pt x="1968" y="1924"/>
                </a:cubicBezTo>
                <a:cubicBezTo>
                  <a:pt x="1966" y="1924"/>
                  <a:pt x="1960" y="1928"/>
                  <a:pt x="1957" y="1933"/>
                </a:cubicBezTo>
                <a:cubicBezTo>
                  <a:pt x="1960" y="1936"/>
                  <a:pt x="1962" y="1949"/>
                  <a:pt x="1971" y="1938"/>
                </a:cubicBezTo>
                <a:cubicBezTo>
                  <a:pt x="1965" y="1941"/>
                  <a:pt x="1965" y="1932"/>
                  <a:pt x="1970" y="1926"/>
                </a:cubicBezTo>
                <a:cubicBezTo>
                  <a:pt x="1979" y="1924"/>
                  <a:pt x="1982" y="1931"/>
                  <a:pt x="1994" y="1926"/>
                </a:cubicBezTo>
                <a:cubicBezTo>
                  <a:pt x="1992" y="1938"/>
                  <a:pt x="2007" y="1928"/>
                  <a:pt x="1996" y="1942"/>
                </a:cubicBezTo>
                <a:cubicBezTo>
                  <a:pt x="2005" y="1939"/>
                  <a:pt x="2006" y="1944"/>
                  <a:pt x="2014" y="1940"/>
                </a:cubicBezTo>
                <a:cubicBezTo>
                  <a:pt x="2005" y="1951"/>
                  <a:pt x="2022" y="1943"/>
                  <a:pt x="2019" y="1953"/>
                </a:cubicBezTo>
                <a:cubicBezTo>
                  <a:pt x="2011" y="1957"/>
                  <a:pt x="2015" y="1947"/>
                  <a:pt x="2008" y="1951"/>
                </a:cubicBezTo>
                <a:cubicBezTo>
                  <a:pt x="2006" y="1968"/>
                  <a:pt x="2000" y="1951"/>
                  <a:pt x="1995" y="1961"/>
                </a:cubicBezTo>
                <a:cubicBezTo>
                  <a:pt x="1995" y="1967"/>
                  <a:pt x="1999" y="1966"/>
                  <a:pt x="1998" y="1970"/>
                </a:cubicBezTo>
                <a:cubicBezTo>
                  <a:pt x="2011" y="1963"/>
                  <a:pt x="2018" y="1967"/>
                  <a:pt x="2030" y="1960"/>
                </a:cubicBezTo>
                <a:cubicBezTo>
                  <a:pt x="2028" y="1966"/>
                  <a:pt x="2020" y="1968"/>
                  <a:pt x="2018" y="1974"/>
                </a:cubicBezTo>
                <a:cubicBezTo>
                  <a:pt x="2013" y="1978"/>
                  <a:pt x="2011" y="1969"/>
                  <a:pt x="2006" y="1977"/>
                </a:cubicBezTo>
                <a:cubicBezTo>
                  <a:pt x="2013" y="1979"/>
                  <a:pt x="2021" y="1978"/>
                  <a:pt x="2019" y="1991"/>
                </a:cubicBezTo>
                <a:cubicBezTo>
                  <a:pt x="2026" y="1990"/>
                  <a:pt x="2037" y="1984"/>
                  <a:pt x="2033" y="1998"/>
                </a:cubicBezTo>
                <a:cubicBezTo>
                  <a:pt x="2040" y="2001"/>
                  <a:pt x="2057" y="1980"/>
                  <a:pt x="2056" y="1994"/>
                </a:cubicBezTo>
                <a:cubicBezTo>
                  <a:pt x="2050" y="1993"/>
                  <a:pt x="2047" y="1999"/>
                  <a:pt x="2041" y="2005"/>
                </a:cubicBezTo>
                <a:cubicBezTo>
                  <a:pt x="2054" y="2002"/>
                  <a:pt x="2061" y="2020"/>
                  <a:pt x="2072" y="2010"/>
                </a:cubicBezTo>
                <a:cubicBezTo>
                  <a:pt x="2075" y="1998"/>
                  <a:pt x="2066" y="2016"/>
                  <a:pt x="2069" y="2005"/>
                </a:cubicBezTo>
                <a:cubicBezTo>
                  <a:pt x="2072" y="2003"/>
                  <a:pt x="2076" y="2001"/>
                  <a:pt x="2079" y="2000"/>
                </a:cubicBezTo>
                <a:cubicBezTo>
                  <a:pt x="2073" y="2011"/>
                  <a:pt x="2078" y="2013"/>
                  <a:pt x="2082" y="2016"/>
                </a:cubicBezTo>
                <a:cubicBezTo>
                  <a:pt x="2093" y="2004"/>
                  <a:pt x="2093" y="2014"/>
                  <a:pt x="2101" y="2011"/>
                </a:cubicBezTo>
                <a:cubicBezTo>
                  <a:pt x="2102" y="2018"/>
                  <a:pt x="2098" y="2021"/>
                  <a:pt x="2101" y="2024"/>
                </a:cubicBezTo>
                <a:cubicBezTo>
                  <a:pt x="2113" y="2018"/>
                  <a:pt x="2101" y="2003"/>
                  <a:pt x="2114" y="2003"/>
                </a:cubicBezTo>
                <a:cubicBezTo>
                  <a:pt x="2106" y="2014"/>
                  <a:pt x="2109" y="2034"/>
                  <a:pt x="2118" y="2033"/>
                </a:cubicBezTo>
                <a:cubicBezTo>
                  <a:pt x="2119" y="2029"/>
                  <a:pt x="2121" y="2026"/>
                  <a:pt x="2123" y="2024"/>
                </a:cubicBezTo>
                <a:cubicBezTo>
                  <a:pt x="2124" y="2030"/>
                  <a:pt x="2119" y="2032"/>
                  <a:pt x="2119" y="2037"/>
                </a:cubicBezTo>
                <a:cubicBezTo>
                  <a:pt x="2127" y="2040"/>
                  <a:pt x="2134" y="2028"/>
                  <a:pt x="2132" y="2042"/>
                </a:cubicBezTo>
                <a:cubicBezTo>
                  <a:pt x="2136" y="2039"/>
                  <a:pt x="2137" y="2033"/>
                  <a:pt x="2141" y="2031"/>
                </a:cubicBezTo>
                <a:cubicBezTo>
                  <a:pt x="2142" y="2036"/>
                  <a:pt x="2137" y="2038"/>
                  <a:pt x="2137" y="2043"/>
                </a:cubicBezTo>
                <a:cubicBezTo>
                  <a:pt x="2146" y="2039"/>
                  <a:pt x="2152" y="2040"/>
                  <a:pt x="2151" y="2049"/>
                </a:cubicBezTo>
                <a:cubicBezTo>
                  <a:pt x="2158" y="2048"/>
                  <a:pt x="2155" y="2039"/>
                  <a:pt x="2162" y="2037"/>
                </a:cubicBezTo>
                <a:cubicBezTo>
                  <a:pt x="2164" y="2041"/>
                  <a:pt x="2169" y="2039"/>
                  <a:pt x="2171" y="2042"/>
                </a:cubicBezTo>
                <a:cubicBezTo>
                  <a:pt x="2166" y="2043"/>
                  <a:pt x="2163" y="2046"/>
                  <a:pt x="2162" y="2050"/>
                </a:cubicBezTo>
                <a:cubicBezTo>
                  <a:pt x="2181" y="2057"/>
                  <a:pt x="2194" y="2062"/>
                  <a:pt x="2209" y="2075"/>
                </a:cubicBezTo>
                <a:cubicBezTo>
                  <a:pt x="2209" y="2072"/>
                  <a:pt x="2210" y="2069"/>
                  <a:pt x="2213" y="2068"/>
                </a:cubicBezTo>
                <a:cubicBezTo>
                  <a:pt x="2210" y="2077"/>
                  <a:pt x="2218" y="2070"/>
                  <a:pt x="2218" y="2074"/>
                </a:cubicBezTo>
                <a:cubicBezTo>
                  <a:pt x="2215" y="2077"/>
                  <a:pt x="2213" y="2080"/>
                  <a:pt x="2213" y="2084"/>
                </a:cubicBezTo>
                <a:cubicBezTo>
                  <a:pt x="2220" y="2083"/>
                  <a:pt x="2220" y="2091"/>
                  <a:pt x="2229" y="2086"/>
                </a:cubicBezTo>
                <a:cubicBezTo>
                  <a:pt x="2229" y="2090"/>
                  <a:pt x="2227" y="2092"/>
                  <a:pt x="2226" y="2096"/>
                </a:cubicBezTo>
                <a:cubicBezTo>
                  <a:pt x="2240" y="2088"/>
                  <a:pt x="2237" y="2104"/>
                  <a:pt x="2246" y="2101"/>
                </a:cubicBezTo>
                <a:cubicBezTo>
                  <a:pt x="2246" y="2099"/>
                  <a:pt x="2248" y="2098"/>
                  <a:pt x="2249" y="2096"/>
                </a:cubicBezTo>
                <a:cubicBezTo>
                  <a:pt x="2244" y="2096"/>
                  <a:pt x="2244" y="2092"/>
                  <a:pt x="2242" y="2088"/>
                </a:cubicBezTo>
                <a:cubicBezTo>
                  <a:pt x="2248" y="2088"/>
                  <a:pt x="2254" y="2089"/>
                  <a:pt x="2262" y="2080"/>
                </a:cubicBezTo>
                <a:cubicBezTo>
                  <a:pt x="2263" y="2088"/>
                  <a:pt x="2251" y="2086"/>
                  <a:pt x="2251" y="2092"/>
                </a:cubicBezTo>
                <a:cubicBezTo>
                  <a:pt x="2265" y="2097"/>
                  <a:pt x="2303" y="2084"/>
                  <a:pt x="2309" y="2101"/>
                </a:cubicBezTo>
                <a:cubicBezTo>
                  <a:pt x="2316" y="2094"/>
                  <a:pt x="2314" y="2098"/>
                  <a:pt x="2318" y="2100"/>
                </a:cubicBezTo>
                <a:cubicBezTo>
                  <a:pt x="2310" y="2113"/>
                  <a:pt x="2301" y="2101"/>
                  <a:pt x="2296" y="2114"/>
                </a:cubicBezTo>
                <a:cubicBezTo>
                  <a:pt x="2304" y="2120"/>
                  <a:pt x="2316" y="2122"/>
                  <a:pt x="2331" y="2120"/>
                </a:cubicBezTo>
                <a:cubicBezTo>
                  <a:pt x="2331" y="2128"/>
                  <a:pt x="2326" y="2130"/>
                  <a:pt x="2329" y="2121"/>
                </a:cubicBezTo>
                <a:cubicBezTo>
                  <a:pt x="2326" y="2127"/>
                  <a:pt x="2314" y="2125"/>
                  <a:pt x="2309" y="2134"/>
                </a:cubicBezTo>
                <a:cubicBezTo>
                  <a:pt x="2316" y="2137"/>
                  <a:pt x="2331" y="2133"/>
                  <a:pt x="2335" y="2128"/>
                </a:cubicBezTo>
                <a:cubicBezTo>
                  <a:pt x="2333" y="2130"/>
                  <a:pt x="2333" y="2133"/>
                  <a:pt x="2333" y="2136"/>
                </a:cubicBezTo>
                <a:cubicBezTo>
                  <a:pt x="2353" y="2131"/>
                  <a:pt x="2364" y="2140"/>
                  <a:pt x="2393" y="2121"/>
                </a:cubicBezTo>
                <a:cubicBezTo>
                  <a:pt x="2392" y="2128"/>
                  <a:pt x="2388" y="2132"/>
                  <a:pt x="2384" y="2137"/>
                </a:cubicBezTo>
                <a:cubicBezTo>
                  <a:pt x="2384" y="2133"/>
                  <a:pt x="2388" y="2129"/>
                  <a:pt x="2385" y="2130"/>
                </a:cubicBezTo>
                <a:cubicBezTo>
                  <a:pt x="2382" y="2129"/>
                  <a:pt x="2380" y="2130"/>
                  <a:pt x="2379" y="2135"/>
                </a:cubicBezTo>
                <a:cubicBezTo>
                  <a:pt x="2382" y="2137"/>
                  <a:pt x="2383" y="2142"/>
                  <a:pt x="2387" y="2142"/>
                </a:cubicBezTo>
                <a:cubicBezTo>
                  <a:pt x="2388" y="2138"/>
                  <a:pt x="2392" y="2137"/>
                  <a:pt x="2394" y="2134"/>
                </a:cubicBezTo>
                <a:cubicBezTo>
                  <a:pt x="2397" y="2133"/>
                  <a:pt x="2392" y="2147"/>
                  <a:pt x="2396" y="2145"/>
                </a:cubicBezTo>
                <a:cubicBezTo>
                  <a:pt x="2399" y="2144"/>
                  <a:pt x="2402" y="2143"/>
                  <a:pt x="2402" y="2140"/>
                </a:cubicBezTo>
                <a:cubicBezTo>
                  <a:pt x="2397" y="2138"/>
                  <a:pt x="2397" y="2139"/>
                  <a:pt x="2401" y="2129"/>
                </a:cubicBezTo>
                <a:cubicBezTo>
                  <a:pt x="2397" y="2131"/>
                  <a:pt x="2395" y="2128"/>
                  <a:pt x="2393" y="2125"/>
                </a:cubicBezTo>
                <a:cubicBezTo>
                  <a:pt x="2399" y="2121"/>
                  <a:pt x="2389" y="2119"/>
                  <a:pt x="2395" y="2115"/>
                </a:cubicBezTo>
                <a:cubicBezTo>
                  <a:pt x="2400" y="2116"/>
                  <a:pt x="2397" y="2117"/>
                  <a:pt x="2396" y="2126"/>
                </a:cubicBezTo>
                <a:cubicBezTo>
                  <a:pt x="2403" y="2134"/>
                  <a:pt x="2415" y="2121"/>
                  <a:pt x="2422" y="2124"/>
                </a:cubicBezTo>
                <a:cubicBezTo>
                  <a:pt x="2414" y="2132"/>
                  <a:pt x="2402" y="2138"/>
                  <a:pt x="2399" y="2150"/>
                </a:cubicBezTo>
                <a:cubicBezTo>
                  <a:pt x="2401" y="2159"/>
                  <a:pt x="2417" y="2144"/>
                  <a:pt x="2422" y="2149"/>
                </a:cubicBezTo>
                <a:cubicBezTo>
                  <a:pt x="2419" y="2161"/>
                  <a:pt x="2427" y="2156"/>
                  <a:pt x="2430" y="2159"/>
                </a:cubicBezTo>
                <a:cubicBezTo>
                  <a:pt x="2434" y="2151"/>
                  <a:pt x="2451" y="2148"/>
                  <a:pt x="2447" y="2156"/>
                </a:cubicBezTo>
                <a:cubicBezTo>
                  <a:pt x="2444" y="2154"/>
                  <a:pt x="2437" y="2155"/>
                  <a:pt x="2437" y="2164"/>
                </a:cubicBezTo>
                <a:cubicBezTo>
                  <a:pt x="2443" y="2160"/>
                  <a:pt x="2444" y="2163"/>
                  <a:pt x="2448" y="2162"/>
                </a:cubicBezTo>
                <a:cubicBezTo>
                  <a:pt x="2449" y="2159"/>
                  <a:pt x="2453" y="2158"/>
                  <a:pt x="2453" y="2153"/>
                </a:cubicBezTo>
                <a:cubicBezTo>
                  <a:pt x="2464" y="2153"/>
                  <a:pt x="2460" y="2153"/>
                  <a:pt x="2473" y="2150"/>
                </a:cubicBezTo>
                <a:cubicBezTo>
                  <a:pt x="2471" y="2171"/>
                  <a:pt x="2491" y="2144"/>
                  <a:pt x="2488" y="2168"/>
                </a:cubicBezTo>
                <a:cubicBezTo>
                  <a:pt x="2494" y="2163"/>
                  <a:pt x="2494" y="2168"/>
                  <a:pt x="2501" y="2162"/>
                </a:cubicBezTo>
                <a:cubicBezTo>
                  <a:pt x="2493" y="2175"/>
                  <a:pt x="2487" y="2182"/>
                  <a:pt x="2477" y="2190"/>
                </a:cubicBezTo>
                <a:cubicBezTo>
                  <a:pt x="2490" y="2195"/>
                  <a:pt x="2502" y="2205"/>
                  <a:pt x="2522" y="2184"/>
                </a:cubicBezTo>
                <a:cubicBezTo>
                  <a:pt x="2529" y="2191"/>
                  <a:pt x="2544" y="2199"/>
                  <a:pt x="2562" y="2182"/>
                </a:cubicBezTo>
                <a:cubicBezTo>
                  <a:pt x="2563" y="2156"/>
                  <a:pt x="2524" y="2189"/>
                  <a:pt x="2524" y="2171"/>
                </a:cubicBezTo>
                <a:cubicBezTo>
                  <a:pt x="2525" y="2175"/>
                  <a:pt x="2515" y="2184"/>
                  <a:pt x="2515" y="2179"/>
                </a:cubicBezTo>
                <a:cubicBezTo>
                  <a:pt x="2517" y="2177"/>
                  <a:pt x="2519" y="2174"/>
                  <a:pt x="2519" y="2170"/>
                </a:cubicBezTo>
                <a:cubicBezTo>
                  <a:pt x="2511" y="2171"/>
                  <a:pt x="2495" y="2193"/>
                  <a:pt x="2489" y="2183"/>
                </a:cubicBezTo>
                <a:cubicBezTo>
                  <a:pt x="2500" y="2173"/>
                  <a:pt x="2522" y="2154"/>
                  <a:pt x="2531" y="2158"/>
                </a:cubicBezTo>
                <a:cubicBezTo>
                  <a:pt x="2529" y="2163"/>
                  <a:pt x="2519" y="2163"/>
                  <a:pt x="2521" y="2171"/>
                </a:cubicBezTo>
                <a:cubicBezTo>
                  <a:pt x="2532" y="2165"/>
                  <a:pt x="2539" y="2165"/>
                  <a:pt x="2553" y="2151"/>
                </a:cubicBezTo>
                <a:cubicBezTo>
                  <a:pt x="2556" y="2159"/>
                  <a:pt x="2561" y="2163"/>
                  <a:pt x="2565" y="2169"/>
                </a:cubicBezTo>
                <a:cubicBezTo>
                  <a:pt x="2578" y="2158"/>
                  <a:pt x="2580" y="2167"/>
                  <a:pt x="2591" y="2150"/>
                </a:cubicBezTo>
                <a:cubicBezTo>
                  <a:pt x="2592" y="2157"/>
                  <a:pt x="2583" y="2158"/>
                  <a:pt x="2585" y="2165"/>
                </a:cubicBezTo>
                <a:cubicBezTo>
                  <a:pt x="2590" y="2170"/>
                  <a:pt x="2588" y="2166"/>
                  <a:pt x="2584" y="2177"/>
                </a:cubicBezTo>
                <a:cubicBezTo>
                  <a:pt x="2601" y="2166"/>
                  <a:pt x="2601" y="2166"/>
                  <a:pt x="2601" y="2166"/>
                </a:cubicBezTo>
                <a:cubicBezTo>
                  <a:pt x="2601" y="2173"/>
                  <a:pt x="2604" y="2175"/>
                  <a:pt x="2610" y="2172"/>
                </a:cubicBezTo>
                <a:cubicBezTo>
                  <a:pt x="2612" y="2163"/>
                  <a:pt x="2607" y="2168"/>
                  <a:pt x="2606" y="2165"/>
                </a:cubicBezTo>
                <a:cubicBezTo>
                  <a:pt x="2613" y="2163"/>
                  <a:pt x="2616" y="2158"/>
                  <a:pt x="2618" y="2153"/>
                </a:cubicBezTo>
                <a:cubicBezTo>
                  <a:pt x="2620" y="2157"/>
                  <a:pt x="2627" y="2152"/>
                  <a:pt x="2625" y="2163"/>
                </a:cubicBezTo>
                <a:cubicBezTo>
                  <a:pt x="2620" y="2166"/>
                  <a:pt x="2616" y="2170"/>
                  <a:pt x="2617" y="2177"/>
                </a:cubicBezTo>
                <a:cubicBezTo>
                  <a:pt x="2626" y="2169"/>
                  <a:pt x="2636" y="2162"/>
                  <a:pt x="2645" y="2154"/>
                </a:cubicBezTo>
                <a:cubicBezTo>
                  <a:pt x="2641" y="2171"/>
                  <a:pt x="2663" y="2142"/>
                  <a:pt x="2659" y="2159"/>
                </a:cubicBezTo>
                <a:cubicBezTo>
                  <a:pt x="2655" y="2166"/>
                  <a:pt x="2653" y="2161"/>
                  <a:pt x="2650" y="2169"/>
                </a:cubicBezTo>
                <a:cubicBezTo>
                  <a:pt x="2650" y="2163"/>
                  <a:pt x="2643" y="2170"/>
                  <a:pt x="2641" y="2168"/>
                </a:cubicBezTo>
                <a:cubicBezTo>
                  <a:pt x="2640" y="2172"/>
                  <a:pt x="2638" y="2174"/>
                  <a:pt x="2638" y="2179"/>
                </a:cubicBezTo>
                <a:cubicBezTo>
                  <a:pt x="2650" y="2172"/>
                  <a:pt x="2650" y="2172"/>
                  <a:pt x="2650" y="2172"/>
                </a:cubicBezTo>
                <a:cubicBezTo>
                  <a:pt x="2644" y="2185"/>
                  <a:pt x="2656" y="2175"/>
                  <a:pt x="2656" y="2183"/>
                </a:cubicBezTo>
                <a:cubicBezTo>
                  <a:pt x="2643" y="2190"/>
                  <a:pt x="2637" y="2177"/>
                  <a:pt x="2621" y="2201"/>
                </a:cubicBezTo>
                <a:cubicBezTo>
                  <a:pt x="2626" y="2211"/>
                  <a:pt x="2660" y="2184"/>
                  <a:pt x="2648" y="2214"/>
                </a:cubicBezTo>
                <a:cubicBezTo>
                  <a:pt x="2650" y="2215"/>
                  <a:pt x="2654" y="2212"/>
                  <a:pt x="2659" y="2209"/>
                </a:cubicBezTo>
                <a:cubicBezTo>
                  <a:pt x="2659" y="2206"/>
                  <a:pt x="2659" y="2203"/>
                  <a:pt x="2661" y="2201"/>
                </a:cubicBezTo>
                <a:cubicBezTo>
                  <a:pt x="2666" y="2207"/>
                  <a:pt x="2675" y="2208"/>
                  <a:pt x="2683" y="2209"/>
                </a:cubicBezTo>
                <a:cubicBezTo>
                  <a:pt x="2691" y="2210"/>
                  <a:pt x="2699" y="2211"/>
                  <a:pt x="2704" y="2219"/>
                </a:cubicBezTo>
                <a:cubicBezTo>
                  <a:pt x="2705" y="2215"/>
                  <a:pt x="2708" y="2213"/>
                  <a:pt x="2710" y="2210"/>
                </a:cubicBezTo>
                <a:cubicBezTo>
                  <a:pt x="2708" y="2220"/>
                  <a:pt x="2717" y="2211"/>
                  <a:pt x="2717" y="2217"/>
                </a:cubicBezTo>
                <a:cubicBezTo>
                  <a:pt x="2710" y="2223"/>
                  <a:pt x="2707" y="2217"/>
                  <a:pt x="2706" y="2227"/>
                </a:cubicBezTo>
                <a:cubicBezTo>
                  <a:pt x="2711" y="2230"/>
                  <a:pt x="2716" y="2234"/>
                  <a:pt x="2724" y="2233"/>
                </a:cubicBezTo>
                <a:cubicBezTo>
                  <a:pt x="2725" y="2239"/>
                  <a:pt x="2721" y="2241"/>
                  <a:pt x="2721" y="2246"/>
                </a:cubicBezTo>
                <a:cubicBezTo>
                  <a:pt x="2724" y="2244"/>
                  <a:pt x="2725" y="2241"/>
                  <a:pt x="2729" y="2239"/>
                </a:cubicBezTo>
                <a:cubicBezTo>
                  <a:pt x="2729" y="2244"/>
                  <a:pt x="2726" y="2248"/>
                  <a:pt x="2727" y="2254"/>
                </a:cubicBezTo>
                <a:cubicBezTo>
                  <a:pt x="2734" y="2250"/>
                  <a:pt x="2732" y="2253"/>
                  <a:pt x="2738" y="2247"/>
                </a:cubicBezTo>
                <a:cubicBezTo>
                  <a:pt x="2736" y="2255"/>
                  <a:pt x="2730" y="2261"/>
                  <a:pt x="2728" y="2270"/>
                </a:cubicBezTo>
                <a:cubicBezTo>
                  <a:pt x="2734" y="2269"/>
                  <a:pt x="2741" y="2264"/>
                  <a:pt x="2741" y="2273"/>
                </a:cubicBezTo>
                <a:cubicBezTo>
                  <a:pt x="2740" y="2274"/>
                  <a:pt x="2738" y="2274"/>
                  <a:pt x="2737" y="2275"/>
                </a:cubicBezTo>
                <a:cubicBezTo>
                  <a:pt x="2737" y="2277"/>
                  <a:pt x="2737" y="2278"/>
                  <a:pt x="2735" y="2279"/>
                </a:cubicBezTo>
                <a:cubicBezTo>
                  <a:pt x="2738" y="2270"/>
                  <a:pt x="2729" y="2271"/>
                  <a:pt x="2728" y="2277"/>
                </a:cubicBezTo>
                <a:cubicBezTo>
                  <a:pt x="2735" y="2280"/>
                  <a:pt x="2740" y="2283"/>
                  <a:pt x="2750" y="2276"/>
                </a:cubicBezTo>
                <a:cubicBezTo>
                  <a:pt x="2746" y="2287"/>
                  <a:pt x="2754" y="2281"/>
                  <a:pt x="2750" y="2290"/>
                </a:cubicBezTo>
                <a:cubicBezTo>
                  <a:pt x="2752" y="2285"/>
                  <a:pt x="2757" y="2282"/>
                  <a:pt x="2757" y="2288"/>
                </a:cubicBezTo>
                <a:cubicBezTo>
                  <a:pt x="2750" y="2293"/>
                  <a:pt x="2746" y="2300"/>
                  <a:pt x="2746" y="2309"/>
                </a:cubicBezTo>
                <a:cubicBezTo>
                  <a:pt x="2741" y="2310"/>
                  <a:pt x="2736" y="2309"/>
                  <a:pt x="2731" y="2310"/>
                </a:cubicBezTo>
                <a:cubicBezTo>
                  <a:pt x="2731" y="2316"/>
                  <a:pt x="2723" y="2317"/>
                  <a:pt x="2725" y="2325"/>
                </a:cubicBezTo>
                <a:cubicBezTo>
                  <a:pt x="2737" y="2313"/>
                  <a:pt x="2744" y="2316"/>
                  <a:pt x="2751" y="2317"/>
                </a:cubicBezTo>
                <a:cubicBezTo>
                  <a:pt x="2755" y="2310"/>
                  <a:pt x="2764" y="2298"/>
                  <a:pt x="2766" y="2307"/>
                </a:cubicBezTo>
                <a:cubicBezTo>
                  <a:pt x="2762" y="2310"/>
                  <a:pt x="2761" y="2307"/>
                  <a:pt x="2755" y="2312"/>
                </a:cubicBezTo>
                <a:cubicBezTo>
                  <a:pt x="2753" y="2318"/>
                  <a:pt x="2754" y="2325"/>
                  <a:pt x="2755" y="2327"/>
                </a:cubicBezTo>
                <a:cubicBezTo>
                  <a:pt x="2757" y="2324"/>
                  <a:pt x="2762" y="2312"/>
                  <a:pt x="2764" y="2318"/>
                </a:cubicBezTo>
                <a:cubicBezTo>
                  <a:pt x="2762" y="2319"/>
                  <a:pt x="2758" y="2329"/>
                  <a:pt x="2762" y="2326"/>
                </a:cubicBezTo>
                <a:cubicBezTo>
                  <a:pt x="2768" y="2323"/>
                  <a:pt x="2768" y="2315"/>
                  <a:pt x="2775" y="2313"/>
                </a:cubicBezTo>
                <a:cubicBezTo>
                  <a:pt x="2776" y="2317"/>
                  <a:pt x="2769" y="2329"/>
                  <a:pt x="2773" y="2328"/>
                </a:cubicBezTo>
                <a:cubicBezTo>
                  <a:pt x="2775" y="2322"/>
                  <a:pt x="2785" y="2310"/>
                  <a:pt x="2788" y="2313"/>
                </a:cubicBezTo>
                <a:cubicBezTo>
                  <a:pt x="2786" y="2321"/>
                  <a:pt x="2782" y="2319"/>
                  <a:pt x="2781" y="2323"/>
                </a:cubicBezTo>
                <a:cubicBezTo>
                  <a:pt x="2787" y="2319"/>
                  <a:pt x="2777" y="2336"/>
                  <a:pt x="2783" y="2331"/>
                </a:cubicBezTo>
                <a:cubicBezTo>
                  <a:pt x="2787" y="2315"/>
                  <a:pt x="2803" y="2315"/>
                  <a:pt x="2806" y="2322"/>
                </a:cubicBezTo>
                <a:cubicBezTo>
                  <a:pt x="2810" y="2317"/>
                  <a:pt x="2812" y="2313"/>
                  <a:pt x="2814" y="2307"/>
                </a:cubicBezTo>
                <a:cubicBezTo>
                  <a:pt x="2815" y="2313"/>
                  <a:pt x="2818" y="2313"/>
                  <a:pt x="2821" y="2305"/>
                </a:cubicBezTo>
                <a:cubicBezTo>
                  <a:pt x="2821" y="2311"/>
                  <a:pt x="2827" y="2306"/>
                  <a:pt x="2827" y="2312"/>
                </a:cubicBezTo>
                <a:cubicBezTo>
                  <a:pt x="2819" y="2321"/>
                  <a:pt x="2806" y="2325"/>
                  <a:pt x="2799" y="2324"/>
                </a:cubicBezTo>
                <a:cubicBezTo>
                  <a:pt x="2799" y="2327"/>
                  <a:pt x="2798" y="2328"/>
                  <a:pt x="2797" y="2330"/>
                </a:cubicBezTo>
                <a:cubicBezTo>
                  <a:pt x="2820" y="2325"/>
                  <a:pt x="2826" y="2337"/>
                  <a:pt x="2852" y="2325"/>
                </a:cubicBezTo>
                <a:cubicBezTo>
                  <a:pt x="2851" y="2333"/>
                  <a:pt x="2855" y="2330"/>
                  <a:pt x="2854" y="2336"/>
                </a:cubicBezTo>
                <a:cubicBezTo>
                  <a:pt x="2842" y="2346"/>
                  <a:pt x="2831" y="2342"/>
                  <a:pt x="2818" y="2359"/>
                </a:cubicBezTo>
                <a:cubicBezTo>
                  <a:pt x="2818" y="2361"/>
                  <a:pt x="2818" y="2362"/>
                  <a:pt x="2818" y="2364"/>
                </a:cubicBezTo>
                <a:cubicBezTo>
                  <a:pt x="2826" y="2360"/>
                  <a:pt x="2836" y="2354"/>
                  <a:pt x="2844" y="2351"/>
                </a:cubicBezTo>
                <a:cubicBezTo>
                  <a:pt x="2852" y="2348"/>
                  <a:pt x="2859" y="2349"/>
                  <a:pt x="2860" y="2360"/>
                </a:cubicBezTo>
                <a:cubicBezTo>
                  <a:pt x="2873" y="2358"/>
                  <a:pt x="2892" y="2353"/>
                  <a:pt x="2891" y="2369"/>
                </a:cubicBezTo>
                <a:cubicBezTo>
                  <a:pt x="2894" y="2364"/>
                  <a:pt x="2897" y="2363"/>
                  <a:pt x="2899" y="2366"/>
                </a:cubicBezTo>
                <a:cubicBezTo>
                  <a:pt x="2894" y="2369"/>
                  <a:pt x="2891" y="2372"/>
                  <a:pt x="2892" y="2378"/>
                </a:cubicBezTo>
                <a:cubicBezTo>
                  <a:pt x="2895" y="2378"/>
                  <a:pt x="2896" y="2381"/>
                  <a:pt x="2896" y="2390"/>
                </a:cubicBezTo>
                <a:cubicBezTo>
                  <a:pt x="2900" y="2387"/>
                  <a:pt x="2901" y="2390"/>
                  <a:pt x="2903" y="2382"/>
                </a:cubicBezTo>
                <a:cubicBezTo>
                  <a:pt x="2901" y="2383"/>
                  <a:pt x="2898" y="2386"/>
                  <a:pt x="2897" y="2384"/>
                </a:cubicBezTo>
                <a:cubicBezTo>
                  <a:pt x="2904" y="2373"/>
                  <a:pt x="2909" y="2380"/>
                  <a:pt x="2917" y="2372"/>
                </a:cubicBezTo>
                <a:cubicBezTo>
                  <a:pt x="2909" y="2396"/>
                  <a:pt x="2923" y="2400"/>
                  <a:pt x="2927" y="2413"/>
                </a:cubicBezTo>
                <a:cubicBezTo>
                  <a:pt x="2921" y="2421"/>
                  <a:pt x="2925" y="2430"/>
                  <a:pt x="2926" y="2438"/>
                </a:cubicBezTo>
                <a:close/>
                <a:moveTo>
                  <a:pt x="1371" y="1276"/>
                </a:moveTo>
                <a:cubicBezTo>
                  <a:pt x="1373" y="1276"/>
                  <a:pt x="1371" y="1279"/>
                  <a:pt x="1370" y="1282"/>
                </a:cubicBezTo>
                <a:cubicBezTo>
                  <a:pt x="1374" y="1281"/>
                  <a:pt x="1377" y="1277"/>
                  <a:pt x="1378" y="1273"/>
                </a:cubicBezTo>
                <a:cubicBezTo>
                  <a:pt x="1375" y="1273"/>
                  <a:pt x="1371" y="1274"/>
                  <a:pt x="1367" y="1275"/>
                </a:cubicBezTo>
                <a:cubicBezTo>
                  <a:pt x="1366" y="1277"/>
                  <a:pt x="1369" y="1276"/>
                  <a:pt x="1371" y="1276"/>
                </a:cubicBezTo>
                <a:close/>
                <a:moveTo>
                  <a:pt x="970" y="416"/>
                </a:moveTo>
                <a:cubicBezTo>
                  <a:pt x="980" y="413"/>
                  <a:pt x="974" y="406"/>
                  <a:pt x="973" y="402"/>
                </a:cubicBezTo>
                <a:cubicBezTo>
                  <a:pt x="968" y="408"/>
                  <a:pt x="969" y="412"/>
                  <a:pt x="970" y="416"/>
                </a:cubicBezTo>
                <a:close/>
                <a:moveTo>
                  <a:pt x="964" y="434"/>
                </a:moveTo>
                <a:cubicBezTo>
                  <a:pt x="971" y="432"/>
                  <a:pt x="978" y="423"/>
                  <a:pt x="974" y="422"/>
                </a:cubicBezTo>
                <a:cubicBezTo>
                  <a:pt x="966" y="424"/>
                  <a:pt x="967" y="431"/>
                  <a:pt x="964" y="434"/>
                </a:cubicBezTo>
                <a:close/>
                <a:moveTo>
                  <a:pt x="967" y="347"/>
                </a:moveTo>
                <a:cubicBezTo>
                  <a:pt x="972" y="346"/>
                  <a:pt x="977" y="346"/>
                  <a:pt x="981" y="342"/>
                </a:cubicBezTo>
                <a:cubicBezTo>
                  <a:pt x="976" y="345"/>
                  <a:pt x="970" y="340"/>
                  <a:pt x="978" y="340"/>
                </a:cubicBezTo>
                <a:cubicBezTo>
                  <a:pt x="977" y="337"/>
                  <a:pt x="972" y="337"/>
                  <a:pt x="966" y="337"/>
                </a:cubicBezTo>
                <a:cubicBezTo>
                  <a:pt x="963" y="344"/>
                  <a:pt x="969" y="342"/>
                  <a:pt x="967" y="347"/>
                </a:cubicBezTo>
                <a:close/>
                <a:moveTo>
                  <a:pt x="954" y="500"/>
                </a:moveTo>
                <a:cubicBezTo>
                  <a:pt x="952" y="505"/>
                  <a:pt x="959" y="506"/>
                  <a:pt x="967" y="507"/>
                </a:cubicBezTo>
                <a:cubicBezTo>
                  <a:pt x="973" y="501"/>
                  <a:pt x="962" y="501"/>
                  <a:pt x="954" y="500"/>
                </a:cubicBezTo>
                <a:close/>
                <a:moveTo>
                  <a:pt x="156" y="746"/>
                </a:moveTo>
                <a:cubicBezTo>
                  <a:pt x="159" y="741"/>
                  <a:pt x="162" y="736"/>
                  <a:pt x="154" y="734"/>
                </a:cubicBezTo>
                <a:cubicBezTo>
                  <a:pt x="147" y="740"/>
                  <a:pt x="149" y="748"/>
                  <a:pt x="156" y="746"/>
                </a:cubicBezTo>
                <a:close/>
                <a:moveTo>
                  <a:pt x="161" y="833"/>
                </a:moveTo>
                <a:cubicBezTo>
                  <a:pt x="157" y="839"/>
                  <a:pt x="155" y="844"/>
                  <a:pt x="162" y="847"/>
                </a:cubicBezTo>
                <a:cubicBezTo>
                  <a:pt x="163" y="842"/>
                  <a:pt x="170" y="835"/>
                  <a:pt x="161" y="833"/>
                </a:cubicBezTo>
                <a:close/>
                <a:moveTo>
                  <a:pt x="167" y="765"/>
                </a:moveTo>
                <a:cubicBezTo>
                  <a:pt x="158" y="768"/>
                  <a:pt x="157" y="779"/>
                  <a:pt x="163" y="782"/>
                </a:cubicBezTo>
                <a:cubicBezTo>
                  <a:pt x="172" y="774"/>
                  <a:pt x="163" y="771"/>
                  <a:pt x="167" y="765"/>
                </a:cubicBezTo>
                <a:close/>
                <a:moveTo>
                  <a:pt x="53" y="918"/>
                </a:moveTo>
                <a:cubicBezTo>
                  <a:pt x="48" y="925"/>
                  <a:pt x="50" y="933"/>
                  <a:pt x="59" y="931"/>
                </a:cubicBezTo>
                <a:cubicBezTo>
                  <a:pt x="63" y="925"/>
                  <a:pt x="65" y="919"/>
                  <a:pt x="53" y="918"/>
                </a:cubicBezTo>
                <a:close/>
                <a:moveTo>
                  <a:pt x="75" y="1055"/>
                </a:moveTo>
                <a:cubicBezTo>
                  <a:pt x="68" y="1060"/>
                  <a:pt x="78" y="1065"/>
                  <a:pt x="83" y="1061"/>
                </a:cubicBezTo>
                <a:cubicBezTo>
                  <a:pt x="91" y="1055"/>
                  <a:pt x="79" y="1057"/>
                  <a:pt x="75" y="1055"/>
                </a:cubicBezTo>
                <a:close/>
                <a:moveTo>
                  <a:pt x="157" y="1084"/>
                </a:moveTo>
                <a:cubicBezTo>
                  <a:pt x="153" y="1089"/>
                  <a:pt x="159" y="1091"/>
                  <a:pt x="164" y="1092"/>
                </a:cubicBezTo>
                <a:cubicBezTo>
                  <a:pt x="165" y="1088"/>
                  <a:pt x="165" y="1084"/>
                  <a:pt x="157" y="1084"/>
                </a:cubicBezTo>
                <a:close/>
                <a:moveTo>
                  <a:pt x="173" y="1148"/>
                </a:moveTo>
                <a:cubicBezTo>
                  <a:pt x="180" y="1141"/>
                  <a:pt x="175" y="1137"/>
                  <a:pt x="168" y="1140"/>
                </a:cubicBezTo>
                <a:cubicBezTo>
                  <a:pt x="164" y="1145"/>
                  <a:pt x="169" y="1146"/>
                  <a:pt x="173" y="1148"/>
                </a:cubicBezTo>
                <a:close/>
                <a:moveTo>
                  <a:pt x="202" y="1195"/>
                </a:moveTo>
                <a:cubicBezTo>
                  <a:pt x="204" y="1192"/>
                  <a:pt x="202" y="1191"/>
                  <a:pt x="205" y="1187"/>
                </a:cubicBezTo>
                <a:cubicBezTo>
                  <a:pt x="198" y="1187"/>
                  <a:pt x="194" y="1192"/>
                  <a:pt x="186" y="1188"/>
                </a:cubicBezTo>
                <a:cubicBezTo>
                  <a:pt x="189" y="1181"/>
                  <a:pt x="196" y="1187"/>
                  <a:pt x="200" y="1184"/>
                </a:cubicBezTo>
                <a:cubicBezTo>
                  <a:pt x="198" y="1175"/>
                  <a:pt x="188" y="1171"/>
                  <a:pt x="179" y="1169"/>
                </a:cubicBezTo>
                <a:cubicBezTo>
                  <a:pt x="177" y="1180"/>
                  <a:pt x="178" y="1181"/>
                  <a:pt x="167" y="1196"/>
                </a:cubicBezTo>
                <a:cubicBezTo>
                  <a:pt x="181" y="1194"/>
                  <a:pt x="186" y="1198"/>
                  <a:pt x="202" y="1195"/>
                </a:cubicBezTo>
                <a:close/>
                <a:moveTo>
                  <a:pt x="211" y="1226"/>
                </a:moveTo>
                <a:cubicBezTo>
                  <a:pt x="222" y="1216"/>
                  <a:pt x="210" y="1216"/>
                  <a:pt x="212" y="1210"/>
                </a:cubicBezTo>
                <a:cubicBezTo>
                  <a:pt x="209" y="1210"/>
                  <a:pt x="208" y="1214"/>
                  <a:pt x="204" y="1214"/>
                </a:cubicBezTo>
                <a:cubicBezTo>
                  <a:pt x="202" y="1212"/>
                  <a:pt x="206" y="1208"/>
                  <a:pt x="208" y="1205"/>
                </a:cubicBezTo>
                <a:cubicBezTo>
                  <a:pt x="194" y="1207"/>
                  <a:pt x="199" y="1204"/>
                  <a:pt x="190" y="1205"/>
                </a:cubicBezTo>
                <a:cubicBezTo>
                  <a:pt x="188" y="1213"/>
                  <a:pt x="188" y="1221"/>
                  <a:pt x="196" y="1226"/>
                </a:cubicBezTo>
                <a:cubicBezTo>
                  <a:pt x="205" y="1215"/>
                  <a:pt x="202" y="1226"/>
                  <a:pt x="211" y="1226"/>
                </a:cubicBezTo>
                <a:close/>
                <a:moveTo>
                  <a:pt x="216" y="1260"/>
                </a:moveTo>
                <a:cubicBezTo>
                  <a:pt x="217" y="1264"/>
                  <a:pt x="212" y="1270"/>
                  <a:pt x="220" y="1270"/>
                </a:cubicBezTo>
                <a:cubicBezTo>
                  <a:pt x="225" y="1263"/>
                  <a:pt x="224" y="1260"/>
                  <a:pt x="216" y="1260"/>
                </a:cubicBezTo>
                <a:close/>
                <a:moveTo>
                  <a:pt x="231" y="1318"/>
                </a:moveTo>
                <a:cubicBezTo>
                  <a:pt x="226" y="1326"/>
                  <a:pt x="231" y="1330"/>
                  <a:pt x="236" y="1334"/>
                </a:cubicBezTo>
                <a:cubicBezTo>
                  <a:pt x="245" y="1328"/>
                  <a:pt x="238" y="1321"/>
                  <a:pt x="231" y="1318"/>
                </a:cubicBezTo>
                <a:close/>
                <a:moveTo>
                  <a:pt x="287" y="1434"/>
                </a:moveTo>
                <a:cubicBezTo>
                  <a:pt x="294" y="1430"/>
                  <a:pt x="288" y="1429"/>
                  <a:pt x="289" y="1425"/>
                </a:cubicBezTo>
                <a:cubicBezTo>
                  <a:pt x="282" y="1425"/>
                  <a:pt x="278" y="1434"/>
                  <a:pt x="287" y="1434"/>
                </a:cubicBezTo>
                <a:close/>
                <a:moveTo>
                  <a:pt x="505" y="1793"/>
                </a:moveTo>
                <a:cubicBezTo>
                  <a:pt x="503" y="1790"/>
                  <a:pt x="495" y="1790"/>
                  <a:pt x="491" y="1793"/>
                </a:cubicBezTo>
                <a:cubicBezTo>
                  <a:pt x="491" y="1795"/>
                  <a:pt x="492" y="1797"/>
                  <a:pt x="490" y="1800"/>
                </a:cubicBezTo>
                <a:cubicBezTo>
                  <a:pt x="497" y="1800"/>
                  <a:pt x="503" y="1800"/>
                  <a:pt x="505" y="1793"/>
                </a:cubicBezTo>
                <a:close/>
                <a:moveTo>
                  <a:pt x="544" y="1852"/>
                </a:moveTo>
                <a:cubicBezTo>
                  <a:pt x="538" y="1861"/>
                  <a:pt x="551" y="1857"/>
                  <a:pt x="551" y="1862"/>
                </a:cubicBezTo>
                <a:cubicBezTo>
                  <a:pt x="559" y="1858"/>
                  <a:pt x="548" y="1853"/>
                  <a:pt x="544" y="1852"/>
                </a:cubicBezTo>
                <a:close/>
                <a:moveTo>
                  <a:pt x="768" y="2109"/>
                </a:moveTo>
                <a:cubicBezTo>
                  <a:pt x="766" y="2111"/>
                  <a:pt x="764" y="2114"/>
                  <a:pt x="763" y="2118"/>
                </a:cubicBezTo>
                <a:cubicBezTo>
                  <a:pt x="767" y="2115"/>
                  <a:pt x="775" y="2113"/>
                  <a:pt x="773" y="2119"/>
                </a:cubicBezTo>
                <a:cubicBezTo>
                  <a:pt x="782" y="2113"/>
                  <a:pt x="773" y="2109"/>
                  <a:pt x="768" y="2109"/>
                </a:cubicBezTo>
                <a:close/>
                <a:moveTo>
                  <a:pt x="783" y="2122"/>
                </a:moveTo>
                <a:cubicBezTo>
                  <a:pt x="775" y="2130"/>
                  <a:pt x="782" y="2133"/>
                  <a:pt x="792" y="2130"/>
                </a:cubicBezTo>
                <a:cubicBezTo>
                  <a:pt x="787" y="2135"/>
                  <a:pt x="780" y="2139"/>
                  <a:pt x="777" y="2148"/>
                </a:cubicBezTo>
                <a:cubicBezTo>
                  <a:pt x="784" y="2147"/>
                  <a:pt x="793" y="2132"/>
                  <a:pt x="794" y="2143"/>
                </a:cubicBezTo>
                <a:cubicBezTo>
                  <a:pt x="805" y="2131"/>
                  <a:pt x="791" y="2125"/>
                  <a:pt x="783" y="2122"/>
                </a:cubicBezTo>
                <a:close/>
                <a:moveTo>
                  <a:pt x="803" y="2144"/>
                </a:moveTo>
                <a:cubicBezTo>
                  <a:pt x="802" y="2149"/>
                  <a:pt x="808" y="2148"/>
                  <a:pt x="809" y="2152"/>
                </a:cubicBezTo>
                <a:cubicBezTo>
                  <a:pt x="820" y="2149"/>
                  <a:pt x="812" y="2135"/>
                  <a:pt x="803" y="2144"/>
                </a:cubicBezTo>
                <a:close/>
                <a:moveTo>
                  <a:pt x="2401" y="2860"/>
                </a:moveTo>
                <a:cubicBezTo>
                  <a:pt x="2403" y="2855"/>
                  <a:pt x="2408" y="2852"/>
                  <a:pt x="2408" y="2845"/>
                </a:cubicBezTo>
                <a:cubicBezTo>
                  <a:pt x="2402" y="2850"/>
                  <a:pt x="2401" y="2847"/>
                  <a:pt x="2396" y="2850"/>
                </a:cubicBezTo>
                <a:cubicBezTo>
                  <a:pt x="2395" y="2859"/>
                  <a:pt x="2400" y="2855"/>
                  <a:pt x="2401" y="2860"/>
                </a:cubicBezTo>
                <a:close/>
                <a:moveTo>
                  <a:pt x="2599" y="2488"/>
                </a:moveTo>
                <a:cubicBezTo>
                  <a:pt x="2599" y="2489"/>
                  <a:pt x="2598" y="2489"/>
                  <a:pt x="2598" y="2490"/>
                </a:cubicBezTo>
                <a:cubicBezTo>
                  <a:pt x="2598" y="2490"/>
                  <a:pt x="2598" y="2490"/>
                  <a:pt x="2599" y="2490"/>
                </a:cubicBezTo>
                <a:cubicBezTo>
                  <a:pt x="2599" y="2489"/>
                  <a:pt x="2599" y="2489"/>
                  <a:pt x="2599" y="2488"/>
                </a:cubicBezTo>
                <a:close/>
                <a:moveTo>
                  <a:pt x="2566" y="2197"/>
                </a:moveTo>
                <a:cubicBezTo>
                  <a:pt x="2565" y="2185"/>
                  <a:pt x="2577" y="2181"/>
                  <a:pt x="2577" y="2170"/>
                </a:cubicBezTo>
                <a:cubicBezTo>
                  <a:pt x="2576" y="2169"/>
                  <a:pt x="2573" y="2170"/>
                  <a:pt x="2570" y="2172"/>
                </a:cubicBezTo>
                <a:cubicBezTo>
                  <a:pt x="2570" y="2185"/>
                  <a:pt x="2561" y="2196"/>
                  <a:pt x="2556" y="2192"/>
                </a:cubicBezTo>
                <a:cubicBezTo>
                  <a:pt x="2554" y="2203"/>
                  <a:pt x="2562" y="2196"/>
                  <a:pt x="2566" y="2197"/>
                </a:cubicBezTo>
                <a:close/>
                <a:moveTo>
                  <a:pt x="2459" y="2190"/>
                </a:moveTo>
                <a:cubicBezTo>
                  <a:pt x="2460" y="2196"/>
                  <a:pt x="2471" y="2193"/>
                  <a:pt x="2475" y="2187"/>
                </a:cubicBezTo>
                <a:cubicBezTo>
                  <a:pt x="2471" y="2187"/>
                  <a:pt x="2468" y="2183"/>
                  <a:pt x="2459" y="2190"/>
                </a:cubicBezTo>
                <a:close/>
                <a:moveTo>
                  <a:pt x="2287" y="2115"/>
                </a:moveTo>
                <a:cubicBezTo>
                  <a:pt x="2290" y="2114"/>
                  <a:pt x="2292" y="2112"/>
                  <a:pt x="2295" y="2111"/>
                </a:cubicBezTo>
                <a:cubicBezTo>
                  <a:pt x="2293" y="2108"/>
                  <a:pt x="2294" y="2103"/>
                  <a:pt x="2288" y="2108"/>
                </a:cubicBezTo>
                <a:cubicBezTo>
                  <a:pt x="2287" y="2110"/>
                  <a:pt x="2287" y="2113"/>
                  <a:pt x="2287" y="2115"/>
                </a:cubicBezTo>
                <a:close/>
                <a:moveTo>
                  <a:pt x="2272" y="2103"/>
                </a:moveTo>
                <a:cubicBezTo>
                  <a:pt x="2272" y="2112"/>
                  <a:pt x="2279" y="2111"/>
                  <a:pt x="2283" y="2115"/>
                </a:cubicBezTo>
                <a:cubicBezTo>
                  <a:pt x="2285" y="2103"/>
                  <a:pt x="2280" y="2100"/>
                  <a:pt x="2272" y="2103"/>
                </a:cubicBezTo>
                <a:close/>
                <a:moveTo>
                  <a:pt x="2257" y="2102"/>
                </a:moveTo>
                <a:cubicBezTo>
                  <a:pt x="2258" y="2108"/>
                  <a:pt x="2268" y="2100"/>
                  <a:pt x="2267" y="2108"/>
                </a:cubicBezTo>
                <a:cubicBezTo>
                  <a:pt x="2273" y="2099"/>
                  <a:pt x="2266" y="2095"/>
                  <a:pt x="2257" y="2102"/>
                </a:cubicBezTo>
                <a:close/>
                <a:moveTo>
                  <a:pt x="2086" y="2014"/>
                </a:moveTo>
                <a:cubicBezTo>
                  <a:pt x="2091" y="2013"/>
                  <a:pt x="2089" y="2023"/>
                  <a:pt x="2096" y="2020"/>
                </a:cubicBezTo>
                <a:cubicBezTo>
                  <a:pt x="2096" y="2013"/>
                  <a:pt x="2094" y="2010"/>
                  <a:pt x="2086" y="2014"/>
                </a:cubicBezTo>
                <a:close/>
                <a:moveTo>
                  <a:pt x="1980" y="1957"/>
                </a:moveTo>
                <a:cubicBezTo>
                  <a:pt x="1980" y="1965"/>
                  <a:pt x="1988" y="1953"/>
                  <a:pt x="1989" y="1960"/>
                </a:cubicBezTo>
                <a:cubicBezTo>
                  <a:pt x="1999" y="1950"/>
                  <a:pt x="1982" y="1953"/>
                  <a:pt x="1980" y="1957"/>
                </a:cubicBezTo>
                <a:close/>
                <a:moveTo>
                  <a:pt x="1970" y="1951"/>
                </a:moveTo>
                <a:cubicBezTo>
                  <a:pt x="1978" y="1946"/>
                  <a:pt x="1980" y="1950"/>
                  <a:pt x="1985" y="1945"/>
                </a:cubicBezTo>
                <a:cubicBezTo>
                  <a:pt x="1983" y="1942"/>
                  <a:pt x="1982" y="1937"/>
                  <a:pt x="1976" y="1940"/>
                </a:cubicBezTo>
                <a:cubicBezTo>
                  <a:pt x="1975" y="1945"/>
                  <a:pt x="1970" y="1945"/>
                  <a:pt x="1970" y="1951"/>
                </a:cubicBezTo>
                <a:close/>
                <a:moveTo>
                  <a:pt x="1887" y="1885"/>
                </a:moveTo>
                <a:cubicBezTo>
                  <a:pt x="1894" y="1877"/>
                  <a:pt x="1885" y="1876"/>
                  <a:pt x="1886" y="1870"/>
                </a:cubicBezTo>
                <a:cubicBezTo>
                  <a:pt x="1874" y="1883"/>
                  <a:pt x="1890" y="1874"/>
                  <a:pt x="1887" y="1885"/>
                </a:cubicBezTo>
                <a:close/>
                <a:moveTo>
                  <a:pt x="1852" y="1865"/>
                </a:moveTo>
                <a:cubicBezTo>
                  <a:pt x="1856" y="1867"/>
                  <a:pt x="1860" y="1869"/>
                  <a:pt x="1869" y="1865"/>
                </a:cubicBezTo>
                <a:cubicBezTo>
                  <a:pt x="1871" y="1857"/>
                  <a:pt x="1868" y="1857"/>
                  <a:pt x="1868" y="1852"/>
                </a:cubicBezTo>
                <a:cubicBezTo>
                  <a:pt x="1859" y="1860"/>
                  <a:pt x="1861" y="1859"/>
                  <a:pt x="1853" y="1858"/>
                </a:cubicBezTo>
                <a:cubicBezTo>
                  <a:pt x="1853" y="1860"/>
                  <a:pt x="1852" y="1863"/>
                  <a:pt x="1852" y="1865"/>
                </a:cubicBezTo>
                <a:close/>
                <a:moveTo>
                  <a:pt x="1818" y="1832"/>
                </a:moveTo>
                <a:cubicBezTo>
                  <a:pt x="1829" y="1825"/>
                  <a:pt x="1818" y="1825"/>
                  <a:pt x="1822" y="1816"/>
                </a:cubicBezTo>
                <a:cubicBezTo>
                  <a:pt x="1815" y="1822"/>
                  <a:pt x="1821" y="1826"/>
                  <a:pt x="1818" y="1832"/>
                </a:cubicBezTo>
                <a:close/>
                <a:moveTo>
                  <a:pt x="1645" y="1661"/>
                </a:moveTo>
                <a:cubicBezTo>
                  <a:pt x="1650" y="1652"/>
                  <a:pt x="1643" y="1655"/>
                  <a:pt x="1642" y="1651"/>
                </a:cubicBezTo>
                <a:cubicBezTo>
                  <a:pt x="1635" y="1656"/>
                  <a:pt x="1639" y="1663"/>
                  <a:pt x="1645" y="1661"/>
                </a:cubicBezTo>
                <a:close/>
                <a:moveTo>
                  <a:pt x="1550" y="1562"/>
                </a:moveTo>
                <a:cubicBezTo>
                  <a:pt x="1555" y="1556"/>
                  <a:pt x="1548" y="1555"/>
                  <a:pt x="1554" y="1553"/>
                </a:cubicBezTo>
                <a:cubicBezTo>
                  <a:pt x="1554" y="1550"/>
                  <a:pt x="1549" y="1556"/>
                  <a:pt x="1550" y="1552"/>
                </a:cubicBezTo>
                <a:cubicBezTo>
                  <a:pt x="1545" y="1555"/>
                  <a:pt x="1544" y="1565"/>
                  <a:pt x="1550" y="1562"/>
                </a:cubicBezTo>
                <a:close/>
                <a:moveTo>
                  <a:pt x="1400" y="1419"/>
                </a:moveTo>
                <a:cubicBezTo>
                  <a:pt x="1408" y="1415"/>
                  <a:pt x="1415" y="1410"/>
                  <a:pt x="1419" y="1400"/>
                </a:cubicBezTo>
                <a:cubicBezTo>
                  <a:pt x="1410" y="1400"/>
                  <a:pt x="1408" y="1411"/>
                  <a:pt x="1401" y="1413"/>
                </a:cubicBezTo>
                <a:cubicBezTo>
                  <a:pt x="1401" y="1415"/>
                  <a:pt x="1402" y="1416"/>
                  <a:pt x="1400" y="1419"/>
                </a:cubicBezTo>
                <a:close/>
                <a:moveTo>
                  <a:pt x="1426" y="1406"/>
                </a:moveTo>
                <a:cubicBezTo>
                  <a:pt x="1420" y="1407"/>
                  <a:pt x="1417" y="1413"/>
                  <a:pt x="1411" y="1413"/>
                </a:cubicBezTo>
                <a:cubicBezTo>
                  <a:pt x="1411" y="1421"/>
                  <a:pt x="1413" y="1427"/>
                  <a:pt x="1423" y="1426"/>
                </a:cubicBezTo>
                <a:cubicBezTo>
                  <a:pt x="1426" y="1424"/>
                  <a:pt x="1427" y="1420"/>
                  <a:pt x="1430" y="1419"/>
                </a:cubicBezTo>
                <a:cubicBezTo>
                  <a:pt x="1431" y="1413"/>
                  <a:pt x="1426" y="1412"/>
                  <a:pt x="1426" y="1406"/>
                </a:cubicBezTo>
                <a:close/>
                <a:moveTo>
                  <a:pt x="1445" y="1449"/>
                </a:moveTo>
                <a:cubicBezTo>
                  <a:pt x="1442" y="1447"/>
                  <a:pt x="1445" y="1440"/>
                  <a:pt x="1439" y="1441"/>
                </a:cubicBezTo>
                <a:cubicBezTo>
                  <a:pt x="1430" y="1449"/>
                  <a:pt x="1435" y="1453"/>
                  <a:pt x="1445" y="1449"/>
                </a:cubicBezTo>
                <a:close/>
                <a:moveTo>
                  <a:pt x="1480" y="1482"/>
                </a:moveTo>
                <a:cubicBezTo>
                  <a:pt x="1481" y="1488"/>
                  <a:pt x="1484" y="1494"/>
                  <a:pt x="1496" y="1486"/>
                </a:cubicBezTo>
                <a:cubicBezTo>
                  <a:pt x="1497" y="1479"/>
                  <a:pt x="1490" y="1480"/>
                  <a:pt x="1480" y="1482"/>
                </a:cubicBezTo>
                <a:close/>
                <a:moveTo>
                  <a:pt x="1477" y="1525"/>
                </a:moveTo>
                <a:cubicBezTo>
                  <a:pt x="1472" y="1535"/>
                  <a:pt x="1478" y="1536"/>
                  <a:pt x="1487" y="1534"/>
                </a:cubicBezTo>
                <a:cubicBezTo>
                  <a:pt x="1488" y="1530"/>
                  <a:pt x="1490" y="1528"/>
                  <a:pt x="1492" y="1525"/>
                </a:cubicBezTo>
                <a:cubicBezTo>
                  <a:pt x="1488" y="1529"/>
                  <a:pt x="1481" y="1528"/>
                  <a:pt x="1477" y="1525"/>
                </a:cubicBezTo>
                <a:close/>
                <a:moveTo>
                  <a:pt x="1464" y="1488"/>
                </a:moveTo>
                <a:cubicBezTo>
                  <a:pt x="1464" y="1496"/>
                  <a:pt x="1466" y="1501"/>
                  <a:pt x="1477" y="1499"/>
                </a:cubicBezTo>
                <a:cubicBezTo>
                  <a:pt x="1471" y="1497"/>
                  <a:pt x="1474" y="1487"/>
                  <a:pt x="1464" y="1488"/>
                </a:cubicBezTo>
                <a:close/>
                <a:moveTo>
                  <a:pt x="1465" y="1466"/>
                </a:moveTo>
                <a:cubicBezTo>
                  <a:pt x="1462" y="1474"/>
                  <a:pt x="1470" y="1472"/>
                  <a:pt x="1468" y="1477"/>
                </a:cubicBezTo>
                <a:cubicBezTo>
                  <a:pt x="1476" y="1471"/>
                  <a:pt x="1471" y="1465"/>
                  <a:pt x="1465" y="1466"/>
                </a:cubicBezTo>
                <a:close/>
                <a:moveTo>
                  <a:pt x="1460" y="1456"/>
                </a:moveTo>
                <a:cubicBezTo>
                  <a:pt x="1462" y="1455"/>
                  <a:pt x="1462" y="1453"/>
                  <a:pt x="1464" y="1451"/>
                </a:cubicBezTo>
                <a:cubicBezTo>
                  <a:pt x="1467" y="1452"/>
                  <a:pt x="1463" y="1459"/>
                  <a:pt x="1472" y="1455"/>
                </a:cubicBezTo>
                <a:cubicBezTo>
                  <a:pt x="1473" y="1449"/>
                  <a:pt x="1468" y="1450"/>
                  <a:pt x="1465" y="1449"/>
                </a:cubicBezTo>
                <a:cubicBezTo>
                  <a:pt x="1463" y="1451"/>
                  <a:pt x="1461" y="1453"/>
                  <a:pt x="1460" y="1456"/>
                </a:cubicBezTo>
                <a:close/>
                <a:moveTo>
                  <a:pt x="1460" y="1489"/>
                </a:moveTo>
                <a:cubicBezTo>
                  <a:pt x="1464" y="1488"/>
                  <a:pt x="1466" y="1484"/>
                  <a:pt x="1468" y="1479"/>
                </a:cubicBezTo>
                <a:cubicBezTo>
                  <a:pt x="1465" y="1480"/>
                  <a:pt x="1464" y="1480"/>
                  <a:pt x="1464" y="1478"/>
                </a:cubicBezTo>
                <a:cubicBezTo>
                  <a:pt x="1462" y="1479"/>
                  <a:pt x="1461" y="1483"/>
                  <a:pt x="1458" y="1484"/>
                </a:cubicBezTo>
                <a:cubicBezTo>
                  <a:pt x="1458" y="1486"/>
                  <a:pt x="1460" y="1486"/>
                  <a:pt x="1460" y="1489"/>
                </a:cubicBezTo>
                <a:close/>
                <a:moveTo>
                  <a:pt x="1433" y="1422"/>
                </a:moveTo>
                <a:cubicBezTo>
                  <a:pt x="1436" y="1422"/>
                  <a:pt x="1439" y="1421"/>
                  <a:pt x="1440" y="1419"/>
                </a:cubicBezTo>
                <a:cubicBezTo>
                  <a:pt x="1443" y="1419"/>
                  <a:pt x="1440" y="1422"/>
                  <a:pt x="1440" y="1425"/>
                </a:cubicBezTo>
                <a:cubicBezTo>
                  <a:pt x="1445" y="1424"/>
                  <a:pt x="1450" y="1423"/>
                  <a:pt x="1451" y="1416"/>
                </a:cubicBezTo>
                <a:cubicBezTo>
                  <a:pt x="1449" y="1417"/>
                  <a:pt x="1448" y="1419"/>
                  <a:pt x="1446" y="1420"/>
                </a:cubicBezTo>
                <a:cubicBezTo>
                  <a:pt x="1447" y="1416"/>
                  <a:pt x="1450" y="1414"/>
                  <a:pt x="1452" y="1410"/>
                </a:cubicBezTo>
                <a:cubicBezTo>
                  <a:pt x="1443" y="1416"/>
                  <a:pt x="1446" y="1415"/>
                  <a:pt x="1436" y="1416"/>
                </a:cubicBezTo>
                <a:cubicBezTo>
                  <a:pt x="1435" y="1418"/>
                  <a:pt x="1434" y="1420"/>
                  <a:pt x="1433" y="1422"/>
                </a:cubicBezTo>
                <a:close/>
                <a:moveTo>
                  <a:pt x="1432" y="1407"/>
                </a:moveTo>
                <a:cubicBezTo>
                  <a:pt x="1434" y="1403"/>
                  <a:pt x="1432" y="1403"/>
                  <a:pt x="1429" y="1404"/>
                </a:cubicBezTo>
                <a:cubicBezTo>
                  <a:pt x="1430" y="1401"/>
                  <a:pt x="1431" y="1400"/>
                  <a:pt x="1433" y="1399"/>
                </a:cubicBezTo>
                <a:cubicBezTo>
                  <a:pt x="1431" y="1395"/>
                  <a:pt x="1427" y="1397"/>
                  <a:pt x="1422" y="1394"/>
                </a:cubicBezTo>
                <a:cubicBezTo>
                  <a:pt x="1421" y="1402"/>
                  <a:pt x="1427" y="1404"/>
                  <a:pt x="1432" y="1407"/>
                </a:cubicBezTo>
                <a:close/>
                <a:moveTo>
                  <a:pt x="1395" y="1397"/>
                </a:moveTo>
                <a:cubicBezTo>
                  <a:pt x="1401" y="1392"/>
                  <a:pt x="1405" y="1394"/>
                  <a:pt x="1410" y="1394"/>
                </a:cubicBezTo>
                <a:cubicBezTo>
                  <a:pt x="1412" y="1390"/>
                  <a:pt x="1409" y="1390"/>
                  <a:pt x="1412" y="1386"/>
                </a:cubicBezTo>
                <a:cubicBezTo>
                  <a:pt x="1413" y="1388"/>
                  <a:pt x="1419" y="1388"/>
                  <a:pt x="1418" y="1392"/>
                </a:cubicBezTo>
                <a:cubicBezTo>
                  <a:pt x="1426" y="1385"/>
                  <a:pt x="1414" y="1382"/>
                  <a:pt x="1414" y="1376"/>
                </a:cubicBezTo>
                <a:cubicBezTo>
                  <a:pt x="1407" y="1382"/>
                  <a:pt x="1401" y="1389"/>
                  <a:pt x="1395" y="1397"/>
                </a:cubicBezTo>
                <a:close/>
                <a:moveTo>
                  <a:pt x="1377" y="1365"/>
                </a:moveTo>
                <a:cubicBezTo>
                  <a:pt x="1376" y="1370"/>
                  <a:pt x="1377" y="1374"/>
                  <a:pt x="1384" y="1372"/>
                </a:cubicBezTo>
                <a:cubicBezTo>
                  <a:pt x="1388" y="1365"/>
                  <a:pt x="1385" y="1363"/>
                  <a:pt x="1380" y="1363"/>
                </a:cubicBezTo>
                <a:cubicBezTo>
                  <a:pt x="1380" y="1364"/>
                  <a:pt x="1379" y="1365"/>
                  <a:pt x="1377" y="1365"/>
                </a:cubicBezTo>
                <a:close/>
                <a:moveTo>
                  <a:pt x="1359" y="1336"/>
                </a:moveTo>
                <a:cubicBezTo>
                  <a:pt x="1359" y="1343"/>
                  <a:pt x="1364" y="1346"/>
                  <a:pt x="1366" y="1352"/>
                </a:cubicBezTo>
                <a:cubicBezTo>
                  <a:pt x="1375" y="1350"/>
                  <a:pt x="1383" y="1342"/>
                  <a:pt x="1378" y="1338"/>
                </a:cubicBezTo>
                <a:cubicBezTo>
                  <a:pt x="1375" y="1339"/>
                  <a:pt x="1373" y="1342"/>
                  <a:pt x="1370" y="1343"/>
                </a:cubicBezTo>
                <a:cubicBezTo>
                  <a:pt x="1371" y="1342"/>
                  <a:pt x="1368" y="1337"/>
                  <a:pt x="1371" y="1335"/>
                </a:cubicBezTo>
                <a:cubicBezTo>
                  <a:pt x="1370" y="1334"/>
                  <a:pt x="1365" y="1336"/>
                  <a:pt x="1359" y="1336"/>
                </a:cubicBezTo>
                <a:close/>
                <a:moveTo>
                  <a:pt x="1347" y="1307"/>
                </a:moveTo>
                <a:cubicBezTo>
                  <a:pt x="1339" y="1309"/>
                  <a:pt x="1341" y="1317"/>
                  <a:pt x="1347" y="1317"/>
                </a:cubicBezTo>
                <a:cubicBezTo>
                  <a:pt x="1354" y="1308"/>
                  <a:pt x="1343" y="1313"/>
                  <a:pt x="1347" y="1307"/>
                </a:cubicBezTo>
                <a:close/>
                <a:moveTo>
                  <a:pt x="1338" y="1281"/>
                </a:moveTo>
                <a:cubicBezTo>
                  <a:pt x="1347" y="1277"/>
                  <a:pt x="1350" y="1277"/>
                  <a:pt x="1348" y="1286"/>
                </a:cubicBezTo>
                <a:cubicBezTo>
                  <a:pt x="1351" y="1284"/>
                  <a:pt x="1352" y="1280"/>
                  <a:pt x="1354" y="1277"/>
                </a:cubicBezTo>
                <a:cubicBezTo>
                  <a:pt x="1349" y="1276"/>
                  <a:pt x="1345" y="1272"/>
                  <a:pt x="1338" y="1281"/>
                </a:cubicBezTo>
                <a:close/>
                <a:moveTo>
                  <a:pt x="1325" y="1257"/>
                </a:moveTo>
                <a:cubicBezTo>
                  <a:pt x="1327" y="1261"/>
                  <a:pt x="1329" y="1266"/>
                  <a:pt x="1338" y="1266"/>
                </a:cubicBezTo>
                <a:cubicBezTo>
                  <a:pt x="1340" y="1258"/>
                  <a:pt x="1332" y="1257"/>
                  <a:pt x="1325" y="1257"/>
                </a:cubicBezTo>
                <a:close/>
                <a:moveTo>
                  <a:pt x="1314" y="1274"/>
                </a:moveTo>
                <a:cubicBezTo>
                  <a:pt x="1286" y="1288"/>
                  <a:pt x="1329" y="1284"/>
                  <a:pt x="1326" y="1293"/>
                </a:cubicBezTo>
                <a:cubicBezTo>
                  <a:pt x="1331" y="1291"/>
                  <a:pt x="1333" y="1281"/>
                  <a:pt x="1333" y="1280"/>
                </a:cubicBezTo>
                <a:cubicBezTo>
                  <a:pt x="1328" y="1280"/>
                  <a:pt x="1326" y="1283"/>
                  <a:pt x="1323" y="1284"/>
                </a:cubicBezTo>
                <a:cubicBezTo>
                  <a:pt x="1327" y="1274"/>
                  <a:pt x="1340" y="1278"/>
                  <a:pt x="1344" y="1269"/>
                </a:cubicBezTo>
                <a:cubicBezTo>
                  <a:pt x="1339" y="1271"/>
                  <a:pt x="1330" y="1271"/>
                  <a:pt x="1323" y="1280"/>
                </a:cubicBezTo>
                <a:cubicBezTo>
                  <a:pt x="1321" y="1277"/>
                  <a:pt x="1332" y="1266"/>
                  <a:pt x="1318" y="1273"/>
                </a:cubicBezTo>
                <a:cubicBezTo>
                  <a:pt x="1325" y="1265"/>
                  <a:pt x="1317" y="1256"/>
                  <a:pt x="1309" y="1259"/>
                </a:cubicBezTo>
                <a:cubicBezTo>
                  <a:pt x="1299" y="1267"/>
                  <a:pt x="1312" y="1270"/>
                  <a:pt x="1314" y="1274"/>
                </a:cubicBezTo>
                <a:close/>
                <a:moveTo>
                  <a:pt x="196" y="387"/>
                </a:moveTo>
                <a:cubicBezTo>
                  <a:pt x="197" y="387"/>
                  <a:pt x="198" y="386"/>
                  <a:pt x="199" y="386"/>
                </a:cubicBezTo>
                <a:cubicBezTo>
                  <a:pt x="200" y="384"/>
                  <a:pt x="202" y="383"/>
                  <a:pt x="206" y="381"/>
                </a:cubicBezTo>
                <a:cubicBezTo>
                  <a:pt x="204" y="380"/>
                  <a:pt x="203" y="379"/>
                  <a:pt x="203" y="377"/>
                </a:cubicBezTo>
                <a:cubicBezTo>
                  <a:pt x="202" y="379"/>
                  <a:pt x="202" y="382"/>
                  <a:pt x="196" y="387"/>
                </a:cubicBezTo>
                <a:close/>
                <a:moveTo>
                  <a:pt x="279" y="679"/>
                </a:moveTo>
                <a:cubicBezTo>
                  <a:pt x="280" y="679"/>
                  <a:pt x="280" y="678"/>
                  <a:pt x="281" y="678"/>
                </a:cubicBezTo>
                <a:cubicBezTo>
                  <a:pt x="280" y="677"/>
                  <a:pt x="279" y="677"/>
                  <a:pt x="278" y="677"/>
                </a:cubicBezTo>
                <a:cubicBezTo>
                  <a:pt x="273" y="682"/>
                  <a:pt x="280" y="685"/>
                  <a:pt x="281" y="689"/>
                </a:cubicBezTo>
                <a:cubicBezTo>
                  <a:pt x="290" y="687"/>
                  <a:pt x="286" y="681"/>
                  <a:pt x="281" y="678"/>
                </a:cubicBezTo>
                <a:cubicBezTo>
                  <a:pt x="281" y="678"/>
                  <a:pt x="280" y="679"/>
                  <a:pt x="279" y="679"/>
                </a:cubicBezTo>
                <a:close/>
                <a:moveTo>
                  <a:pt x="524" y="463"/>
                </a:moveTo>
                <a:cubicBezTo>
                  <a:pt x="526" y="462"/>
                  <a:pt x="528" y="462"/>
                  <a:pt x="530" y="462"/>
                </a:cubicBezTo>
                <a:cubicBezTo>
                  <a:pt x="530" y="461"/>
                  <a:pt x="530" y="459"/>
                  <a:pt x="530" y="458"/>
                </a:cubicBezTo>
                <a:cubicBezTo>
                  <a:pt x="529" y="458"/>
                  <a:pt x="529" y="458"/>
                  <a:pt x="528" y="457"/>
                </a:cubicBezTo>
                <a:cubicBezTo>
                  <a:pt x="526" y="460"/>
                  <a:pt x="524" y="460"/>
                  <a:pt x="521" y="459"/>
                </a:cubicBezTo>
                <a:cubicBezTo>
                  <a:pt x="522" y="460"/>
                  <a:pt x="523" y="462"/>
                  <a:pt x="524" y="463"/>
                </a:cubicBezTo>
                <a:close/>
                <a:moveTo>
                  <a:pt x="564" y="434"/>
                </a:moveTo>
                <a:cubicBezTo>
                  <a:pt x="564" y="435"/>
                  <a:pt x="564" y="436"/>
                  <a:pt x="562" y="437"/>
                </a:cubicBezTo>
                <a:cubicBezTo>
                  <a:pt x="562" y="437"/>
                  <a:pt x="563" y="437"/>
                  <a:pt x="563" y="437"/>
                </a:cubicBezTo>
                <a:cubicBezTo>
                  <a:pt x="563" y="437"/>
                  <a:pt x="563" y="437"/>
                  <a:pt x="563" y="437"/>
                </a:cubicBezTo>
                <a:cubicBezTo>
                  <a:pt x="565" y="436"/>
                  <a:pt x="565" y="435"/>
                  <a:pt x="564" y="434"/>
                </a:cubicBezTo>
                <a:close/>
                <a:moveTo>
                  <a:pt x="628" y="553"/>
                </a:moveTo>
                <a:cubicBezTo>
                  <a:pt x="637" y="552"/>
                  <a:pt x="640" y="543"/>
                  <a:pt x="632" y="543"/>
                </a:cubicBezTo>
                <a:cubicBezTo>
                  <a:pt x="627" y="547"/>
                  <a:pt x="632" y="549"/>
                  <a:pt x="628" y="553"/>
                </a:cubicBezTo>
                <a:close/>
                <a:moveTo>
                  <a:pt x="648" y="579"/>
                </a:moveTo>
                <a:cubicBezTo>
                  <a:pt x="645" y="579"/>
                  <a:pt x="643" y="582"/>
                  <a:pt x="640" y="581"/>
                </a:cubicBezTo>
                <a:cubicBezTo>
                  <a:pt x="632" y="589"/>
                  <a:pt x="648" y="590"/>
                  <a:pt x="647" y="596"/>
                </a:cubicBezTo>
                <a:cubicBezTo>
                  <a:pt x="653" y="589"/>
                  <a:pt x="641" y="586"/>
                  <a:pt x="648" y="579"/>
                </a:cubicBezTo>
                <a:close/>
                <a:moveTo>
                  <a:pt x="656" y="449"/>
                </a:moveTo>
                <a:cubicBezTo>
                  <a:pt x="656" y="447"/>
                  <a:pt x="659" y="444"/>
                  <a:pt x="663" y="442"/>
                </a:cubicBezTo>
                <a:cubicBezTo>
                  <a:pt x="664" y="440"/>
                  <a:pt x="664" y="437"/>
                  <a:pt x="665" y="435"/>
                </a:cubicBezTo>
                <a:cubicBezTo>
                  <a:pt x="662" y="437"/>
                  <a:pt x="656" y="437"/>
                  <a:pt x="652" y="440"/>
                </a:cubicBezTo>
                <a:cubicBezTo>
                  <a:pt x="664" y="441"/>
                  <a:pt x="646" y="448"/>
                  <a:pt x="656" y="449"/>
                </a:cubicBezTo>
                <a:close/>
                <a:moveTo>
                  <a:pt x="723" y="399"/>
                </a:moveTo>
                <a:cubicBezTo>
                  <a:pt x="716" y="400"/>
                  <a:pt x="708" y="395"/>
                  <a:pt x="702" y="401"/>
                </a:cubicBezTo>
                <a:cubicBezTo>
                  <a:pt x="702" y="401"/>
                  <a:pt x="702" y="401"/>
                  <a:pt x="702" y="401"/>
                </a:cubicBezTo>
                <a:cubicBezTo>
                  <a:pt x="702" y="401"/>
                  <a:pt x="702" y="401"/>
                  <a:pt x="701" y="402"/>
                </a:cubicBezTo>
                <a:cubicBezTo>
                  <a:pt x="706" y="403"/>
                  <a:pt x="709" y="400"/>
                  <a:pt x="714" y="402"/>
                </a:cubicBezTo>
                <a:cubicBezTo>
                  <a:pt x="712" y="405"/>
                  <a:pt x="709" y="405"/>
                  <a:pt x="706" y="405"/>
                </a:cubicBezTo>
                <a:cubicBezTo>
                  <a:pt x="702" y="408"/>
                  <a:pt x="708" y="409"/>
                  <a:pt x="713" y="410"/>
                </a:cubicBezTo>
                <a:cubicBezTo>
                  <a:pt x="716" y="407"/>
                  <a:pt x="720" y="408"/>
                  <a:pt x="723" y="409"/>
                </a:cubicBezTo>
                <a:cubicBezTo>
                  <a:pt x="726" y="406"/>
                  <a:pt x="728" y="404"/>
                  <a:pt x="730" y="402"/>
                </a:cubicBezTo>
                <a:cubicBezTo>
                  <a:pt x="725" y="402"/>
                  <a:pt x="721" y="406"/>
                  <a:pt x="716" y="405"/>
                </a:cubicBezTo>
                <a:cubicBezTo>
                  <a:pt x="711" y="403"/>
                  <a:pt x="722" y="403"/>
                  <a:pt x="723" y="399"/>
                </a:cubicBezTo>
                <a:close/>
                <a:moveTo>
                  <a:pt x="783" y="355"/>
                </a:moveTo>
                <a:cubicBezTo>
                  <a:pt x="792" y="354"/>
                  <a:pt x="795" y="345"/>
                  <a:pt x="787" y="345"/>
                </a:cubicBezTo>
                <a:cubicBezTo>
                  <a:pt x="782" y="349"/>
                  <a:pt x="787" y="351"/>
                  <a:pt x="783" y="355"/>
                </a:cubicBezTo>
                <a:close/>
                <a:moveTo>
                  <a:pt x="803" y="381"/>
                </a:moveTo>
                <a:cubicBezTo>
                  <a:pt x="800" y="381"/>
                  <a:pt x="798" y="384"/>
                  <a:pt x="795" y="383"/>
                </a:cubicBezTo>
                <a:cubicBezTo>
                  <a:pt x="787" y="391"/>
                  <a:pt x="803" y="392"/>
                  <a:pt x="802" y="398"/>
                </a:cubicBezTo>
                <a:cubicBezTo>
                  <a:pt x="808" y="391"/>
                  <a:pt x="796" y="388"/>
                  <a:pt x="803" y="381"/>
                </a:cubicBezTo>
                <a:close/>
                <a:moveTo>
                  <a:pt x="802" y="369"/>
                </a:moveTo>
                <a:cubicBezTo>
                  <a:pt x="802" y="366"/>
                  <a:pt x="794" y="365"/>
                  <a:pt x="789" y="366"/>
                </a:cubicBezTo>
                <a:cubicBezTo>
                  <a:pt x="785" y="370"/>
                  <a:pt x="786" y="373"/>
                  <a:pt x="791" y="374"/>
                </a:cubicBezTo>
                <a:cubicBezTo>
                  <a:pt x="794" y="369"/>
                  <a:pt x="799" y="375"/>
                  <a:pt x="802" y="369"/>
                </a:cubicBezTo>
                <a:close/>
                <a:moveTo>
                  <a:pt x="795" y="329"/>
                </a:moveTo>
                <a:cubicBezTo>
                  <a:pt x="792" y="331"/>
                  <a:pt x="790" y="333"/>
                  <a:pt x="787" y="333"/>
                </a:cubicBezTo>
                <a:cubicBezTo>
                  <a:pt x="788" y="339"/>
                  <a:pt x="786" y="343"/>
                  <a:pt x="795" y="345"/>
                </a:cubicBezTo>
                <a:cubicBezTo>
                  <a:pt x="789" y="341"/>
                  <a:pt x="800" y="333"/>
                  <a:pt x="795" y="329"/>
                </a:cubicBezTo>
                <a:close/>
                <a:moveTo>
                  <a:pt x="814" y="458"/>
                </a:moveTo>
                <a:cubicBezTo>
                  <a:pt x="817" y="462"/>
                  <a:pt x="809" y="469"/>
                  <a:pt x="815" y="472"/>
                </a:cubicBezTo>
                <a:cubicBezTo>
                  <a:pt x="826" y="466"/>
                  <a:pt x="812" y="461"/>
                  <a:pt x="825" y="462"/>
                </a:cubicBezTo>
                <a:cubicBezTo>
                  <a:pt x="828" y="456"/>
                  <a:pt x="819" y="453"/>
                  <a:pt x="830" y="447"/>
                </a:cubicBezTo>
                <a:cubicBezTo>
                  <a:pt x="826" y="446"/>
                  <a:pt x="828" y="442"/>
                  <a:pt x="821" y="444"/>
                </a:cubicBezTo>
                <a:cubicBezTo>
                  <a:pt x="816" y="455"/>
                  <a:pt x="791" y="456"/>
                  <a:pt x="783" y="452"/>
                </a:cubicBezTo>
                <a:cubicBezTo>
                  <a:pt x="779" y="463"/>
                  <a:pt x="800" y="454"/>
                  <a:pt x="814" y="458"/>
                </a:cubicBezTo>
                <a:close/>
                <a:moveTo>
                  <a:pt x="824" y="362"/>
                </a:moveTo>
                <a:cubicBezTo>
                  <a:pt x="816" y="362"/>
                  <a:pt x="819" y="367"/>
                  <a:pt x="815" y="370"/>
                </a:cubicBezTo>
                <a:cubicBezTo>
                  <a:pt x="818" y="371"/>
                  <a:pt x="822" y="371"/>
                  <a:pt x="826" y="372"/>
                </a:cubicBezTo>
                <a:cubicBezTo>
                  <a:pt x="830" y="366"/>
                  <a:pt x="840" y="368"/>
                  <a:pt x="838" y="363"/>
                </a:cubicBezTo>
                <a:cubicBezTo>
                  <a:pt x="832" y="360"/>
                  <a:pt x="829" y="370"/>
                  <a:pt x="823" y="370"/>
                </a:cubicBezTo>
                <a:cubicBezTo>
                  <a:pt x="822" y="368"/>
                  <a:pt x="826" y="364"/>
                  <a:pt x="824" y="362"/>
                </a:cubicBezTo>
                <a:close/>
                <a:moveTo>
                  <a:pt x="866" y="406"/>
                </a:moveTo>
                <a:cubicBezTo>
                  <a:pt x="861" y="406"/>
                  <a:pt x="857" y="410"/>
                  <a:pt x="853" y="414"/>
                </a:cubicBezTo>
                <a:cubicBezTo>
                  <a:pt x="859" y="415"/>
                  <a:pt x="867" y="408"/>
                  <a:pt x="866" y="406"/>
                </a:cubicBezTo>
                <a:close/>
                <a:moveTo>
                  <a:pt x="841" y="640"/>
                </a:moveTo>
                <a:cubicBezTo>
                  <a:pt x="837" y="644"/>
                  <a:pt x="841" y="642"/>
                  <a:pt x="844" y="642"/>
                </a:cubicBezTo>
                <a:cubicBezTo>
                  <a:pt x="847" y="649"/>
                  <a:pt x="844" y="658"/>
                  <a:pt x="858" y="655"/>
                </a:cubicBezTo>
                <a:cubicBezTo>
                  <a:pt x="860" y="649"/>
                  <a:pt x="848" y="648"/>
                  <a:pt x="853" y="639"/>
                </a:cubicBezTo>
                <a:cubicBezTo>
                  <a:pt x="849" y="638"/>
                  <a:pt x="845" y="639"/>
                  <a:pt x="841" y="640"/>
                </a:cubicBezTo>
                <a:close/>
                <a:moveTo>
                  <a:pt x="879" y="740"/>
                </a:moveTo>
                <a:cubicBezTo>
                  <a:pt x="883" y="742"/>
                  <a:pt x="884" y="746"/>
                  <a:pt x="884" y="750"/>
                </a:cubicBezTo>
                <a:cubicBezTo>
                  <a:pt x="885" y="751"/>
                  <a:pt x="887" y="752"/>
                  <a:pt x="890" y="753"/>
                </a:cubicBezTo>
                <a:cubicBezTo>
                  <a:pt x="893" y="744"/>
                  <a:pt x="897" y="728"/>
                  <a:pt x="879" y="735"/>
                </a:cubicBezTo>
                <a:cubicBezTo>
                  <a:pt x="879" y="737"/>
                  <a:pt x="879" y="739"/>
                  <a:pt x="879" y="740"/>
                </a:cubicBezTo>
                <a:close/>
                <a:moveTo>
                  <a:pt x="886" y="724"/>
                </a:moveTo>
                <a:cubicBezTo>
                  <a:pt x="892" y="718"/>
                  <a:pt x="888" y="714"/>
                  <a:pt x="879" y="717"/>
                </a:cubicBezTo>
                <a:cubicBezTo>
                  <a:pt x="882" y="719"/>
                  <a:pt x="877" y="724"/>
                  <a:pt x="886" y="724"/>
                </a:cubicBezTo>
                <a:close/>
                <a:moveTo>
                  <a:pt x="933" y="901"/>
                </a:moveTo>
                <a:cubicBezTo>
                  <a:pt x="923" y="904"/>
                  <a:pt x="929" y="910"/>
                  <a:pt x="936" y="909"/>
                </a:cubicBezTo>
                <a:cubicBezTo>
                  <a:pt x="942" y="901"/>
                  <a:pt x="942" y="901"/>
                  <a:pt x="942" y="901"/>
                </a:cubicBezTo>
                <a:cubicBezTo>
                  <a:pt x="940" y="902"/>
                  <a:pt x="930" y="906"/>
                  <a:pt x="933" y="901"/>
                </a:cubicBezTo>
                <a:close/>
                <a:moveTo>
                  <a:pt x="965" y="882"/>
                </a:moveTo>
                <a:cubicBezTo>
                  <a:pt x="960" y="886"/>
                  <a:pt x="954" y="885"/>
                  <a:pt x="951" y="892"/>
                </a:cubicBezTo>
                <a:cubicBezTo>
                  <a:pt x="956" y="896"/>
                  <a:pt x="961" y="889"/>
                  <a:pt x="969" y="888"/>
                </a:cubicBezTo>
                <a:cubicBezTo>
                  <a:pt x="973" y="881"/>
                  <a:pt x="963" y="881"/>
                  <a:pt x="971" y="871"/>
                </a:cubicBezTo>
                <a:cubicBezTo>
                  <a:pt x="965" y="870"/>
                  <a:pt x="959" y="870"/>
                  <a:pt x="956" y="876"/>
                </a:cubicBezTo>
                <a:cubicBezTo>
                  <a:pt x="962" y="876"/>
                  <a:pt x="961" y="881"/>
                  <a:pt x="965" y="882"/>
                </a:cubicBezTo>
                <a:close/>
                <a:moveTo>
                  <a:pt x="947" y="903"/>
                </a:moveTo>
                <a:cubicBezTo>
                  <a:pt x="940" y="912"/>
                  <a:pt x="961" y="905"/>
                  <a:pt x="947" y="913"/>
                </a:cubicBezTo>
                <a:cubicBezTo>
                  <a:pt x="950" y="914"/>
                  <a:pt x="958" y="913"/>
                  <a:pt x="968" y="909"/>
                </a:cubicBezTo>
                <a:cubicBezTo>
                  <a:pt x="974" y="915"/>
                  <a:pt x="979" y="921"/>
                  <a:pt x="972" y="935"/>
                </a:cubicBezTo>
                <a:cubicBezTo>
                  <a:pt x="976" y="935"/>
                  <a:pt x="979" y="935"/>
                  <a:pt x="983" y="935"/>
                </a:cubicBezTo>
                <a:cubicBezTo>
                  <a:pt x="982" y="940"/>
                  <a:pt x="961" y="956"/>
                  <a:pt x="974" y="958"/>
                </a:cubicBezTo>
                <a:cubicBezTo>
                  <a:pt x="976" y="955"/>
                  <a:pt x="975" y="953"/>
                  <a:pt x="973" y="952"/>
                </a:cubicBezTo>
                <a:cubicBezTo>
                  <a:pt x="985" y="943"/>
                  <a:pt x="984" y="956"/>
                  <a:pt x="986" y="960"/>
                </a:cubicBezTo>
                <a:cubicBezTo>
                  <a:pt x="991" y="956"/>
                  <a:pt x="993" y="940"/>
                  <a:pt x="979" y="946"/>
                </a:cubicBezTo>
                <a:cubicBezTo>
                  <a:pt x="986" y="937"/>
                  <a:pt x="1004" y="937"/>
                  <a:pt x="1001" y="944"/>
                </a:cubicBezTo>
                <a:cubicBezTo>
                  <a:pt x="1012" y="938"/>
                  <a:pt x="996" y="936"/>
                  <a:pt x="1001" y="929"/>
                </a:cubicBezTo>
                <a:cubicBezTo>
                  <a:pt x="996" y="931"/>
                  <a:pt x="998" y="933"/>
                  <a:pt x="996" y="935"/>
                </a:cubicBezTo>
                <a:cubicBezTo>
                  <a:pt x="989" y="934"/>
                  <a:pt x="989" y="930"/>
                  <a:pt x="983" y="929"/>
                </a:cubicBezTo>
                <a:cubicBezTo>
                  <a:pt x="985" y="925"/>
                  <a:pt x="991" y="928"/>
                  <a:pt x="995" y="927"/>
                </a:cubicBezTo>
                <a:cubicBezTo>
                  <a:pt x="990" y="920"/>
                  <a:pt x="967" y="918"/>
                  <a:pt x="981" y="904"/>
                </a:cubicBezTo>
                <a:cubicBezTo>
                  <a:pt x="967" y="906"/>
                  <a:pt x="960" y="904"/>
                  <a:pt x="947" y="903"/>
                </a:cubicBezTo>
                <a:close/>
                <a:moveTo>
                  <a:pt x="994" y="919"/>
                </a:moveTo>
                <a:cubicBezTo>
                  <a:pt x="998" y="914"/>
                  <a:pt x="991" y="914"/>
                  <a:pt x="992" y="910"/>
                </a:cubicBezTo>
                <a:cubicBezTo>
                  <a:pt x="982" y="914"/>
                  <a:pt x="992" y="918"/>
                  <a:pt x="994" y="919"/>
                </a:cubicBezTo>
                <a:close/>
                <a:moveTo>
                  <a:pt x="1004" y="692"/>
                </a:moveTo>
                <a:cubicBezTo>
                  <a:pt x="1006" y="687"/>
                  <a:pt x="1000" y="691"/>
                  <a:pt x="996" y="688"/>
                </a:cubicBezTo>
                <a:cubicBezTo>
                  <a:pt x="992" y="692"/>
                  <a:pt x="993" y="693"/>
                  <a:pt x="992" y="695"/>
                </a:cubicBezTo>
                <a:cubicBezTo>
                  <a:pt x="997" y="697"/>
                  <a:pt x="999" y="692"/>
                  <a:pt x="1004" y="692"/>
                </a:cubicBezTo>
                <a:close/>
                <a:moveTo>
                  <a:pt x="983" y="864"/>
                </a:moveTo>
                <a:cubicBezTo>
                  <a:pt x="976" y="869"/>
                  <a:pt x="983" y="868"/>
                  <a:pt x="982" y="871"/>
                </a:cubicBezTo>
                <a:cubicBezTo>
                  <a:pt x="987" y="871"/>
                  <a:pt x="993" y="860"/>
                  <a:pt x="983" y="864"/>
                </a:cubicBezTo>
                <a:close/>
                <a:moveTo>
                  <a:pt x="983" y="585"/>
                </a:moveTo>
                <a:cubicBezTo>
                  <a:pt x="979" y="589"/>
                  <a:pt x="977" y="591"/>
                  <a:pt x="977" y="594"/>
                </a:cubicBezTo>
                <a:cubicBezTo>
                  <a:pt x="980" y="593"/>
                  <a:pt x="982" y="592"/>
                  <a:pt x="985" y="593"/>
                </a:cubicBezTo>
                <a:cubicBezTo>
                  <a:pt x="989" y="588"/>
                  <a:pt x="988" y="586"/>
                  <a:pt x="983" y="585"/>
                </a:cubicBezTo>
                <a:close/>
                <a:moveTo>
                  <a:pt x="985" y="892"/>
                </a:moveTo>
                <a:cubicBezTo>
                  <a:pt x="986" y="888"/>
                  <a:pt x="981" y="887"/>
                  <a:pt x="983" y="883"/>
                </a:cubicBezTo>
                <a:cubicBezTo>
                  <a:pt x="973" y="887"/>
                  <a:pt x="978" y="893"/>
                  <a:pt x="985" y="892"/>
                </a:cubicBezTo>
                <a:close/>
                <a:moveTo>
                  <a:pt x="999" y="1018"/>
                </a:moveTo>
                <a:cubicBezTo>
                  <a:pt x="1003" y="1014"/>
                  <a:pt x="1007" y="1010"/>
                  <a:pt x="1013" y="1008"/>
                </a:cubicBezTo>
                <a:cubicBezTo>
                  <a:pt x="1003" y="1007"/>
                  <a:pt x="994" y="1000"/>
                  <a:pt x="998" y="987"/>
                </a:cubicBezTo>
                <a:cubicBezTo>
                  <a:pt x="986" y="998"/>
                  <a:pt x="988" y="1012"/>
                  <a:pt x="1000" y="1014"/>
                </a:cubicBezTo>
                <a:cubicBezTo>
                  <a:pt x="995" y="1016"/>
                  <a:pt x="989" y="1021"/>
                  <a:pt x="991" y="1024"/>
                </a:cubicBezTo>
                <a:cubicBezTo>
                  <a:pt x="1003" y="1021"/>
                  <a:pt x="998" y="1024"/>
                  <a:pt x="999" y="1032"/>
                </a:cubicBezTo>
                <a:cubicBezTo>
                  <a:pt x="1009" y="1030"/>
                  <a:pt x="1009" y="1035"/>
                  <a:pt x="1015" y="1032"/>
                </a:cubicBezTo>
                <a:cubicBezTo>
                  <a:pt x="1019" y="1026"/>
                  <a:pt x="1014" y="1021"/>
                  <a:pt x="1009" y="1028"/>
                </a:cubicBezTo>
                <a:cubicBezTo>
                  <a:pt x="1006" y="1024"/>
                  <a:pt x="1013" y="1021"/>
                  <a:pt x="1002" y="1024"/>
                </a:cubicBezTo>
                <a:cubicBezTo>
                  <a:pt x="1005" y="1022"/>
                  <a:pt x="1009" y="1022"/>
                  <a:pt x="1011" y="1018"/>
                </a:cubicBezTo>
                <a:cubicBezTo>
                  <a:pt x="1008" y="1014"/>
                  <a:pt x="1007" y="1014"/>
                  <a:pt x="999" y="1018"/>
                </a:cubicBezTo>
                <a:close/>
                <a:moveTo>
                  <a:pt x="1022" y="1004"/>
                </a:moveTo>
                <a:cubicBezTo>
                  <a:pt x="1011" y="1006"/>
                  <a:pt x="1017" y="1014"/>
                  <a:pt x="1013" y="1014"/>
                </a:cubicBezTo>
                <a:cubicBezTo>
                  <a:pt x="1014" y="1017"/>
                  <a:pt x="1018" y="1019"/>
                  <a:pt x="1023" y="1020"/>
                </a:cubicBezTo>
                <a:cubicBezTo>
                  <a:pt x="1023" y="1014"/>
                  <a:pt x="1021" y="1010"/>
                  <a:pt x="1022" y="1004"/>
                </a:cubicBezTo>
                <a:close/>
                <a:moveTo>
                  <a:pt x="1014" y="1049"/>
                </a:moveTo>
                <a:cubicBezTo>
                  <a:pt x="1010" y="1059"/>
                  <a:pt x="1023" y="1055"/>
                  <a:pt x="1009" y="1065"/>
                </a:cubicBezTo>
                <a:cubicBezTo>
                  <a:pt x="1014" y="1065"/>
                  <a:pt x="1017" y="1061"/>
                  <a:pt x="1020" y="1057"/>
                </a:cubicBezTo>
                <a:cubicBezTo>
                  <a:pt x="1026" y="1063"/>
                  <a:pt x="1031" y="1073"/>
                  <a:pt x="1039" y="1076"/>
                </a:cubicBezTo>
                <a:cubicBezTo>
                  <a:pt x="1042" y="1062"/>
                  <a:pt x="1020" y="1060"/>
                  <a:pt x="1036" y="1043"/>
                </a:cubicBezTo>
                <a:cubicBezTo>
                  <a:pt x="1024" y="1051"/>
                  <a:pt x="1023" y="1049"/>
                  <a:pt x="1014" y="1049"/>
                </a:cubicBezTo>
                <a:close/>
                <a:moveTo>
                  <a:pt x="1034" y="815"/>
                </a:moveTo>
                <a:cubicBezTo>
                  <a:pt x="1035" y="809"/>
                  <a:pt x="1034" y="804"/>
                  <a:pt x="1030" y="800"/>
                </a:cubicBezTo>
                <a:cubicBezTo>
                  <a:pt x="1020" y="807"/>
                  <a:pt x="1028" y="813"/>
                  <a:pt x="1034" y="815"/>
                </a:cubicBezTo>
                <a:close/>
                <a:moveTo>
                  <a:pt x="1061" y="1190"/>
                </a:moveTo>
                <a:cubicBezTo>
                  <a:pt x="1055" y="1189"/>
                  <a:pt x="1053" y="1194"/>
                  <a:pt x="1048" y="1193"/>
                </a:cubicBezTo>
                <a:cubicBezTo>
                  <a:pt x="1052" y="1199"/>
                  <a:pt x="1049" y="1216"/>
                  <a:pt x="1061" y="1212"/>
                </a:cubicBezTo>
                <a:cubicBezTo>
                  <a:pt x="1064" y="1203"/>
                  <a:pt x="1049" y="1205"/>
                  <a:pt x="1061" y="1190"/>
                </a:cubicBezTo>
                <a:close/>
                <a:moveTo>
                  <a:pt x="1074" y="1219"/>
                </a:moveTo>
                <a:cubicBezTo>
                  <a:pt x="1074" y="1220"/>
                  <a:pt x="1074" y="1220"/>
                  <a:pt x="1074" y="1221"/>
                </a:cubicBezTo>
                <a:cubicBezTo>
                  <a:pt x="1075" y="1223"/>
                  <a:pt x="1078" y="1223"/>
                  <a:pt x="1083" y="1222"/>
                </a:cubicBezTo>
                <a:cubicBezTo>
                  <a:pt x="1090" y="1214"/>
                  <a:pt x="1080" y="1213"/>
                  <a:pt x="1074" y="1217"/>
                </a:cubicBezTo>
                <a:cubicBezTo>
                  <a:pt x="1073" y="1218"/>
                  <a:pt x="1073" y="1219"/>
                  <a:pt x="1074" y="1219"/>
                </a:cubicBezTo>
                <a:close/>
                <a:moveTo>
                  <a:pt x="1109" y="1274"/>
                </a:moveTo>
                <a:cubicBezTo>
                  <a:pt x="1105" y="1275"/>
                  <a:pt x="1103" y="1278"/>
                  <a:pt x="1100" y="1278"/>
                </a:cubicBezTo>
                <a:cubicBezTo>
                  <a:pt x="1094" y="1287"/>
                  <a:pt x="1108" y="1293"/>
                  <a:pt x="1115" y="1281"/>
                </a:cubicBezTo>
                <a:cubicBezTo>
                  <a:pt x="1099" y="1286"/>
                  <a:pt x="1113" y="1279"/>
                  <a:pt x="1109" y="1274"/>
                </a:cubicBezTo>
                <a:close/>
                <a:moveTo>
                  <a:pt x="1102" y="1326"/>
                </a:moveTo>
                <a:cubicBezTo>
                  <a:pt x="1099" y="1333"/>
                  <a:pt x="1104" y="1333"/>
                  <a:pt x="1109" y="1333"/>
                </a:cubicBezTo>
                <a:cubicBezTo>
                  <a:pt x="1112" y="1327"/>
                  <a:pt x="1110" y="1325"/>
                  <a:pt x="1102" y="1326"/>
                </a:cubicBezTo>
                <a:close/>
                <a:moveTo>
                  <a:pt x="1075" y="1277"/>
                </a:moveTo>
                <a:cubicBezTo>
                  <a:pt x="1081" y="1270"/>
                  <a:pt x="1072" y="1273"/>
                  <a:pt x="1073" y="1269"/>
                </a:cubicBezTo>
                <a:cubicBezTo>
                  <a:pt x="1066" y="1272"/>
                  <a:pt x="1067" y="1280"/>
                  <a:pt x="1075" y="1277"/>
                </a:cubicBezTo>
                <a:close/>
                <a:moveTo>
                  <a:pt x="1184" y="1098"/>
                </a:moveTo>
                <a:cubicBezTo>
                  <a:pt x="1180" y="1103"/>
                  <a:pt x="1183" y="1104"/>
                  <a:pt x="1189" y="1103"/>
                </a:cubicBezTo>
                <a:cubicBezTo>
                  <a:pt x="1193" y="1098"/>
                  <a:pt x="1190" y="1097"/>
                  <a:pt x="1184" y="1098"/>
                </a:cubicBezTo>
                <a:close/>
                <a:moveTo>
                  <a:pt x="1133" y="1283"/>
                </a:moveTo>
                <a:cubicBezTo>
                  <a:pt x="1119" y="1290"/>
                  <a:pt x="1125" y="1283"/>
                  <a:pt x="1112" y="1287"/>
                </a:cubicBezTo>
                <a:cubicBezTo>
                  <a:pt x="1108" y="1292"/>
                  <a:pt x="1115" y="1290"/>
                  <a:pt x="1113" y="1293"/>
                </a:cubicBezTo>
                <a:cubicBezTo>
                  <a:pt x="1121" y="1292"/>
                  <a:pt x="1130" y="1292"/>
                  <a:pt x="1133" y="1283"/>
                </a:cubicBezTo>
                <a:close/>
                <a:moveTo>
                  <a:pt x="551" y="462"/>
                </a:moveTo>
                <a:cubicBezTo>
                  <a:pt x="551" y="462"/>
                  <a:pt x="551" y="461"/>
                  <a:pt x="551" y="461"/>
                </a:cubicBezTo>
                <a:cubicBezTo>
                  <a:pt x="551" y="461"/>
                  <a:pt x="550" y="461"/>
                  <a:pt x="550" y="461"/>
                </a:cubicBezTo>
                <a:cubicBezTo>
                  <a:pt x="550" y="461"/>
                  <a:pt x="551" y="462"/>
                  <a:pt x="551" y="462"/>
                </a:cubicBezTo>
                <a:close/>
                <a:moveTo>
                  <a:pt x="556" y="448"/>
                </a:moveTo>
                <a:cubicBezTo>
                  <a:pt x="559" y="449"/>
                  <a:pt x="555" y="450"/>
                  <a:pt x="554" y="454"/>
                </a:cubicBezTo>
                <a:cubicBezTo>
                  <a:pt x="556" y="452"/>
                  <a:pt x="558" y="451"/>
                  <a:pt x="560" y="449"/>
                </a:cubicBezTo>
                <a:cubicBezTo>
                  <a:pt x="558" y="448"/>
                  <a:pt x="557" y="448"/>
                  <a:pt x="556" y="448"/>
                </a:cubicBezTo>
                <a:close/>
                <a:moveTo>
                  <a:pt x="1015" y="1037"/>
                </a:moveTo>
                <a:cubicBezTo>
                  <a:pt x="1003" y="1041"/>
                  <a:pt x="1010" y="1046"/>
                  <a:pt x="1013" y="1047"/>
                </a:cubicBezTo>
                <a:cubicBezTo>
                  <a:pt x="1024" y="1043"/>
                  <a:pt x="1008" y="1044"/>
                  <a:pt x="1015" y="1037"/>
                </a:cubicBezTo>
                <a:close/>
                <a:moveTo>
                  <a:pt x="1012" y="1109"/>
                </a:moveTo>
                <a:cubicBezTo>
                  <a:pt x="1012" y="1109"/>
                  <a:pt x="1012" y="1109"/>
                  <a:pt x="1012" y="1109"/>
                </a:cubicBezTo>
                <a:cubicBezTo>
                  <a:pt x="1012" y="1109"/>
                  <a:pt x="1012" y="1109"/>
                  <a:pt x="1012" y="1109"/>
                </a:cubicBezTo>
                <a:cubicBezTo>
                  <a:pt x="1013" y="1112"/>
                  <a:pt x="1015" y="1115"/>
                  <a:pt x="1019" y="1115"/>
                </a:cubicBezTo>
                <a:cubicBezTo>
                  <a:pt x="1020" y="1115"/>
                  <a:pt x="1021" y="1114"/>
                  <a:pt x="1021" y="1113"/>
                </a:cubicBezTo>
                <a:cubicBezTo>
                  <a:pt x="1022" y="1106"/>
                  <a:pt x="1015" y="1105"/>
                  <a:pt x="1020" y="1096"/>
                </a:cubicBezTo>
                <a:cubicBezTo>
                  <a:pt x="1017" y="1097"/>
                  <a:pt x="1012" y="1099"/>
                  <a:pt x="1013" y="1096"/>
                </a:cubicBezTo>
                <a:cubicBezTo>
                  <a:pt x="1011" y="1099"/>
                  <a:pt x="1010" y="1105"/>
                  <a:pt x="1012" y="1109"/>
                </a:cubicBezTo>
                <a:close/>
                <a:moveTo>
                  <a:pt x="679" y="531"/>
                </a:moveTo>
                <a:cubicBezTo>
                  <a:pt x="673" y="526"/>
                  <a:pt x="674" y="519"/>
                  <a:pt x="672" y="513"/>
                </a:cubicBezTo>
                <a:cubicBezTo>
                  <a:pt x="662" y="521"/>
                  <a:pt x="669" y="530"/>
                  <a:pt x="672" y="534"/>
                </a:cubicBezTo>
                <a:cubicBezTo>
                  <a:pt x="674" y="534"/>
                  <a:pt x="677" y="532"/>
                  <a:pt x="679" y="531"/>
                </a:cubicBezTo>
                <a:close/>
                <a:moveTo>
                  <a:pt x="668" y="451"/>
                </a:moveTo>
                <a:cubicBezTo>
                  <a:pt x="668" y="451"/>
                  <a:pt x="669" y="450"/>
                  <a:pt x="669" y="449"/>
                </a:cubicBezTo>
                <a:cubicBezTo>
                  <a:pt x="668" y="450"/>
                  <a:pt x="667" y="451"/>
                  <a:pt x="666" y="452"/>
                </a:cubicBezTo>
                <a:cubicBezTo>
                  <a:pt x="667" y="451"/>
                  <a:pt x="668" y="451"/>
                  <a:pt x="668" y="451"/>
                </a:cubicBezTo>
                <a:close/>
                <a:moveTo>
                  <a:pt x="1035" y="1212"/>
                </a:moveTo>
                <a:cubicBezTo>
                  <a:pt x="1037" y="1211"/>
                  <a:pt x="1038" y="1209"/>
                  <a:pt x="1039" y="1208"/>
                </a:cubicBezTo>
                <a:cubicBezTo>
                  <a:pt x="1037" y="1206"/>
                  <a:pt x="1034" y="1206"/>
                  <a:pt x="1031" y="1208"/>
                </a:cubicBezTo>
                <a:cubicBezTo>
                  <a:pt x="1031" y="1212"/>
                  <a:pt x="1031" y="1215"/>
                  <a:pt x="1039" y="1213"/>
                </a:cubicBezTo>
                <a:cubicBezTo>
                  <a:pt x="1039" y="1213"/>
                  <a:pt x="1039" y="1213"/>
                  <a:pt x="1039" y="1212"/>
                </a:cubicBezTo>
                <a:cubicBezTo>
                  <a:pt x="1038" y="1212"/>
                  <a:pt x="1037" y="1212"/>
                  <a:pt x="1035" y="1212"/>
                </a:cubicBezTo>
                <a:close/>
                <a:moveTo>
                  <a:pt x="988" y="1112"/>
                </a:moveTo>
                <a:cubicBezTo>
                  <a:pt x="985" y="1118"/>
                  <a:pt x="987" y="1123"/>
                  <a:pt x="994" y="1119"/>
                </a:cubicBezTo>
                <a:cubicBezTo>
                  <a:pt x="993" y="1115"/>
                  <a:pt x="988" y="1113"/>
                  <a:pt x="990" y="1109"/>
                </a:cubicBezTo>
                <a:cubicBezTo>
                  <a:pt x="988" y="1110"/>
                  <a:pt x="987" y="1111"/>
                  <a:pt x="986" y="1112"/>
                </a:cubicBezTo>
                <a:cubicBezTo>
                  <a:pt x="987" y="1112"/>
                  <a:pt x="987" y="1112"/>
                  <a:pt x="988" y="1112"/>
                </a:cubicBezTo>
                <a:close/>
                <a:moveTo>
                  <a:pt x="988" y="1123"/>
                </a:moveTo>
                <a:cubicBezTo>
                  <a:pt x="989" y="1124"/>
                  <a:pt x="989" y="1124"/>
                  <a:pt x="989" y="1125"/>
                </a:cubicBezTo>
                <a:cubicBezTo>
                  <a:pt x="991" y="1124"/>
                  <a:pt x="992" y="1124"/>
                  <a:pt x="993" y="1124"/>
                </a:cubicBezTo>
                <a:cubicBezTo>
                  <a:pt x="994" y="1123"/>
                  <a:pt x="995" y="1122"/>
                  <a:pt x="995" y="1120"/>
                </a:cubicBezTo>
                <a:cubicBezTo>
                  <a:pt x="992" y="1121"/>
                  <a:pt x="990" y="1121"/>
                  <a:pt x="988" y="1123"/>
                </a:cubicBezTo>
                <a:close/>
                <a:moveTo>
                  <a:pt x="888" y="1281"/>
                </a:moveTo>
                <a:cubicBezTo>
                  <a:pt x="888" y="1282"/>
                  <a:pt x="888" y="1283"/>
                  <a:pt x="888" y="1284"/>
                </a:cubicBezTo>
                <a:cubicBezTo>
                  <a:pt x="889" y="1285"/>
                  <a:pt x="891" y="1285"/>
                  <a:pt x="893" y="1285"/>
                </a:cubicBezTo>
                <a:cubicBezTo>
                  <a:pt x="894" y="1283"/>
                  <a:pt x="893" y="1282"/>
                  <a:pt x="888" y="1281"/>
                </a:cubicBezTo>
                <a:close/>
                <a:moveTo>
                  <a:pt x="790" y="1083"/>
                </a:moveTo>
                <a:cubicBezTo>
                  <a:pt x="787" y="1085"/>
                  <a:pt x="785" y="1087"/>
                  <a:pt x="785" y="1090"/>
                </a:cubicBezTo>
                <a:cubicBezTo>
                  <a:pt x="788" y="1087"/>
                  <a:pt x="791" y="1085"/>
                  <a:pt x="790" y="1083"/>
                </a:cubicBezTo>
                <a:close/>
                <a:moveTo>
                  <a:pt x="730" y="966"/>
                </a:moveTo>
                <a:cubicBezTo>
                  <a:pt x="732" y="966"/>
                  <a:pt x="734" y="966"/>
                  <a:pt x="735" y="965"/>
                </a:cubicBezTo>
                <a:cubicBezTo>
                  <a:pt x="735" y="968"/>
                  <a:pt x="732" y="972"/>
                  <a:pt x="740" y="971"/>
                </a:cubicBezTo>
                <a:cubicBezTo>
                  <a:pt x="726" y="984"/>
                  <a:pt x="742" y="982"/>
                  <a:pt x="747" y="988"/>
                </a:cubicBezTo>
                <a:cubicBezTo>
                  <a:pt x="746" y="981"/>
                  <a:pt x="746" y="973"/>
                  <a:pt x="745" y="966"/>
                </a:cubicBezTo>
                <a:cubicBezTo>
                  <a:pt x="741" y="966"/>
                  <a:pt x="739" y="964"/>
                  <a:pt x="737" y="962"/>
                </a:cubicBezTo>
                <a:cubicBezTo>
                  <a:pt x="734" y="963"/>
                  <a:pt x="731" y="963"/>
                  <a:pt x="729" y="964"/>
                </a:cubicBezTo>
                <a:cubicBezTo>
                  <a:pt x="729" y="965"/>
                  <a:pt x="730" y="965"/>
                  <a:pt x="730" y="966"/>
                </a:cubicBezTo>
                <a:close/>
                <a:moveTo>
                  <a:pt x="700" y="880"/>
                </a:moveTo>
                <a:cubicBezTo>
                  <a:pt x="701" y="880"/>
                  <a:pt x="701" y="880"/>
                  <a:pt x="702" y="880"/>
                </a:cubicBezTo>
                <a:cubicBezTo>
                  <a:pt x="703" y="877"/>
                  <a:pt x="700" y="875"/>
                  <a:pt x="707" y="869"/>
                </a:cubicBezTo>
                <a:cubicBezTo>
                  <a:pt x="703" y="868"/>
                  <a:pt x="704" y="864"/>
                  <a:pt x="697" y="864"/>
                </a:cubicBezTo>
                <a:cubicBezTo>
                  <a:pt x="696" y="865"/>
                  <a:pt x="695" y="865"/>
                  <a:pt x="694" y="866"/>
                </a:cubicBezTo>
                <a:cubicBezTo>
                  <a:pt x="689" y="874"/>
                  <a:pt x="701" y="874"/>
                  <a:pt x="700" y="880"/>
                </a:cubicBezTo>
                <a:close/>
                <a:moveTo>
                  <a:pt x="692" y="851"/>
                </a:moveTo>
                <a:cubicBezTo>
                  <a:pt x="693" y="851"/>
                  <a:pt x="694" y="851"/>
                  <a:pt x="694" y="850"/>
                </a:cubicBezTo>
                <a:cubicBezTo>
                  <a:pt x="694" y="851"/>
                  <a:pt x="693" y="851"/>
                  <a:pt x="693" y="851"/>
                </a:cubicBezTo>
                <a:cubicBezTo>
                  <a:pt x="694" y="853"/>
                  <a:pt x="697" y="854"/>
                  <a:pt x="704" y="853"/>
                </a:cubicBezTo>
                <a:cubicBezTo>
                  <a:pt x="705" y="847"/>
                  <a:pt x="693" y="846"/>
                  <a:pt x="699" y="837"/>
                </a:cubicBezTo>
                <a:cubicBezTo>
                  <a:pt x="694" y="836"/>
                  <a:pt x="690" y="837"/>
                  <a:pt x="686" y="838"/>
                </a:cubicBezTo>
                <a:cubicBezTo>
                  <a:pt x="682" y="842"/>
                  <a:pt x="686" y="840"/>
                  <a:pt x="689" y="840"/>
                </a:cubicBezTo>
                <a:cubicBezTo>
                  <a:pt x="691" y="844"/>
                  <a:pt x="691" y="848"/>
                  <a:pt x="692" y="851"/>
                </a:cubicBezTo>
                <a:close/>
                <a:moveTo>
                  <a:pt x="678" y="487"/>
                </a:moveTo>
                <a:cubicBezTo>
                  <a:pt x="678" y="488"/>
                  <a:pt x="679" y="490"/>
                  <a:pt x="681" y="491"/>
                </a:cubicBezTo>
                <a:cubicBezTo>
                  <a:pt x="681" y="489"/>
                  <a:pt x="682" y="487"/>
                  <a:pt x="683" y="486"/>
                </a:cubicBezTo>
                <a:cubicBezTo>
                  <a:pt x="683" y="485"/>
                  <a:pt x="682" y="485"/>
                  <a:pt x="680" y="485"/>
                </a:cubicBezTo>
                <a:cubicBezTo>
                  <a:pt x="679" y="486"/>
                  <a:pt x="679" y="486"/>
                  <a:pt x="678" y="487"/>
                </a:cubicBezTo>
                <a:close/>
                <a:moveTo>
                  <a:pt x="689" y="495"/>
                </a:moveTo>
                <a:cubicBezTo>
                  <a:pt x="690" y="494"/>
                  <a:pt x="690" y="494"/>
                  <a:pt x="691" y="493"/>
                </a:cubicBezTo>
                <a:cubicBezTo>
                  <a:pt x="690" y="493"/>
                  <a:pt x="689" y="493"/>
                  <a:pt x="688" y="493"/>
                </a:cubicBezTo>
                <a:cubicBezTo>
                  <a:pt x="689" y="493"/>
                  <a:pt x="689" y="494"/>
                  <a:pt x="689" y="495"/>
                </a:cubicBezTo>
                <a:close/>
                <a:moveTo>
                  <a:pt x="742" y="779"/>
                </a:moveTo>
                <a:cubicBezTo>
                  <a:pt x="742" y="780"/>
                  <a:pt x="742" y="781"/>
                  <a:pt x="742" y="781"/>
                </a:cubicBezTo>
                <a:cubicBezTo>
                  <a:pt x="743" y="782"/>
                  <a:pt x="745" y="783"/>
                  <a:pt x="748" y="783"/>
                </a:cubicBezTo>
                <a:cubicBezTo>
                  <a:pt x="747" y="782"/>
                  <a:pt x="747" y="781"/>
                  <a:pt x="747" y="779"/>
                </a:cubicBezTo>
                <a:cubicBezTo>
                  <a:pt x="746" y="779"/>
                  <a:pt x="745" y="779"/>
                  <a:pt x="742" y="779"/>
                </a:cubicBezTo>
                <a:close/>
                <a:moveTo>
                  <a:pt x="821" y="652"/>
                </a:moveTo>
                <a:cubicBezTo>
                  <a:pt x="819" y="653"/>
                  <a:pt x="818" y="653"/>
                  <a:pt x="817" y="655"/>
                </a:cubicBezTo>
                <a:cubicBezTo>
                  <a:pt x="817" y="656"/>
                  <a:pt x="817" y="657"/>
                  <a:pt x="818" y="657"/>
                </a:cubicBezTo>
                <a:cubicBezTo>
                  <a:pt x="820" y="655"/>
                  <a:pt x="821" y="653"/>
                  <a:pt x="821" y="652"/>
                </a:cubicBezTo>
                <a:close/>
                <a:moveTo>
                  <a:pt x="868" y="1214"/>
                </a:moveTo>
                <a:cubicBezTo>
                  <a:pt x="867" y="1210"/>
                  <a:pt x="866" y="1207"/>
                  <a:pt x="867" y="1202"/>
                </a:cubicBezTo>
                <a:cubicBezTo>
                  <a:pt x="867" y="1202"/>
                  <a:pt x="867" y="1202"/>
                  <a:pt x="866" y="1202"/>
                </a:cubicBezTo>
                <a:cubicBezTo>
                  <a:pt x="866" y="1207"/>
                  <a:pt x="864" y="1209"/>
                  <a:pt x="860" y="1211"/>
                </a:cubicBezTo>
                <a:cubicBezTo>
                  <a:pt x="860" y="1212"/>
                  <a:pt x="860" y="1212"/>
                  <a:pt x="858" y="1212"/>
                </a:cubicBezTo>
                <a:cubicBezTo>
                  <a:pt x="859" y="1214"/>
                  <a:pt x="860" y="1215"/>
                  <a:pt x="861" y="1216"/>
                </a:cubicBezTo>
                <a:cubicBezTo>
                  <a:pt x="864" y="1215"/>
                  <a:pt x="866" y="1214"/>
                  <a:pt x="868" y="1214"/>
                </a:cubicBezTo>
                <a:close/>
                <a:moveTo>
                  <a:pt x="793" y="1055"/>
                </a:moveTo>
                <a:cubicBezTo>
                  <a:pt x="795" y="1053"/>
                  <a:pt x="798" y="1050"/>
                  <a:pt x="802" y="1049"/>
                </a:cubicBezTo>
                <a:cubicBezTo>
                  <a:pt x="802" y="1049"/>
                  <a:pt x="802" y="1049"/>
                  <a:pt x="802" y="1049"/>
                </a:cubicBezTo>
                <a:cubicBezTo>
                  <a:pt x="801" y="1049"/>
                  <a:pt x="801" y="1048"/>
                  <a:pt x="801" y="1048"/>
                </a:cubicBezTo>
                <a:cubicBezTo>
                  <a:pt x="799" y="1048"/>
                  <a:pt x="796" y="1049"/>
                  <a:pt x="792" y="1050"/>
                </a:cubicBezTo>
                <a:cubicBezTo>
                  <a:pt x="792" y="1052"/>
                  <a:pt x="792" y="1053"/>
                  <a:pt x="793" y="1055"/>
                </a:cubicBezTo>
                <a:close/>
                <a:moveTo>
                  <a:pt x="801" y="1043"/>
                </a:moveTo>
                <a:cubicBezTo>
                  <a:pt x="801" y="1043"/>
                  <a:pt x="801" y="1042"/>
                  <a:pt x="802" y="1042"/>
                </a:cubicBezTo>
                <a:cubicBezTo>
                  <a:pt x="801" y="1041"/>
                  <a:pt x="800" y="1041"/>
                  <a:pt x="799" y="1040"/>
                </a:cubicBezTo>
                <a:cubicBezTo>
                  <a:pt x="799" y="1041"/>
                  <a:pt x="799" y="1041"/>
                  <a:pt x="798" y="1042"/>
                </a:cubicBezTo>
                <a:cubicBezTo>
                  <a:pt x="800" y="1042"/>
                  <a:pt x="800" y="1042"/>
                  <a:pt x="801" y="1043"/>
                </a:cubicBezTo>
                <a:close/>
                <a:moveTo>
                  <a:pt x="714" y="722"/>
                </a:moveTo>
                <a:cubicBezTo>
                  <a:pt x="704" y="723"/>
                  <a:pt x="703" y="733"/>
                  <a:pt x="706" y="738"/>
                </a:cubicBezTo>
                <a:cubicBezTo>
                  <a:pt x="706" y="734"/>
                  <a:pt x="707" y="731"/>
                  <a:pt x="711" y="727"/>
                </a:cubicBezTo>
                <a:cubicBezTo>
                  <a:pt x="711" y="726"/>
                  <a:pt x="712" y="724"/>
                  <a:pt x="714" y="722"/>
                </a:cubicBezTo>
                <a:close/>
                <a:moveTo>
                  <a:pt x="707" y="754"/>
                </a:moveTo>
                <a:cubicBezTo>
                  <a:pt x="707" y="755"/>
                  <a:pt x="706" y="756"/>
                  <a:pt x="705" y="757"/>
                </a:cubicBezTo>
                <a:cubicBezTo>
                  <a:pt x="715" y="757"/>
                  <a:pt x="707" y="764"/>
                  <a:pt x="715" y="764"/>
                </a:cubicBezTo>
                <a:cubicBezTo>
                  <a:pt x="717" y="763"/>
                  <a:pt x="717" y="761"/>
                  <a:pt x="717" y="760"/>
                </a:cubicBezTo>
                <a:cubicBezTo>
                  <a:pt x="716" y="759"/>
                  <a:pt x="715" y="759"/>
                  <a:pt x="713" y="759"/>
                </a:cubicBezTo>
                <a:cubicBezTo>
                  <a:pt x="715" y="756"/>
                  <a:pt x="717" y="756"/>
                  <a:pt x="719" y="755"/>
                </a:cubicBezTo>
                <a:cubicBezTo>
                  <a:pt x="720" y="754"/>
                  <a:pt x="721" y="752"/>
                  <a:pt x="723" y="750"/>
                </a:cubicBezTo>
                <a:cubicBezTo>
                  <a:pt x="723" y="750"/>
                  <a:pt x="723" y="750"/>
                  <a:pt x="723" y="750"/>
                </a:cubicBezTo>
                <a:cubicBezTo>
                  <a:pt x="714" y="750"/>
                  <a:pt x="716" y="750"/>
                  <a:pt x="708" y="748"/>
                </a:cubicBezTo>
                <a:cubicBezTo>
                  <a:pt x="703" y="752"/>
                  <a:pt x="705" y="753"/>
                  <a:pt x="704" y="755"/>
                </a:cubicBezTo>
                <a:cubicBezTo>
                  <a:pt x="705" y="755"/>
                  <a:pt x="707" y="755"/>
                  <a:pt x="707" y="754"/>
                </a:cubicBezTo>
                <a:close/>
                <a:moveTo>
                  <a:pt x="729" y="839"/>
                </a:moveTo>
                <a:cubicBezTo>
                  <a:pt x="734" y="838"/>
                  <a:pt x="736" y="831"/>
                  <a:pt x="732" y="830"/>
                </a:cubicBezTo>
                <a:cubicBezTo>
                  <a:pt x="732" y="830"/>
                  <a:pt x="731" y="831"/>
                  <a:pt x="731" y="832"/>
                </a:cubicBezTo>
                <a:cubicBezTo>
                  <a:pt x="730" y="832"/>
                  <a:pt x="729" y="832"/>
                  <a:pt x="728" y="832"/>
                </a:cubicBezTo>
                <a:cubicBezTo>
                  <a:pt x="726" y="835"/>
                  <a:pt x="732" y="835"/>
                  <a:pt x="729" y="839"/>
                </a:cubicBezTo>
                <a:close/>
                <a:moveTo>
                  <a:pt x="727" y="827"/>
                </a:moveTo>
                <a:cubicBezTo>
                  <a:pt x="726" y="827"/>
                  <a:pt x="726" y="827"/>
                  <a:pt x="725" y="827"/>
                </a:cubicBezTo>
                <a:cubicBezTo>
                  <a:pt x="725" y="828"/>
                  <a:pt x="725" y="828"/>
                  <a:pt x="725" y="828"/>
                </a:cubicBezTo>
                <a:cubicBezTo>
                  <a:pt x="726" y="828"/>
                  <a:pt x="726" y="828"/>
                  <a:pt x="727" y="827"/>
                </a:cubicBezTo>
                <a:close/>
                <a:moveTo>
                  <a:pt x="739" y="823"/>
                </a:moveTo>
                <a:cubicBezTo>
                  <a:pt x="738" y="823"/>
                  <a:pt x="738" y="823"/>
                  <a:pt x="738" y="823"/>
                </a:cubicBezTo>
                <a:cubicBezTo>
                  <a:pt x="737" y="824"/>
                  <a:pt x="735" y="826"/>
                  <a:pt x="734" y="827"/>
                </a:cubicBezTo>
                <a:cubicBezTo>
                  <a:pt x="736" y="826"/>
                  <a:pt x="738" y="825"/>
                  <a:pt x="739" y="823"/>
                </a:cubicBezTo>
                <a:close/>
                <a:moveTo>
                  <a:pt x="738" y="822"/>
                </a:moveTo>
                <a:cubicBezTo>
                  <a:pt x="737" y="822"/>
                  <a:pt x="736" y="822"/>
                  <a:pt x="735" y="823"/>
                </a:cubicBezTo>
                <a:cubicBezTo>
                  <a:pt x="736" y="823"/>
                  <a:pt x="737" y="823"/>
                  <a:pt x="738" y="822"/>
                </a:cubicBezTo>
                <a:close/>
                <a:moveTo>
                  <a:pt x="720" y="788"/>
                </a:moveTo>
                <a:cubicBezTo>
                  <a:pt x="713" y="795"/>
                  <a:pt x="718" y="797"/>
                  <a:pt x="725" y="798"/>
                </a:cubicBezTo>
                <a:cubicBezTo>
                  <a:pt x="724" y="797"/>
                  <a:pt x="724" y="796"/>
                  <a:pt x="725" y="795"/>
                </a:cubicBezTo>
                <a:cubicBezTo>
                  <a:pt x="725" y="792"/>
                  <a:pt x="724" y="789"/>
                  <a:pt x="720" y="788"/>
                </a:cubicBezTo>
                <a:close/>
                <a:moveTo>
                  <a:pt x="722" y="852"/>
                </a:moveTo>
                <a:cubicBezTo>
                  <a:pt x="726" y="852"/>
                  <a:pt x="729" y="851"/>
                  <a:pt x="733" y="851"/>
                </a:cubicBezTo>
                <a:cubicBezTo>
                  <a:pt x="732" y="850"/>
                  <a:pt x="732" y="849"/>
                  <a:pt x="732" y="848"/>
                </a:cubicBezTo>
                <a:cubicBezTo>
                  <a:pt x="728" y="848"/>
                  <a:pt x="726" y="846"/>
                  <a:pt x="721" y="848"/>
                </a:cubicBezTo>
                <a:cubicBezTo>
                  <a:pt x="720" y="850"/>
                  <a:pt x="721" y="851"/>
                  <a:pt x="722" y="852"/>
                </a:cubicBezTo>
                <a:close/>
                <a:moveTo>
                  <a:pt x="725" y="892"/>
                </a:moveTo>
                <a:cubicBezTo>
                  <a:pt x="729" y="888"/>
                  <a:pt x="731" y="885"/>
                  <a:pt x="731" y="883"/>
                </a:cubicBezTo>
                <a:cubicBezTo>
                  <a:pt x="726" y="883"/>
                  <a:pt x="721" y="888"/>
                  <a:pt x="721" y="890"/>
                </a:cubicBezTo>
                <a:cubicBezTo>
                  <a:pt x="722" y="891"/>
                  <a:pt x="722" y="891"/>
                  <a:pt x="723" y="892"/>
                </a:cubicBezTo>
                <a:cubicBezTo>
                  <a:pt x="723" y="892"/>
                  <a:pt x="724" y="892"/>
                  <a:pt x="725" y="892"/>
                </a:cubicBezTo>
                <a:close/>
                <a:moveTo>
                  <a:pt x="724" y="902"/>
                </a:moveTo>
                <a:cubicBezTo>
                  <a:pt x="726" y="901"/>
                  <a:pt x="728" y="900"/>
                  <a:pt x="730" y="899"/>
                </a:cubicBezTo>
                <a:cubicBezTo>
                  <a:pt x="728" y="899"/>
                  <a:pt x="727" y="898"/>
                  <a:pt x="725" y="898"/>
                </a:cubicBezTo>
                <a:cubicBezTo>
                  <a:pt x="723" y="900"/>
                  <a:pt x="723" y="901"/>
                  <a:pt x="724" y="902"/>
                </a:cubicBezTo>
                <a:close/>
                <a:moveTo>
                  <a:pt x="728" y="903"/>
                </a:moveTo>
                <a:cubicBezTo>
                  <a:pt x="731" y="903"/>
                  <a:pt x="733" y="904"/>
                  <a:pt x="734" y="905"/>
                </a:cubicBezTo>
                <a:cubicBezTo>
                  <a:pt x="735" y="902"/>
                  <a:pt x="734" y="900"/>
                  <a:pt x="731" y="899"/>
                </a:cubicBezTo>
                <a:cubicBezTo>
                  <a:pt x="730" y="901"/>
                  <a:pt x="729" y="902"/>
                  <a:pt x="728" y="903"/>
                </a:cubicBezTo>
                <a:close/>
                <a:moveTo>
                  <a:pt x="739" y="882"/>
                </a:moveTo>
                <a:cubicBezTo>
                  <a:pt x="737" y="880"/>
                  <a:pt x="739" y="876"/>
                  <a:pt x="743" y="873"/>
                </a:cubicBezTo>
                <a:cubicBezTo>
                  <a:pt x="739" y="867"/>
                  <a:pt x="736" y="861"/>
                  <a:pt x="734" y="854"/>
                </a:cubicBezTo>
                <a:cubicBezTo>
                  <a:pt x="729" y="856"/>
                  <a:pt x="724" y="854"/>
                  <a:pt x="720" y="857"/>
                </a:cubicBezTo>
                <a:cubicBezTo>
                  <a:pt x="714" y="865"/>
                  <a:pt x="737" y="855"/>
                  <a:pt x="731" y="864"/>
                </a:cubicBezTo>
                <a:cubicBezTo>
                  <a:pt x="726" y="863"/>
                  <a:pt x="722" y="865"/>
                  <a:pt x="719" y="869"/>
                </a:cubicBezTo>
                <a:cubicBezTo>
                  <a:pt x="725" y="873"/>
                  <a:pt x="726" y="869"/>
                  <a:pt x="734" y="868"/>
                </a:cubicBezTo>
                <a:cubicBezTo>
                  <a:pt x="727" y="874"/>
                  <a:pt x="740" y="870"/>
                  <a:pt x="732" y="876"/>
                </a:cubicBezTo>
                <a:cubicBezTo>
                  <a:pt x="726" y="880"/>
                  <a:pt x="729" y="872"/>
                  <a:pt x="722" y="877"/>
                </a:cubicBezTo>
                <a:cubicBezTo>
                  <a:pt x="715" y="884"/>
                  <a:pt x="734" y="880"/>
                  <a:pt x="739" y="882"/>
                </a:cubicBezTo>
                <a:close/>
                <a:moveTo>
                  <a:pt x="743" y="913"/>
                </a:moveTo>
                <a:cubicBezTo>
                  <a:pt x="746" y="912"/>
                  <a:pt x="747" y="910"/>
                  <a:pt x="748" y="908"/>
                </a:cubicBezTo>
                <a:cubicBezTo>
                  <a:pt x="746" y="909"/>
                  <a:pt x="744" y="910"/>
                  <a:pt x="742" y="910"/>
                </a:cubicBezTo>
                <a:cubicBezTo>
                  <a:pt x="741" y="912"/>
                  <a:pt x="741" y="913"/>
                  <a:pt x="743" y="913"/>
                </a:cubicBezTo>
                <a:close/>
                <a:moveTo>
                  <a:pt x="748" y="914"/>
                </a:moveTo>
                <a:cubicBezTo>
                  <a:pt x="750" y="914"/>
                  <a:pt x="751" y="914"/>
                  <a:pt x="753" y="914"/>
                </a:cubicBezTo>
                <a:cubicBezTo>
                  <a:pt x="753" y="912"/>
                  <a:pt x="753" y="910"/>
                  <a:pt x="753" y="909"/>
                </a:cubicBezTo>
                <a:cubicBezTo>
                  <a:pt x="751" y="910"/>
                  <a:pt x="749" y="912"/>
                  <a:pt x="748" y="914"/>
                </a:cubicBezTo>
                <a:close/>
                <a:moveTo>
                  <a:pt x="748" y="838"/>
                </a:moveTo>
                <a:cubicBezTo>
                  <a:pt x="744" y="838"/>
                  <a:pt x="740" y="840"/>
                  <a:pt x="738" y="845"/>
                </a:cubicBezTo>
                <a:cubicBezTo>
                  <a:pt x="744" y="846"/>
                  <a:pt x="743" y="852"/>
                  <a:pt x="751" y="852"/>
                </a:cubicBezTo>
                <a:cubicBezTo>
                  <a:pt x="760" y="843"/>
                  <a:pt x="747" y="843"/>
                  <a:pt x="748" y="838"/>
                </a:cubicBezTo>
                <a:close/>
                <a:moveTo>
                  <a:pt x="749" y="830"/>
                </a:moveTo>
                <a:cubicBezTo>
                  <a:pt x="749" y="830"/>
                  <a:pt x="749" y="830"/>
                  <a:pt x="748" y="830"/>
                </a:cubicBezTo>
                <a:cubicBezTo>
                  <a:pt x="748" y="830"/>
                  <a:pt x="748" y="831"/>
                  <a:pt x="748" y="831"/>
                </a:cubicBezTo>
                <a:cubicBezTo>
                  <a:pt x="748" y="832"/>
                  <a:pt x="747" y="832"/>
                  <a:pt x="747" y="832"/>
                </a:cubicBezTo>
                <a:cubicBezTo>
                  <a:pt x="748" y="832"/>
                  <a:pt x="749" y="831"/>
                  <a:pt x="749" y="830"/>
                </a:cubicBezTo>
                <a:close/>
                <a:moveTo>
                  <a:pt x="747" y="817"/>
                </a:moveTo>
                <a:cubicBezTo>
                  <a:pt x="746" y="817"/>
                  <a:pt x="745" y="817"/>
                  <a:pt x="744" y="817"/>
                </a:cubicBezTo>
                <a:cubicBezTo>
                  <a:pt x="745" y="818"/>
                  <a:pt x="746" y="819"/>
                  <a:pt x="746" y="820"/>
                </a:cubicBezTo>
                <a:cubicBezTo>
                  <a:pt x="747" y="819"/>
                  <a:pt x="747" y="818"/>
                  <a:pt x="747" y="817"/>
                </a:cubicBezTo>
                <a:close/>
                <a:moveTo>
                  <a:pt x="738" y="810"/>
                </a:moveTo>
                <a:cubicBezTo>
                  <a:pt x="739" y="809"/>
                  <a:pt x="739" y="808"/>
                  <a:pt x="739" y="807"/>
                </a:cubicBezTo>
                <a:cubicBezTo>
                  <a:pt x="738" y="807"/>
                  <a:pt x="737" y="807"/>
                  <a:pt x="736" y="807"/>
                </a:cubicBezTo>
                <a:cubicBezTo>
                  <a:pt x="737" y="808"/>
                  <a:pt x="737" y="809"/>
                  <a:pt x="738" y="810"/>
                </a:cubicBezTo>
                <a:close/>
                <a:moveTo>
                  <a:pt x="716" y="719"/>
                </a:moveTo>
                <a:cubicBezTo>
                  <a:pt x="713" y="722"/>
                  <a:pt x="713" y="726"/>
                  <a:pt x="719" y="728"/>
                </a:cubicBezTo>
                <a:cubicBezTo>
                  <a:pt x="719" y="728"/>
                  <a:pt x="719" y="728"/>
                  <a:pt x="720" y="727"/>
                </a:cubicBezTo>
                <a:cubicBezTo>
                  <a:pt x="721" y="724"/>
                  <a:pt x="719" y="721"/>
                  <a:pt x="716" y="719"/>
                </a:cubicBezTo>
                <a:close/>
                <a:moveTo>
                  <a:pt x="717" y="708"/>
                </a:moveTo>
                <a:cubicBezTo>
                  <a:pt x="718" y="707"/>
                  <a:pt x="718" y="706"/>
                  <a:pt x="719" y="705"/>
                </a:cubicBezTo>
                <a:cubicBezTo>
                  <a:pt x="718" y="705"/>
                  <a:pt x="718" y="705"/>
                  <a:pt x="717" y="705"/>
                </a:cubicBezTo>
                <a:cubicBezTo>
                  <a:pt x="717" y="706"/>
                  <a:pt x="717" y="707"/>
                  <a:pt x="717" y="708"/>
                </a:cubicBezTo>
                <a:close/>
                <a:moveTo>
                  <a:pt x="725" y="916"/>
                </a:moveTo>
                <a:cubicBezTo>
                  <a:pt x="727" y="918"/>
                  <a:pt x="723" y="922"/>
                  <a:pt x="731" y="922"/>
                </a:cubicBezTo>
                <a:cubicBezTo>
                  <a:pt x="736" y="917"/>
                  <a:pt x="734" y="913"/>
                  <a:pt x="728" y="914"/>
                </a:cubicBezTo>
                <a:cubicBezTo>
                  <a:pt x="728" y="915"/>
                  <a:pt x="728" y="915"/>
                  <a:pt x="728" y="915"/>
                </a:cubicBezTo>
                <a:cubicBezTo>
                  <a:pt x="727" y="915"/>
                  <a:pt x="726" y="915"/>
                  <a:pt x="725" y="916"/>
                </a:cubicBezTo>
                <a:close/>
                <a:moveTo>
                  <a:pt x="727" y="945"/>
                </a:moveTo>
                <a:cubicBezTo>
                  <a:pt x="731" y="942"/>
                  <a:pt x="735" y="939"/>
                  <a:pt x="738" y="940"/>
                </a:cubicBezTo>
                <a:cubicBezTo>
                  <a:pt x="738" y="933"/>
                  <a:pt x="736" y="929"/>
                  <a:pt x="724" y="933"/>
                </a:cubicBezTo>
                <a:cubicBezTo>
                  <a:pt x="724" y="937"/>
                  <a:pt x="725" y="941"/>
                  <a:pt x="727" y="945"/>
                </a:cubicBezTo>
                <a:close/>
                <a:moveTo>
                  <a:pt x="737" y="945"/>
                </a:moveTo>
                <a:cubicBezTo>
                  <a:pt x="735" y="944"/>
                  <a:pt x="733" y="945"/>
                  <a:pt x="732" y="946"/>
                </a:cubicBezTo>
                <a:cubicBezTo>
                  <a:pt x="733" y="947"/>
                  <a:pt x="735" y="948"/>
                  <a:pt x="736" y="949"/>
                </a:cubicBezTo>
                <a:cubicBezTo>
                  <a:pt x="736" y="948"/>
                  <a:pt x="737" y="946"/>
                  <a:pt x="737" y="945"/>
                </a:cubicBezTo>
                <a:close/>
                <a:moveTo>
                  <a:pt x="731" y="956"/>
                </a:moveTo>
                <a:cubicBezTo>
                  <a:pt x="731" y="957"/>
                  <a:pt x="730" y="958"/>
                  <a:pt x="729" y="958"/>
                </a:cubicBezTo>
                <a:cubicBezTo>
                  <a:pt x="731" y="959"/>
                  <a:pt x="732" y="959"/>
                  <a:pt x="734" y="959"/>
                </a:cubicBezTo>
                <a:cubicBezTo>
                  <a:pt x="733" y="958"/>
                  <a:pt x="732" y="957"/>
                  <a:pt x="731" y="956"/>
                </a:cubicBezTo>
                <a:close/>
                <a:moveTo>
                  <a:pt x="743" y="956"/>
                </a:moveTo>
                <a:cubicBezTo>
                  <a:pt x="743" y="956"/>
                  <a:pt x="743" y="956"/>
                  <a:pt x="743" y="956"/>
                </a:cubicBezTo>
                <a:cubicBezTo>
                  <a:pt x="743" y="956"/>
                  <a:pt x="743" y="956"/>
                  <a:pt x="743" y="956"/>
                </a:cubicBezTo>
                <a:close/>
                <a:moveTo>
                  <a:pt x="754" y="927"/>
                </a:moveTo>
                <a:cubicBezTo>
                  <a:pt x="754" y="924"/>
                  <a:pt x="753" y="921"/>
                  <a:pt x="753" y="918"/>
                </a:cubicBezTo>
                <a:cubicBezTo>
                  <a:pt x="748" y="919"/>
                  <a:pt x="750" y="921"/>
                  <a:pt x="749" y="923"/>
                </a:cubicBezTo>
                <a:cubicBezTo>
                  <a:pt x="745" y="922"/>
                  <a:pt x="746" y="918"/>
                  <a:pt x="739" y="919"/>
                </a:cubicBezTo>
                <a:cubicBezTo>
                  <a:pt x="734" y="922"/>
                  <a:pt x="727" y="924"/>
                  <a:pt x="729" y="927"/>
                </a:cubicBezTo>
                <a:cubicBezTo>
                  <a:pt x="739" y="924"/>
                  <a:pt x="741" y="926"/>
                  <a:pt x="750" y="927"/>
                </a:cubicBezTo>
                <a:cubicBezTo>
                  <a:pt x="746" y="931"/>
                  <a:pt x="741" y="930"/>
                  <a:pt x="738" y="936"/>
                </a:cubicBezTo>
                <a:cubicBezTo>
                  <a:pt x="742" y="937"/>
                  <a:pt x="745" y="935"/>
                  <a:pt x="749" y="935"/>
                </a:cubicBezTo>
                <a:cubicBezTo>
                  <a:pt x="751" y="932"/>
                  <a:pt x="753" y="929"/>
                  <a:pt x="754" y="927"/>
                </a:cubicBezTo>
                <a:close/>
                <a:moveTo>
                  <a:pt x="754" y="956"/>
                </a:moveTo>
                <a:cubicBezTo>
                  <a:pt x="758" y="955"/>
                  <a:pt x="762" y="951"/>
                  <a:pt x="763" y="948"/>
                </a:cubicBezTo>
                <a:cubicBezTo>
                  <a:pt x="763" y="947"/>
                  <a:pt x="762" y="946"/>
                  <a:pt x="762" y="945"/>
                </a:cubicBezTo>
                <a:cubicBezTo>
                  <a:pt x="761" y="945"/>
                  <a:pt x="760" y="945"/>
                  <a:pt x="759" y="945"/>
                </a:cubicBezTo>
                <a:cubicBezTo>
                  <a:pt x="755" y="952"/>
                  <a:pt x="744" y="955"/>
                  <a:pt x="754" y="956"/>
                </a:cubicBezTo>
                <a:close/>
                <a:moveTo>
                  <a:pt x="774" y="937"/>
                </a:moveTo>
                <a:cubicBezTo>
                  <a:pt x="769" y="937"/>
                  <a:pt x="765" y="937"/>
                  <a:pt x="762" y="936"/>
                </a:cubicBezTo>
                <a:cubicBezTo>
                  <a:pt x="762" y="936"/>
                  <a:pt x="762" y="936"/>
                  <a:pt x="762" y="936"/>
                </a:cubicBezTo>
                <a:cubicBezTo>
                  <a:pt x="757" y="936"/>
                  <a:pt x="758" y="935"/>
                  <a:pt x="759" y="934"/>
                </a:cubicBezTo>
                <a:cubicBezTo>
                  <a:pt x="759" y="934"/>
                  <a:pt x="758" y="933"/>
                  <a:pt x="758" y="933"/>
                </a:cubicBezTo>
                <a:cubicBezTo>
                  <a:pt x="756" y="934"/>
                  <a:pt x="754" y="936"/>
                  <a:pt x="752" y="937"/>
                </a:cubicBezTo>
                <a:cubicBezTo>
                  <a:pt x="755" y="937"/>
                  <a:pt x="758" y="938"/>
                  <a:pt x="761" y="940"/>
                </a:cubicBezTo>
                <a:cubicBezTo>
                  <a:pt x="766" y="937"/>
                  <a:pt x="767" y="944"/>
                  <a:pt x="774" y="937"/>
                </a:cubicBezTo>
                <a:close/>
                <a:moveTo>
                  <a:pt x="780" y="974"/>
                </a:moveTo>
                <a:cubicBezTo>
                  <a:pt x="780" y="974"/>
                  <a:pt x="780" y="974"/>
                  <a:pt x="780" y="975"/>
                </a:cubicBezTo>
                <a:cubicBezTo>
                  <a:pt x="780" y="974"/>
                  <a:pt x="781" y="974"/>
                  <a:pt x="781" y="974"/>
                </a:cubicBezTo>
                <a:cubicBezTo>
                  <a:pt x="781" y="974"/>
                  <a:pt x="780" y="974"/>
                  <a:pt x="780" y="974"/>
                </a:cubicBezTo>
                <a:close/>
                <a:moveTo>
                  <a:pt x="793" y="1039"/>
                </a:moveTo>
                <a:cubicBezTo>
                  <a:pt x="795" y="1041"/>
                  <a:pt x="795" y="1043"/>
                  <a:pt x="797" y="1040"/>
                </a:cubicBezTo>
                <a:cubicBezTo>
                  <a:pt x="796" y="1039"/>
                  <a:pt x="795" y="1039"/>
                  <a:pt x="793" y="1039"/>
                </a:cubicBezTo>
                <a:close/>
                <a:moveTo>
                  <a:pt x="791" y="1050"/>
                </a:moveTo>
                <a:cubicBezTo>
                  <a:pt x="789" y="1051"/>
                  <a:pt x="788" y="1051"/>
                  <a:pt x="787" y="1051"/>
                </a:cubicBezTo>
                <a:cubicBezTo>
                  <a:pt x="786" y="1051"/>
                  <a:pt x="786" y="1052"/>
                  <a:pt x="786" y="1052"/>
                </a:cubicBezTo>
                <a:cubicBezTo>
                  <a:pt x="787" y="1053"/>
                  <a:pt x="788" y="1053"/>
                  <a:pt x="791" y="1050"/>
                </a:cubicBezTo>
                <a:close/>
                <a:moveTo>
                  <a:pt x="784" y="1058"/>
                </a:moveTo>
                <a:cubicBezTo>
                  <a:pt x="784" y="1058"/>
                  <a:pt x="785" y="1058"/>
                  <a:pt x="785" y="1058"/>
                </a:cubicBezTo>
                <a:cubicBezTo>
                  <a:pt x="785" y="1058"/>
                  <a:pt x="785" y="1058"/>
                  <a:pt x="784" y="1058"/>
                </a:cubicBezTo>
                <a:close/>
                <a:moveTo>
                  <a:pt x="795" y="1060"/>
                </a:moveTo>
                <a:cubicBezTo>
                  <a:pt x="798" y="1060"/>
                  <a:pt x="801" y="1058"/>
                  <a:pt x="804" y="1056"/>
                </a:cubicBezTo>
                <a:cubicBezTo>
                  <a:pt x="803" y="1055"/>
                  <a:pt x="802" y="1054"/>
                  <a:pt x="801" y="1053"/>
                </a:cubicBezTo>
                <a:cubicBezTo>
                  <a:pt x="798" y="1053"/>
                  <a:pt x="795" y="1055"/>
                  <a:pt x="793" y="1056"/>
                </a:cubicBezTo>
                <a:cubicBezTo>
                  <a:pt x="793" y="1057"/>
                  <a:pt x="794" y="1059"/>
                  <a:pt x="795" y="1060"/>
                </a:cubicBezTo>
                <a:close/>
                <a:moveTo>
                  <a:pt x="803" y="1072"/>
                </a:moveTo>
                <a:cubicBezTo>
                  <a:pt x="803" y="1073"/>
                  <a:pt x="803" y="1074"/>
                  <a:pt x="803" y="1075"/>
                </a:cubicBezTo>
                <a:cubicBezTo>
                  <a:pt x="807" y="1076"/>
                  <a:pt x="807" y="1079"/>
                  <a:pt x="810" y="1080"/>
                </a:cubicBezTo>
                <a:cubicBezTo>
                  <a:pt x="809" y="1081"/>
                  <a:pt x="808" y="1082"/>
                  <a:pt x="807" y="1082"/>
                </a:cubicBezTo>
                <a:cubicBezTo>
                  <a:pt x="808" y="1083"/>
                  <a:pt x="807" y="1085"/>
                  <a:pt x="813" y="1085"/>
                </a:cubicBezTo>
                <a:cubicBezTo>
                  <a:pt x="813" y="1079"/>
                  <a:pt x="808" y="1075"/>
                  <a:pt x="808" y="1069"/>
                </a:cubicBezTo>
                <a:cubicBezTo>
                  <a:pt x="806" y="1070"/>
                  <a:pt x="804" y="1071"/>
                  <a:pt x="803" y="1072"/>
                </a:cubicBezTo>
                <a:close/>
                <a:moveTo>
                  <a:pt x="802" y="1073"/>
                </a:moveTo>
                <a:cubicBezTo>
                  <a:pt x="801" y="1074"/>
                  <a:pt x="801" y="1074"/>
                  <a:pt x="801" y="1074"/>
                </a:cubicBezTo>
                <a:cubicBezTo>
                  <a:pt x="802" y="1074"/>
                  <a:pt x="802" y="1075"/>
                  <a:pt x="803" y="1075"/>
                </a:cubicBezTo>
                <a:cubicBezTo>
                  <a:pt x="802" y="1074"/>
                  <a:pt x="802" y="1074"/>
                  <a:pt x="802" y="1073"/>
                </a:cubicBezTo>
                <a:close/>
                <a:moveTo>
                  <a:pt x="796" y="1090"/>
                </a:moveTo>
                <a:cubicBezTo>
                  <a:pt x="798" y="1091"/>
                  <a:pt x="799" y="1091"/>
                  <a:pt x="801" y="1091"/>
                </a:cubicBezTo>
                <a:cubicBezTo>
                  <a:pt x="800" y="1089"/>
                  <a:pt x="800" y="1087"/>
                  <a:pt x="800" y="1085"/>
                </a:cubicBezTo>
                <a:cubicBezTo>
                  <a:pt x="799" y="1086"/>
                  <a:pt x="797" y="1087"/>
                  <a:pt x="796" y="1090"/>
                </a:cubicBezTo>
                <a:close/>
                <a:moveTo>
                  <a:pt x="830" y="1153"/>
                </a:moveTo>
                <a:cubicBezTo>
                  <a:pt x="830" y="1155"/>
                  <a:pt x="831" y="1157"/>
                  <a:pt x="831" y="1158"/>
                </a:cubicBezTo>
                <a:cubicBezTo>
                  <a:pt x="832" y="1157"/>
                  <a:pt x="834" y="1155"/>
                  <a:pt x="834" y="1153"/>
                </a:cubicBezTo>
                <a:cubicBezTo>
                  <a:pt x="833" y="1153"/>
                  <a:pt x="831" y="1153"/>
                  <a:pt x="830" y="1153"/>
                </a:cubicBezTo>
                <a:close/>
                <a:moveTo>
                  <a:pt x="749" y="785"/>
                </a:moveTo>
                <a:cubicBezTo>
                  <a:pt x="746" y="784"/>
                  <a:pt x="744" y="785"/>
                  <a:pt x="742" y="785"/>
                </a:cubicBezTo>
                <a:cubicBezTo>
                  <a:pt x="742" y="787"/>
                  <a:pt x="742" y="789"/>
                  <a:pt x="743" y="790"/>
                </a:cubicBezTo>
                <a:cubicBezTo>
                  <a:pt x="745" y="789"/>
                  <a:pt x="747" y="788"/>
                  <a:pt x="750" y="786"/>
                </a:cubicBezTo>
                <a:cubicBezTo>
                  <a:pt x="749" y="786"/>
                  <a:pt x="749" y="785"/>
                  <a:pt x="749" y="785"/>
                </a:cubicBezTo>
                <a:close/>
                <a:moveTo>
                  <a:pt x="701" y="610"/>
                </a:moveTo>
                <a:cubicBezTo>
                  <a:pt x="700" y="610"/>
                  <a:pt x="699" y="611"/>
                  <a:pt x="699" y="612"/>
                </a:cubicBezTo>
                <a:cubicBezTo>
                  <a:pt x="699" y="612"/>
                  <a:pt x="700" y="612"/>
                  <a:pt x="701" y="612"/>
                </a:cubicBezTo>
                <a:cubicBezTo>
                  <a:pt x="702" y="611"/>
                  <a:pt x="702" y="611"/>
                  <a:pt x="702" y="610"/>
                </a:cubicBezTo>
                <a:cubicBezTo>
                  <a:pt x="702" y="610"/>
                  <a:pt x="701" y="610"/>
                  <a:pt x="701" y="610"/>
                </a:cubicBezTo>
                <a:close/>
                <a:moveTo>
                  <a:pt x="735" y="996"/>
                </a:moveTo>
                <a:cubicBezTo>
                  <a:pt x="738" y="1001"/>
                  <a:pt x="743" y="1003"/>
                  <a:pt x="754" y="1001"/>
                </a:cubicBezTo>
                <a:cubicBezTo>
                  <a:pt x="756" y="1005"/>
                  <a:pt x="748" y="1004"/>
                  <a:pt x="744" y="1010"/>
                </a:cubicBezTo>
                <a:cubicBezTo>
                  <a:pt x="751" y="1011"/>
                  <a:pt x="750" y="1017"/>
                  <a:pt x="753" y="1020"/>
                </a:cubicBezTo>
                <a:cubicBezTo>
                  <a:pt x="760" y="1018"/>
                  <a:pt x="759" y="1021"/>
                  <a:pt x="763" y="1020"/>
                </a:cubicBezTo>
                <a:cubicBezTo>
                  <a:pt x="764" y="1019"/>
                  <a:pt x="764" y="1018"/>
                  <a:pt x="764" y="1018"/>
                </a:cubicBezTo>
                <a:cubicBezTo>
                  <a:pt x="765" y="1018"/>
                  <a:pt x="765" y="1018"/>
                  <a:pt x="765" y="1018"/>
                </a:cubicBezTo>
                <a:cubicBezTo>
                  <a:pt x="766" y="1015"/>
                  <a:pt x="767" y="1012"/>
                  <a:pt x="765" y="1010"/>
                </a:cubicBezTo>
                <a:cubicBezTo>
                  <a:pt x="765" y="1011"/>
                  <a:pt x="764" y="1011"/>
                  <a:pt x="764" y="1012"/>
                </a:cubicBezTo>
                <a:cubicBezTo>
                  <a:pt x="761" y="1012"/>
                  <a:pt x="760" y="1012"/>
                  <a:pt x="759" y="1012"/>
                </a:cubicBezTo>
                <a:cubicBezTo>
                  <a:pt x="758" y="1013"/>
                  <a:pt x="757" y="1014"/>
                  <a:pt x="755" y="1014"/>
                </a:cubicBezTo>
                <a:cubicBezTo>
                  <a:pt x="759" y="1009"/>
                  <a:pt x="751" y="1010"/>
                  <a:pt x="755" y="1005"/>
                </a:cubicBezTo>
                <a:cubicBezTo>
                  <a:pt x="757" y="1005"/>
                  <a:pt x="758" y="1004"/>
                  <a:pt x="760" y="1004"/>
                </a:cubicBezTo>
                <a:cubicBezTo>
                  <a:pt x="760" y="1003"/>
                  <a:pt x="759" y="1003"/>
                  <a:pt x="758" y="1003"/>
                </a:cubicBezTo>
                <a:cubicBezTo>
                  <a:pt x="757" y="1004"/>
                  <a:pt x="755" y="1005"/>
                  <a:pt x="756" y="1003"/>
                </a:cubicBezTo>
                <a:cubicBezTo>
                  <a:pt x="759" y="1003"/>
                  <a:pt x="760" y="1000"/>
                  <a:pt x="763" y="999"/>
                </a:cubicBezTo>
                <a:cubicBezTo>
                  <a:pt x="763" y="1000"/>
                  <a:pt x="764" y="1001"/>
                  <a:pt x="764" y="1002"/>
                </a:cubicBezTo>
                <a:cubicBezTo>
                  <a:pt x="769" y="1000"/>
                  <a:pt x="773" y="997"/>
                  <a:pt x="778" y="996"/>
                </a:cubicBezTo>
                <a:cubicBezTo>
                  <a:pt x="780" y="1001"/>
                  <a:pt x="772" y="1000"/>
                  <a:pt x="769" y="1005"/>
                </a:cubicBezTo>
                <a:cubicBezTo>
                  <a:pt x="780" y="1004"/>
                  <a:pt x="771" y="1016"/>
                  <a:pt x="774" y="1018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6" y="1018"/>
                  <a:pt x="776" y="1019"/>
                  <a:pt x="776" y="1019"/>
                </a:cubicBezTo>
                <a:cubicBezTo>
                  <a:pt x="777" y="1018"/>
                  <a:pt x="780" y="1018"/>
                  <a:pt x="784" y="1016"/>
                </a:cubicBezTo>
                <a:cubicBezTo>
                  <a:pt x="783" y="1018"/>
                  <a:pt x="784" y="1020"/>
                  <a:pt x="787" y="1020"/>
                </a:cubicBezTo>
                <a:cubicBezTo>
                  <a:pt x="787" y="1025"/>
                  <a:pt x="775" y="1027"/>
                  <a:pt x="780" y="1029"/>
                </a:cubicBezTo>
                <a:cubicBezTo>
                  <a:pt x="783" y="1029"/>
                  <a:pt x="785" y="1026"/>
                  <a:pt x="788" y="1026"/>
                </a:cubicBezTo>
                <a:cubicBezTo>
                  <a:pt x="787" y="1031"/>
                  <a:pt x="791" y="1035"/>
                  <a:pt x="789" y="1041"/>
                </a:cubicBezTo>
                <a:cubicBezTo>
                  <a:pt x="791" y="1040"/>
                  <a:pt x="792" y="1039"/>
                  <a:pt x="792" y="1039"/>
                </a:cubicBezTo>
                <a:cubicBezTo>
                  <a:pt x="793" y="1038"/>
                  <a:pt x="794" y="1037"/>
                  <a:pt x="795" y="1036"/>
                </a:cubicBezTo>
                <a:cubicBezTo>
                  <a:pt x="795" y="1034"/>
                  <a:pt x="795" y="1032"/>
                  <a:pt x="796" y="1029"/>
                </a:cubicBezTo>
                <a:cubicBezTo>
                  <a:pt x="795" y="1026"/>
                  <a:pt x="790" y="1025"/>
                  <a:pt x="787" y="1023"/>
                </a:cubicBezTo>
                <a:cubicBezTo>
                  <a:pt x="791" y="1023"/>
                  <a:pt x="793" y="1016"/>
                  <a:pt x="797" y="1015"/>
                </a:cubicBezTo>
                <a:cubicBezTo>
                  <a:pt x="780" y="1014"/>
                  <a:pt x="797" y="989"/>
                  <a:pt x="776" y="994"/>
                </a:cubicBezTo>
                <a:cubicBezTo>
                  <a:pt x="784" y="986"/>
                  <a:pt x="774" y="987"/>
                  <a:pt x="770" y="985"/>
                </a:cubicBezTo>
                <a:cubicBezTo>
                  <a:pt x="771" y="983"/>
                  <a:pt x="772" y="982"/>
                  <a:pt x="774" y="981"/>
                </a:cubicBezTo>
                <a:cubicBezTo>
                  <a:pt x="770" y="981"/>
                  <a:pt x="766" y="981"/>
                  <a:pt x="767" y="978"/>
                </a:cubicBezTo>
                <a:cubicBezTo>
                  <a:pt x="771" y="978"/>
                  <a:pt x="775" y="978"/>
                  <a:pt x="779" y="975"/>
                </a:cubicBezTo>
                <a:cubicBezTo>
                  <a:pt x="778" y="975"/>
                  <a:pt x="778" y="975"/>
                  <a:pt x="778" y="974"/>
                </a:cubicBezTo>
                <a:cubicBezTo>
                  <a:pt x="766" y="975"/>
                  <a:pt x="779" y="956"/>
                  <a:pt x="773" y="951"/>
                </a:cubicBezTo>
                <a:cubicBezTo>
                  <a:pt x="772" y="951"/>
                  <a:pt x="771" y="952"/>
                  <a:pt x="770" y="952"/>
                </a:cubicBezTo>
                <a:cubicBezTo>
                  <a:pt x="767" y="957"/>
                  <a:pt x="761" y="955"/>
                  <a:pt x="758" y="960"/>
                </a:cubicBezTo>
                <a:cubicBezTo>
                  <a:pt x="758" y="966"/>
                  <a:pt x="755" y="969"/>
                  <a:pt x="767" y="967"/>
                </a:cubicBezTo>
                <a:cubicBezTo>
                  <a:pt x="764" y="974"/>
                  <a:pt x="757" y="972"/>
                  <a:pt x="753" y="976"/>
                </a:cubicBezTo>
                <a:cubicBezTo>
                  <a:pt x="755" y="979"/>
                  <a:pt x="758" y="981"/>
                  <a:pt x="760" y="984"/>
                </a:cubicBezTo>
                <a:cubicBezTo>
                  <a:pt x="750" y="984"/>
                  <a:pt x="754" y="987"/>
                  <a:pt x="748" y="993"/>
                </a:cubicBezTo>
                <a:cubicBezTo>
                  <a:pt x="752" y="992"/>
                  <a:pt x="754" y="993"/>
                  <a:pt x="755" y="994"/>
                </a:cubicBezTo>
                <a:cubicBezTo>
                  <a:pt x="756" y="993"/>
                  <a:pt x="756" y="992"/>
                  <a:pt x="757" y="991"/>
                </a:cubicBezTo>
                <a:cubicBezTo>
                  <a:pt x="762" y="991"/>
                  <a:pt x="761" y="994"/>
                  <a:pt x="761" y="996"/>
                </a:cubicBezTo>
                <a:cubicBezTo>
                  <a:pt x="762" y="990"/>
                  <a:pt x="775" y="989"/>
                  <a:pt x="775" y="994"/>
                </a:cubicBezTo>
                <a:cubicBezTo>
                  <a:pt x="770" y="992"/>
                  <a:pt x="766" y="996"/>
                  <a:pt x="762" y="997"/>
                </a:cubicBezTo>
                <a:cubicBezTo>
                  <a:pt x="762" y="997"/>
                  <a:pt x="762" y="997"/>
                  <a:pt x="762" y="997"/>
                </a:cubicBezTo>
                <a:cubicBezTo>
                  <a:pt x="762" y="997"/>
                  <a:pt x="762" y="997"/>
                  <a:pt x="762" y="997"/>
                </a:cubicBezTo>
                <a:cubicBezTo>
                  <a:pt x="762" y="997"/>
                  <a:pt x="761" y="997"/>
                  <a:pt x="761" y="997"/>
                </a:cubicBezTo>
                <a:cubicBezTo>
                  <a:pt x="761" y="997"/>
                  <a:pt x="761" y="997"/>
                  <a:pt x="761" y="997"/>
                </a:cubicBezTo>
                <a:cubicBezTo>
                  <a:pt x="758" y="997"/>
                  <a:pt x="755" y="999"/>
                  <a:pt x="752" y="999"/>
                </a:cubicBezTo>
                <a:cubicBezTo>
                  <a:pt x="752" y="999"/>
                  <a:pt x="752" y="999"/>
                  <a:pt x="752" y="998"/>
                </a:cubicBezTo>
                <a:cubicBezTo>
                  <a:pt x="751" y="999"/>
                  <a:pt x="751" y="999"/>
                  <a:pt x="751" y="999"/>
                </a:cubicBezTo>
                <a:cubicBezTo>
                  <a:pt x="749" y="995"/>
                  <a:pt x="748" y="992"/>
                  <a:pt x="747" y="988"/>
                </a:cubicBezTo>
                <a:cubicBezTo>
                  <a:pt x="740" y="990"/>
                  <a:pt x="747" y="994"/>
                  <a:pt x="739" y="996"/>
                </a:cubicBezTo>
                <a:cubicBezTo>
                  <a:pt x="738" y="996"/>
                  <a:pt x="736" y="996"/>
                  <a:pt x="735" y="996"/>
                </a:cubicBezTo>
                <a:close/>
                <a:moveTo>
                  <a:pt x="780" y="1066"/>
                </a:moveTo>
                <a:cubicBezTo>
                  <a:pt x="788" y="1062"/>
                  <a:pt x="775" y="1059"/>
                  <a:pt x="780" y="1053"/>
                </a:cubicBezTo>
                <a:cubicBezTo>
                  <a:pt x="780" y="1053"/>
                  <a:pt x="780" y="1053"/>
                  <a:pt x="780" y="1053"/>
                </a:cubicBezTo>
                <a:cubicBezTo>
                  <a:pt x="765" y="1057"/>
                  <a:pt x="778" y="1063"/>
                  <a:pt x="780" y="1066"/>
                </a:cubicBezTo>
                <a:close/>
                <a:moveTo>
                  <a:pt x="816" y="1149"/>
                </a:moveTo>
                <a:cubicBezTo>
                  <a:pt x="816" y="1149"/>
                  <a:pt x="816" y="1149"/>
                  <a:pt x="816" y="1149"/>
                </a:cubicBezTo>
                <a:cubicBezTo>
                  <a:pt x="816" y="1150"/>
                  <a:pt x="816" y="1150"/>
                  <a:pt x="815" y="1151"/>
                </a:cubicBezTo>
                <a:cubicBezTo>
                  <a:pt x="819" y="1148"/>
                  <a:pt x="821" y="1147"/>
                  <a:pt x="822" y="1148"/>
                </a:cubicBezTo>
                <a:cubicBezTo>
                  <a:pt x="826" y="1146"/>
                  <a:pt x="827" y="1147"/>
                  <a:pt x="829" y="1149"/>
                </a:cubicBezTo>
                <a:cubicBezTo>
                  <a:pt x="829" y="1149"/>
                  <a:pt x="830" y="1149"/>
                  <a:pt x="830" y="1149"/>
                </a:cubicBezTo>
                <a:cubicBezTo>
                  <a:pt x="832" y="1146"/>
                  <a:pt x="829" y="1144"/>
                  <a:pt x="825" y="1144"/>
                </a:cubicBezTo>
                <a:cubicBezTo>
                  <a:pt x="825" y="1144"/>
                  <a:pt x="825" y="1144"/>
                  <a:pt x="825" y="1145"/>
                </a:cubicBezTo>
                <a:cubicBezTo>
                  <a:pt x="825" y="1144"/>
                  <a:pt x="825" y="1144"/>
                  <a:pt x="825" y="1144"/>
                </a:cubicBezTo>
                <a:cubicBezTo>
                  <a:pt x="822" y="1145"/>
                  <a:pt x="818" y="1146"/>
                  <a:pt x="816" y="1149"/>
                </a:cubicBezTo>
                <a:close/>
                <a:moveTo>
                  <a:pt x="851" y="1214"/>
                </a:moveTo>
                <a:cubicBezTo>
                  <a:pt x="850" y="1217"/>
                  <a:pt x="852" y="1218"/>
                  <a:pt x="855" y="1217"/>
                </a:cubicBezTo>
                <a:cubicBezTo>
                  <a:pt x="855" y="1217"/>
                  <a:pt x="856" y="1217"/>
                  <a:pt x="856" y="1216"/>
                </a:cubicBezTo>
                <a:cubicBezTo>
                  <a:pt x="854" y="1214"/>
                  <a:pt x="853" y="1213"/>
                  <a:pt x="851" y="1214"/>
                </a:cubicBezTo>
                <a:close/>
                <a:moveTo>
                  <a:pt x="743" y="772"/>
                </a:moveTo>
                <a:cubicBezTo>
                  <a:pt x="742" y="771"/>
                  <a:pt x="741" y="771"/>
                  <a:pt x="739" y="770"/>
                </a:cubicBezTo>
                <a:cubicBezTo>
                  <a:pt x="739" y="771"/>
                  <a:pt x="740" y="772"/>
                  <a:pt x="743" y="772"/>
                </a:cubicBezTo>
                <a:close/>
                <a:moveTo>
                  <a:pt x="677" y="467"/>
                </a:moveTo>
                <a:cubicBezTo>
                  <a:pt x="672" y="472"/>
                  <a:pt x="666" y="470"/>
                  <a:pt x="661" y="473"/>
                </a:cubicBezTo>
                <a:cubicBezTo>
                  <a:pt x="675" y="474"/>
                  <a:pt x="667" y="480"/>
                  <a:pt x="671" y="483"/>
                </a:cubicBezTo>
                <a:cubicBezTo>
                  <a:pt x="672" y="480"/>
                  <a:pt x="673" y="477"/>
                  <a:pt x="673" y="474"/>
                </a:cubicBezTo>
                <a:cubicBezTo>
                  <a:pt x="675" y="474"/>
                  <a:pt x="676" y="474"/>
                  <a:pt x="677" y="474"/>
                </a:cubicBezTo>
                <a:cubicBezTo>
                  <a:pt x="678" y="473"/>
                  <a:pt x="679" y="471"/>
                  <a:pt x="679" y="470"/>
                </a:cubicBezTo>
                <a:cubicBezTo>
                  <a:pt x="681" y="471"/>
                  <a:pt x="682" y="472"/>
                  <a:pt x="682" y="474"/>
                </a:cubicBezTo>
                <a:cubicBezTo>
                  <a:pt x="683" y="474"/>
                  <a:pt x="684" y="473"/>
                  <a:pt x="685" y="472"/>
                </a:cubicBezTo>
                <a:cubicBezTo>
                  <a:pt x="678" y="471"/>
                  <a:pt x="683" y="469"/>
                  <a:pt x="685" y="467"/>
                </a:cubicBezTo>
                <a:cubicBezTo>
                  <a:pt x="683" y="467"/>
                  <a:pt x="682" y="467"/>
                  <a:pt x="681" y="466"/>
                </a:cubicBezTo>
                <a:cubicBezTo>
                  <a:pt x="682" y="465"/>
                  <a:pt x="683" y="465"/>
                  <a:pt x="684" y="464"/>
                </a:cubicBezTo>
                <a:cubicBezTo>
                  <a:pt x="684" y="464"/>
                  <a:pt x="684" y="464"/>
                  <a:pt x="684" y="464"/>
                </a:cubicBezTo>
                <a:cubicBezTo>
                  <a:pt x="679" y="462"/>
                  <a:pt x="675" y="462"/>
                  <a:pt x="671" y="463"/>
                </a:cubicBezTo>
                <a:cubicBezTo>
                  <a:pt x="671" y="463"/>
                  <a:pt x="671" y="463"/>
                  <a:pt x="670" y="464"/>
                </a:cubicBezTo>
                <a:cubicBezTo>
                  <a:pt x="675" y="464"/>
                  <a:pt x="673" y="467"/>
                  <a:pt x="677" y="467"/>
                </a:cubicBezTo>
                <a:close/>
                <a:moveTo>
                  <a:pt x="551" y="606"/>
                </a:moveTo>
                <a:cubicBezTo>
                  <a:pt x="551" y="606"/>
                  <a:pt x="552" y="607"/>
                  <a:pt x="553" y="607"/>
                </a:cubicBezTo>
                <a:cubicBezTo>
                  <a:pt x="555" y="605"/>
                  <a:pt x="557" y="603"/>
                  <a:pt x="559" y="601"/>
                </a:cubicBezTo>
                <a:cubicBezTo>
                  <a:pt x="559" y="601"/>
                  <a:pt x="559" y="601"/>
                  <a:pt x="558" y="601"/>
                </a:cubicBezTo>
                <a:cubicBezTo>
                  <a:pt x="556" y="603"/>
                  <a:pt x="554" y="603"/>
                  <a:pt x="551" y="603"/>
                </a:cubicBezTo>
                <a:cubicBezTo>
                  <a:pt x="551" y="603"/>
                  <a:pt x="551" y="603"/>
                  <a:pt x="551" y="603"/>
                </a:cubicBezTo>
                <a:cubicBezTo>
                  <a:pt x="551" y="604"/>
                  <a:pt x="551" y="605"/>
                  <a:pt x="551" y="606"/>
                </a:cubicBezTo>
                <a:close/>
                <a:moveTo>
                  <a:pt x="555" y="596"/>
                </a:moveTo>
                <a:cubicBezTo>
                  <a:pt x="553" y="597"/>
                  <a:pt x="552" y="599"/>
                  <a:pt x="552" y="600"/>
                </a:cubicBezTo>
                <a:cubicBezTo>
                  <a:pt x="553" y="600"/>
                  <a:pt x="554" y="600"/>
                  <a:pt x="555" y="600"/>
                </a:cubicBezTo>
                <a:cubicBezTo>
                  <a:pt x="555" y="599"/>
                  <a:pt x="555" y="598"/>
                  <a:pt x="555" y="596"/>
                </a:cubicBezTo>
                <a:close/>
                <a:moveTo>
                  <a:pt x="549" y="598"/>
                </a:moveTo>
                <a:cubicBezTo>
                  <a:pt x="548" y="598"/>
                  <a:pt x="547" y="599"/>
                  <a:pt x="546" y="600"/>
                </a:cubicBezTo>
                <a:cubicBezTo>
                  <a:pt x="547" y="600"/>
                  <a:pt x="547" y="600"/>
                  <a:pt x="548" y="600"/>
                </a:cubicBezTo>
                <a:cubicBezTo>
                  <a:pt x="548" y="599"/>
                  <a:pt x="549" y="598"/>
                  <a:pt x="549" y="598"/>
                </a:cubicBezTo>
                <a:close/>
                <a:moveTo>
                  <a:pt x="549" y="530"/>
                </a:moveTo>
                <a:cubicBezTo>
                  <a:pt x="547" y="529"/>
                  <a:pt x="545" y="529"/>
                  <a:pt x="545" y="528"/>
                </a:cubicBezTo>
                <a:cubicBezTo>
                  <a:pt x="545" y="528"/>
                  <a:pt x="545" y="528"/>
                  <a:pt x="545" y="528"/>
                </a:cubicBezTo>
                <a:cubicBezTo>
                  <a:pt x="545" y="530"/>
                  <a:pt x="546" y="532"/>
                  <a:pt x="546" y="533"/>
                </a:cubicBezTo>
                <a:cubicBezTo>
                  <a:pt x="545" y="533"/>
                  <a:pt x="545" y="533"/>
                  <a:pt x="544" y="533"/>
                </a:cubicBezTo>
                <a:cubicBezTo>
                  <a:pt x="546" y="534"/>
                  <a:pt x="548" y="534"/>
                  <a:pt x="550" y="535"/>
                </a:cubicBezTo>
                <a:cubicBezTo>
                  <a:pt x="550" y="534"/>
                  <a:pt x="551" y="533"/>
                  <a:pt x="552" y="533"/>
                </a:cubicBezTo>
                <a:cubicBezTo>
                  <a:pt x="551" y="532"/>
                  <a:pt x="550" y="531"/>
                  <a:pt x="549" y="530"/>
                </a:cubicBezTo>
                <a:close/>
                <a:moveTo>
                  <a:pt x="795" y="1083"/>
                </a:moveTo>
                <a:cubicBezTo>
                  <a:pt x="795" y="1083"/>
                  <a:pt x="794" y="1082"/>
                  <a:pt x="791" y="1082"/>
                </a:cubicBezTo>
                <a:cubicBezTo>
                  <a:pt x="791" y="1082"/>
                  <a:pt x="790" y="1082"/>
                  <a:pt x="790" y="1082"/>
                </a:cubicBezTo>
                <a:cubicBezTo>
                  <a:pt x="793" y="1082"/>
                  <a:pt x="794" y="1082"/>
                  <a:pt x="795" y="1083"/>
                </a:cubicBezTo>
                <a:close/>
                <a:moveTo>
                  <a:pt x="799" y="1111"/>
                </a:moveTo>
                <a:cubicBezTo>
                  <a:pt x="801" y="1109"/>
                  <a:pt x="803" y="1107"/>
                  <a:pt x="806" y="1107"/>
                </a:cubicBezTo>
                <a:cubicBezTo>
                  <a:pt x="807" y="1108"/>
                  <a:pt x="807" y="1109"/>
                  <a:pt x="807" y="1110"/>
                </a:cubicBezTo>
                <a:cubicBezTo>
                  <a:pt x="808" y="1109"/>
                  <a:pt x="809" y="1109"/>
                  <a:pt x="810" y="1109"/>
                </a:cubicBezTo>
                <a:cubicBezTo>
                  <a:pt x="810" y="1108"/>
                  <a:pt x="810" y="1108"/>
                  <a:pt x="810" y="1107"/>
                </a:cubicBezTo>
                <a:cubicBezTo>
                  <a:pt x="811" y="1107"/>
                  <a:pt x="812" y="1107"/>
                  <a:pt x="813" y="1108"/>
                </a:cubicBezTo>
                <a:cubicBezTo>
                  <a:pt x="813" y="1108"/>
                  <a:pt x="813" y="1108"/>
                  <a:pt x="813" y="1108"/>
                </a:cubicBezTo>
                <a:cubicBezTo>
                  <a:pt x="813" y="1108"/>
                  <a:pt x="813" y="1108"/>
                  <a:pt x="813" y="1108"/>
                </a:cubicBezTo>
                <a:cubicBezTo>
                  <a:pt x="815" y="1108"/>
                  <a:pt x="816" y="1109"/>
                  <a:pt x="816" y="1111"/>
                </a:cubicBezTo>
                <a:cubicBezTo>
                  <a:pt x="818" y="1113"/>
                  <a:pt x="820" y="1115"/>
                  <a:pt x="820" y="1118"/>
                </a:cubicBezTo>
                <a:cubicBezTo>
                  <a:pt x="821" y="1118"/>
                  <a:pt x="821" y="1118"/>
                  <a:pt x="822" y="1118"/>
                </a:cubicBezTo>
                <a:cubicBezTo>
                  <a:pt x="822" y="1119"/>
                  <a:pt x="821" y="1119"/>
                  <a:pt x="821" y="1120"/>
                </a:cubicBezTo>
                <a:cubicBezTo>
                  <a:pt x="821" y="1121"/>
                  <a:pt x="821" y="1123"/>
                  <a:pt x="821" y="1124"/>
                </a:cubicBezTo>
                <a:cubicBezTo>
                  <a:pt x="828" y="1123"/>
                  <a:pt x="823" y="1130"/>
                  <a:pt x="824" y="1133"/>
                </a:cubicBezTo>
                <a:cubicBezTo>
                  <a:pt x="825" y="1133"/>
                  <a:pt x="827" y="1133"/>
                  <a:pt x="828" y="1133"/>
                </a:cubicBezTo>
                <a:cubicBezTo>
                  <a:pt x="828" y="1133"/>
                  <a:pt x="828" y="1134"/>
                  <a:pt x="827" y="1135"/>
                </a:cubicBezTo>
                <a:cubicBezTo>
                  <a:pt x="828" y="1135"/>
                  <a:pt x="829" y="1135"/>
                  <a:pt x="830" y="1134"/>
                </a:cubicBezTo>
                <a:cubicBezTo>
                  <a:pt x="830" y="1132"/>
                  <a:pt x="830" y="1130"/>
                  <a:pt x="830" y="1128"/>
                </a:cubicBezTo>
                <a:cubicBezTo>
                  <a:pt x="829" y="1127"/>
                  <a:pt x="829" y="1127"/>
                  <a:pt x="828" y="1127"/>
                </a:cubicBezTo>
                <a:cubicBezTo>
                  <a:pt x="828" y="1126"/>
                  <a:pt x="829" y="1126"/>
                  <a:pt x="830" y="1126"/>
                </a:cubicBezTo>
                <a:cubicBezTo>
                  <a:pt x="829" y="1123"/>
                  <a:pt x="829" y="1120"/>
                  <a:pt x="828" y="1118"/>
                </a:cubicBezTo>
                <a:cubicBezTo>
                  <a:pt x="823" y="1115"/>
                  <a:pt x="820" y="1111"/>
                  <a:pt x="823" y="1106"/>
                </a:cubicBezTo>
                <a:cubicBezTo>
                  <a:pt x="823" y="1105"/>
                  <a:pt x="822" y="1104"/>
                  <a:pt x="821" y="1103"/>
                </a:cubicBezTo>
                <a:cubicBezTo>
                  <a:pt x="815" y="1104"/>
                  <a:pt x="809" y="1103"/>
                  <a:pt x="803" y="1103"/>
                </a:cubicBezTo>
                <a:cubicBezTo>
                  <a:pt x="800" y="1103"/>
                  <a:pt x="796" y="1104"/>
                  <a:pt x="793" y="1105"/>
                </a:cubicBezTo>
                <a:cubicBezTo>
                  <a:pt x="793" y="1105"/>
                  <a:pt x="793" y="1106"/>
                  <a:pt x="793" y="1106"/>
                </a:cubicBezTo>
                <a:cubicBezTo>
                  <a:pt x="796" y="1107"/>
                  <a:pt x="801" y="1106"/>
                  <a:pt x="792" y="1111"/>
                </a:cubicBezTo>
                <a:cubicBezTo>
                  <a:pt x="794" y="1111"/>
                  <a:pt x="796" y="1112"/>
                  <a:pt x="799" y="1111"/>
                </a:cubicBezTo>
                <a:close/>
                <a:moveTo>
                  <a:pt x="964" y="1001"/>
                </a:moveTo>
                <a:cubicBezTo>
                  <a:pt x="958" y="1007"/>
                  <a:pt x="964" y="1007"/>
                  <a:pt x="962" y="1011"/>
                </a:cubicBezTo>
                <a:cubicBezTo>
                  <a:pt x="964" y="1011"/>
                  <a:pt x="969" y="1008"/>
                  <a:pt x="972" y="1006"/>
                </a:cubicBezTo>
                <a:cubicBezTo>
                  <a:pt x="972" y="1006"/>
                  <a:pt x="972" y="1005"/>
                  <a:pt x="972" y="1005"/>
                </a:cubicBezTo>
                <a:cubicBezTo>
                  <a:pt x="972" y="1005"/>
                  <a:pt x="973" y="1005"/>
                  <a:pt x="973" y="1006"/>
                </a:cubicBezTo>
                <a:cubicBezTo>
                  <a:pt x="975" y="1004"/>
                  <a:pt x="977" y="1004"/>
                  <a:pt x="975" y="1008"/>
                </a:cubicBezTo>
                <a:cubicBezTo>
                  <a:pt x="975" y="1008"/>
                  <a:pt x="975" y="1008"/>
                  <a:pt x="976" y="1009"/>
                </a:cubicBezTo>
                <a:cubicBezTo>
                  <a:pt x="977" y="1008"/>
                  <a:pt x="977" y="1008"/>
                  <a:pt x="978" y="1007"/>
                </a:cubicBezTo>
                <a:cubicBezTo>
                  <a:pt x="980" y="1007"/>
                  <a:pt x="981" y="1007"/>
                  <a:pt x="983" y="1007"/>
                </a:cubicBezTo>
                <a:cubicBezTo>
                  <a:pt x="982" y="1005"/>
                  <a:pt x="983" y="1002"/>
                  <a:pt x="986" y="999"/>
                </a:cubicBezTo>
                <a:cubicBezTo>
                  <a:pt x="978" y="999"/>
                  <a:pt x="972" y="1002"/>
                  <a:pt x="964" y="1001"/>
                </a:cubicBezTo>
                <a:close/>
                <a:moveTo>
                  <a:pt x="996" y="977"/>
                </a:moveTo>
                <a:cubicBezTo>
                  <a:pt x="995" y="974"/>
                  <a:pt x="993" y="973"/>
                  <a:pt x="992" y="970"/>
                </a:cubicBezTo>
                <a:cubicBezTo>
                  <a:pt x="988" y="969"/>
                  <a:pt x="986" y="975"/>
                  <a:pt x="982" y="975"/>
                </a:cubicBezTo>
                <a:cubicBezTo>
                  <a:pt x="981" y="981"/>
                  <a:pt x="988" y="978"/>
                  <a:pt x="996" y="977"/>
                </a:cubicBezTo>
                <a:close/>
                <a:moveTo>
                  <a:pt x="870" y="773"/>
                </a:moveTo>
                <a:cubicBezTo>
                  <a:pt x="869" y="776"/>
                  <a:pt x="868" y="778"/>
                  <a:pt x="867" y="780"/>
                </a:cubicBezTo>
                <a:cubicBezTo>
                  <a:pt x="867" y="782"/>
                  <a:pt x="867" y="783"/>
                  <a:pt x="868" y="785"/>
                </a:cubicBezTo>
                <a:cubicBezTo>
                  <a:pt x="870" y="783"/>
                  <a:pt x="872" y="782"/>
                  <a:pt x="873" y="780"/>
                </a:cubicBezTo>
                <a:cubicBezTo>
                  <a:pt x="874" y="777"/>
                  <a:pt x="872" y="775"/>
                  <a:pt x="870" y="773"/>
                </a:cubicBezTo>
                <a:close/>
                <a:moveTo>
                  <a:pt x="845" y="680"/>
                </a:moveTo>
                <a:cubicBezTo>
                  <a:pt x="844" y="680"/>
                  <a:pt x="844" y="680"/>
                  <a:pt x="843" y="681"/>
                </a:cubicBezTo>
                <a:cubicBezTo>
                  <a:pt x="844" y="681"/>
                  <a:pt x="844" y="681"/>
                  <a:pt x="845" y="681"/>
                </a:cubicBezTo>
                <a:cubicBezTo>
                  <a:pt x="845" y="681"/>
                  <a:pt x="845" y="680"/>
                  <a:pt x="845" y="680"/>
                </a:cubicBezTo>
                <a:close/>
                <a:moveTo>
                  <a:pt x="843" y="673"/>
                </a:moveTo>
                <a:cubicBezTo>
                  <a:pt x="843" y="673"/>
                  <a:pt x="844" y="673"/>
                  <a:pt x="845" y="673"/>
                </a:cubicBezTo>
                <a:cubicBezTo>
                  <a:pt x="844" y="672"/>
                  <a:pt x="844" y="672"/>
                  <a:pt x="844" y="671"/>
                </a:cubicBezTo>
                <a:cubicBezTo>
                  <a:pt x="844" y="672"/>
                  <a:pt x="843" y="672"/>
                  <a:pt x="843" y="673"/>
                </a:cubicBezTo>
                <a:close/>
                <a:moveTo>
                  <a:pt x="785" y="462"/>
                </a:moveTo>
                <a:cubicBezTo>
                  <a:pt x="782" y="465"/>
                  <a:pt x="785" y="466"/>
                  <a:pt x="783" y="468"/>
                </a:cubicBezTo>
                <a:cubicBezTo>
                  <a:pt x="788" y="469"/>
                  <a:pt x="794" y="470"/>
                  <a:pt x="800" y="471"/>
                </a:cubicBezTo>
                <a:cubicBezTo>
                  <a:pt x="804" y="464"/>
                  <a:pt x="794" y="459"/>
                  <a:pt x="785" y="462"/>
                </a:cubicBezTo>
                <a:close/>
                <a:moveTo>
                  <a:pt x="701" y="572"/>
                </a:moveTo>
                <a:cubicBezTo>
                  <a:pt x="699" y="573"/>
                  <a:pt x="697" y="574"/>
                  <a:pt x="696" y="576"/>
                </a:cubicBezTo>
                <a:cubicBezTo>
                  <a:pt x="697" y="576"/>
                  <a:pt x="698" y="576"/>
                  <a:pt x="699" y="576"/>
                </a:cubicBezTo>
                <a:cubicBezTo>
                  <a:pt x="700" y="575"/>
                  <a:pt x="701" y="575"/>
                  <a:pt x="702" y="575"/>
                </a:cubicBezTo>
                <a:cubicBezTo>
                  <a:pt x="703" y="574"/>
                  <a:pt x="704" y="573"/>
                  <a:pt x="705" y="572"/>
                </a:cubicBezTo>
                <a:cubicBezTo>
                  <a:pt x="703" y="572"/>
                  <a:pt x="702" y="572"/>
                  <a:pt x="701" y="572"/>
                </a:cubicBezTo>
                <a:close/>
                <a:moveTo>
                  <a:pt x="672" y="385"/>
                </a:moveTo>
                <a:cubicBezTo>
                  <a:pt x="671" y="385"/>
                  <a:pt x="670" y="385"/>
                  <a:pt x="670" y="385"/>
                </a:cubicBezTo>
                <a:cubicBezTo>
                  <a:pt x="664" y="388"/>
                  <a:pt x="666" y="389"/>
                  <a:pt x="670" y="391"/>
                </a:cubicBezTo>
                <a:cubicBezTo>
                  <a:pt x="672" y="388"/>
                  <a:pt x="673" y="386"/>
                  <a:pt x="672" y="385"/>
                </a:cubicBezTo>
                <a:close/>
                <a:moveTo>
                  <a:pt x="677" y="394"/>
                </a:moveTo>
                <a:cubicBezTo>
                  <a:pt x="681" y="395"/>
                  <a:pt x="684" y="397"/>
                  <a:pt x="684" y="399"/>
                </a:cubicBezTo>
                <a:cubicBezTo>
                  <a:pt x="687" y="397"/>
                  <a:pt x="690" y="395"/>
                  <a:pt x="687" y="392"/>
                </a:cubicBezTo>
                <a:cubicBezTo>
                  <a:pt x="683" y="392"/>
                  <a:pt x="680" y="393"/>
                  <a:pt x="677" y="394"/>
                </a:cubicBezTo>
                <a:close/>
                <a:moveTo>
                  <a:pt x="669" y="411"/>
                </a:moveTo>
                <a:cubicBezTo>
                  <a:pt x="672" y="412"/>
                  <a:pt x="675" y="411"/>
                  <a:pt x="676" y="410"/>
                </a:cubicBezTo>
                <a:cubicBezTo>
                  <a:pt x="675" y="409"/>
                  <a:pt x="675" y="407"/>
                  <a:pt x="675" y="405"/>
                </a:cubicBezTo>
                <a:cubicBezTo>
                  <a:pt x="677" y="406"/>
                  <a:pt x="678" y="406"/>
                  <a:pt x="680" y="406"/>
                </a:cubicBezTo>
                <a:cubicBezTo>
                  <a:pt x="680" y="403"/>
                  <a:pt x="678" y="400"/>
                  <a:pt x="672" y="402"/>
                </a:cubicBezTo>
                <a:cubicBezTo>
                  <a:pt x="667" y="407"/>
                  <a:pt x="682" y="406"/>
                  <a:pt x="669" y="411"/>
                </a:cubicBezTo>
                <a:close/>
                <a:moveTo>
                  <a:pt x="663" y="542"/>
                </a:moveTo>
                <a:cubicBezTo>
                  <a:pt x="667" y="542"/>
                  <a:pt x="670" y="541"/>
                  <a:pt x="673" y="538"/>
                </a:cubicBezTo>
                <a:cubicBezTo>
                  <a:pt x="672" y="545"/>
                  <a:pt x="666" y="558"/>
                  <a:pt x="677" y="558"/>
                </a:cubicBezTo>
                <a:cubicBezTo>
                  <a:pt x="677" y="557"/>
                  <a:pt x="678" y="556"/>
                  <a:pt x="678" y="555"/>
                </a:cubicBezTo>
                <a:cubicBezTo>
                  <a:pt x="679" y="551"/>
                  <a:pt x="678" y="548"/>
                  <a:pt x="676" y="545"/>
                </a:cubicBezTo>
                <a:cubicBezTo>
                  <a:pt x="679" y="546"/>
                  <a:pt x="681" y="546"/>
                  <a:pt x="683" y="545"/>
                </a:cubicBezTo>
                <a:cubicBezTo>
                  <a:pt x="684" y="544"/>
                  <a:pt x="686" y="543"/>
                  <a:pt x="688" y="541"/>
                </a:cubicBezTo>
                <a:cubicBezTo>
                  <a:pt x="680" y="540"/>
                  <a:pt x="673" y="538"/>
                  <a:pt x="671" y="534"/>
                </a:cubicBezTo>
                <a:cubicBezTo>
                  <a:pt x="665" y="534"/>
                  <a:pt x="662" y="536"/>
                  <a:pt x="663" y="542"/>
                </a:cubicBezTo>
                <a:close/>
                <a:moveTo>
                  <a:pt x="660" y="568"/>
                </a:moveTo>
                <a:cubicBezTo>
                  <a:pt x="664" y="569"/>
                  <a:pt x="667" y="570"/>
                  <a:pt x="671" y="570"/>
                </a:cubicBezTo>
                <a:cubicBezTo>
                  <a:pt x="673" y="568"/>
                  <a:pt x="675" y="567"/>
                  <a:pt x="677" y="566"/>
                </a:cubicBezTo>
                <a:cubicBezTo>
                  <a:pt x="677" y="565"/>
                  <a:pt x="677" y="563"/>
                  <a:pt x="677" y="562"/>
                </a:cubicBezTo>
                <a:cubicBezTo>
                  <a:pt x="674" y="564"/>
                  <a:pt x="672" y="568"/>
                  <a:pt x="668" y="568"/>
                </a:cubicBezTo>
                <a:cubicBezTo>
                  <a:pt x="667" y="566"/>
                  <a:pt x="672" y="562"/>
                  <a:pt x="669" y="560"/>
                </a:cubicBezTo>
                <a:cubicBezTo>
                  <a:pt x="661" y="560"/>
                  <a:pt x="665" y="566"/>
                  <a:pt x="660" y="568"/>
                </a:cubicBezTo>
                <a:close/>
                <a:moveTo>
                  <a:pt x="632" y="651"/>
                </a:moveTo>
                <a:cubicBezTo>
                  <a:pt x="632" y="653"/>
                  <a:pt x="632" y="654"/>
                  <a:pt x="631" y="655"/>
                </a:cubicBezTo>
                <a:cubicBezTo>
                  <a:pt x="636" y="657"/>
                  <a:pt x="650" y="653"/>
                  <a:pt x="659" y="656"/>
                </a:cubicBezTo>
                <a:cubicBezTo>
                  <a:pt x="662" y="660"/>
                  <a:pt x="655" y="667"/>
                  <a:pt x="660" y="670"/>
                </a:cubicBezTo>
                <a:cubicBezTo>
                  <a:pt x="671" y="664"/>
                  <a:pt x="658" y="659"/>
                  <a:pt x="670" y="660"/>
                </a:cubicBezTo>
                <a:cubicBezTo>
                  <a:pt x="673" y="654"/>
                  <a:pt x="664" y="651"/>
                  <a:pt x="675" y="646"/>
                </a:cubicBezTo>
                <a:cubicBezTo>
                  <a:pt x="672" y="644"/>
                  <a:pt x="673" y="640"/>
                  <a:pt x="666" y="642"/>
                </a:cubicBezTo>
                <a:cubicBezTo>
                  <a:pt x="662" y="652"/>
                  <a:pt x="642" y="654"/>
                  <a:pt x="632" y="651"/>
                </a:cubicBezTo>
                <a:close/>
                <a:moveTo>
                  <a:pt x="628" y="666"/>
                </a:moveTo>
                <a:cubicBezTo>
                  <a:pt x="634" y="667"/>
                  <a:pt x="639" y="668"/>
                  <a:pt x="645" y="669"/>
                </a:cubicBezTo>
                <a:cubicBezTo>
                  <a:pt x="649" y="663"/>
                  <a:pt x="639" y="657"/>
                  <a:pt x="631" y="661"/>
                </a:cubicBezTo>
                <a:cubicBezTo>
                  <a:pt x="627" y="663"/>
                  <a:pt x="630" y="664"/>
                  <a:pt x="628" y="666"/>
                </a:cubicBezTo>
                <a:close/>
                <a:moveTo>
                  <a:pt x="528" y="485"/>
                </a:moveTo>
                <a:cubicBezTo>
                  <a:pt x="525" y="484"/>
                  <a:pt x="529" y="482"/>
                  <a:pt x="527" y="481"/>
                </a:cubicBezTo>
                <a:cubicBezTo>
                  <a:pt x="524" y="481"/>
                  <a:pt x="520" y="482"/>
                  <a:pt x="517" y="480"/>
                </a:cubicBezTo>
                <a:cubicBezTo>
                  <a:pt x="517" y="479"/>
                  <a:pt x="518" y="478"/>
                  <a:pt x="519" y="478"/>
                </a:cubicBezTo>
                <a:cubicBezTo>
                  <a:pt x="517" y="477"/>
                  <a:pt x="516" y="475"/>
                  <a:pt x="517" y="474"/>
                </a:cubicBezTo>
                <a:cubicBezTo>
                  <a:pt x="515" y="475"/>
                  <a:pt x="514" y="476"/>
                  <a:pt x="514" y="477"/>
                </a:cubicBezTo>
                <a:cubicBezTo>
                  <a:pt x="517" y="478"/>
                  <a:pt x="516" y="480"/>
                  <a:pt x="515" y="482"/>
                </a:cubicBezTo>
                <a:cubicBezTo>
                  <a:pt x="515" y="483"/>
                  <a:pt x="516" y="484"/>
                  <a:pt x="517" y="486"/>
                </a:cubicBezTo>
                <a:cubicBezTo>
                  <a:pt x="522" y="485"/>
                  <a:pt x="520" y="489"/>
                  <a:pt x="528" y="485"/>
                </a:cubicBezTo>
                <a:close/>
                <a:moveTo>
                  <a:pt x="521" y="468"/>
                </a:moveTo>
                <a:cubicBezTo>
                  <a:pt x="519" y="472"/>
                  <a:pt x="520" y="474"/>
                  <a:pt x="522" y="477"/>
                </a:cubicBezTo>
                <a:cubicBezTo>
                  <a:pt x="523" y="477"/>
                  <a:pt x="524" y="476"/>
                  <a:pt x="525" y="476"/>
                </a:cubicBezTo>
                <a:cubicBezTo>
                  <a:pt x="524" y="476"/>
                  <a:pt x="523" y="475"/>
                  <a:pt x="522" y="475"/>
                </a:cubicBezTo>
                <a:cubicBezTo>
                  <a:pt x="525" y="472"/>
                  <a:pt x="527" y="470"/>
                  <a:pt x="528" y="468"/>
                </a:cubicBezTo>
                <a:cubicBezTo>
                  <a:pt x="525" y="468"/>
                  <a:pt x="523" y="468"/>
                  <a:pt x="521" y="468"/>
                </a:cubicBezTo>
                <a:close/>
                <a:moveTo>
                  <a:pt x="1036" y="1158"/>
                </a:moveTo>
                <a:cubicBezTo>
                  <a:pt x="1036" y="1162"/>
                  <a:pt x="1039" y="1163"/>
                  <a:pt x="1044" y="1164"/>
                </a:cubicBezTo>
                <a:cubicBezTo>
                  <a:pt x="1048" y="1157"/>
                  <a:pt x="1042" y="1155"/>
                  <a:pt x="1036" y="1158"/>
                </a:cubicBezTo>
                <a:close/>
                <a:moveTo>
                  <a:pt x="1012" y="970"/>
                </a:moveTo>
                <a:cubicBezTo>
                  <a:pt x="1003" y="971"/>
                  <a:pt x="1010" y="964"/>
                  <a:pt x="1002" y="962"/>
                </a:cubicBezTo>
                <a:cubicBezTo>
                  <a:pt x="993" y="972"/>
                  <a:pt x="1006" y="971"/>
                  <a:pt x="1005" y="977"/>
                </a:cubicBezTo>
                <a:cubicBezTo>
                  <a:pt x="1008" y="977"/>
                  <a:pt x="1010" y="972"/>
                  <a:pt x="1012" y="970"/>
                </a:cubicBezTo>
                <a:close/>
                <a:moveTo>
                  <a:pt x="1005" y="948"/>
                </a:moveTo>
                <a:cubicBezTo>
                  <a:pt x="1004" y="946"/>
                  <a:pt x="997" y="944"/>
                  <a:pt x="993" y="946"/>
                </a:cubicBezTo>
                <a:cubicBezTo>
                  <a:pt x="993" y="951"/>
                  <a:pt x="992" y="957"/>
                  <a:pt x="1000" y="958"/>
                </a:cubicBezTo>
                <a:cubicBezTo>
                  <a:pt x="1005" y="953"/>
                  <a:pt x="998" y="950"/>
                  <a:pt x="1005" y="948"/>
                </a:cubicBezTo>
                <a:close/>
                <a:moveTo>
                  <a:pt x="945" y="884"/>
                </a:moveTo>
                <a:cubicBezTo>
                  <a:pt x="939" y="888"/>
                  <a:pt x="938" y="895"/>
                  <a:pt x="942" y="897"/>
                </a:cubicBezTo>
                <a:cubicBezTo>
                  <a:pt x="941" y="891"/>
                  <a:pt x="957" y="884"/>
                  <a:pt x="945" y="884"/>
                </a:cubicBezTo>
                <a:close/>
                <a:moveTo>
                  <a:pt x="875" y="772"/>
                </a:moveTo>
                <a:cubicBezTo>
                  <a:pt x="874" y="772"/>
                  <a:pt x="874" y="772"/>
                  <a:pt x="874" y="772"/>
                </a:cubicBezTo>
                <a:cubicBezTo>
                  <a:pt x="874" y="772"/>
                  <a:pt x="874" y="772"/>
                  <a:pt x="874" y="772"/>
                </a:cubicBezTo>
                <a:cubicBezTo>
                  <a:pt x="874" y="772"/>
                  <a:pt x="874" y="772"/>
                  <a:pt x="875" y="772"/>
                </a:cubicBezTo>
                <a:close/>
                <a:moveTo>
                  <a:pt x="862" y="726"/>
                </a:moveTo>
                <a:cubicBezTo>
                  <a:pt x="863" y="726"/>
                  <a:pt x="863" y="726"/>
                  <a:pt x="863" y="726"/>
                </a:cubicBezTo>
                <a:cubicBezTo>
                  <a:pt x="862" y="726"/>
                  <a:pt x="862" y="726"/>
                  <a:pt x="862" y="726"/>
                </a:cubicBezTo>
                <a:cubicBezTo>
                  <a:pt x="862" y="726"/>
                  <a:pt x="862" y="726"/>
                  <a:pt x="862" y="726"/>
                </a:cubicBezTo>
                <a:close/>
                <a:moveTo>
                  <a:pt x="862" y="671"/>
                </a:moveTo>
                <a:cubicBezTo>
                  <a:pt x="858" y="670"/>
                  <a:pt x="859" y="666"/>
                  <a:pt x="851" y="666"/>
                </a:cubicBezTo>
                <a:cubicBezTo>
                  <a:pt x="851" y="666"/>
                  <a:pt x="850" y="667"/>
                  <a:pt x="850" y="667"/>
                </a:cubicBezTo>
                <a:cubicBezTo>
                  <a:pt x="851" y="671"/>
                  <a:pt x="850" y="676"/>
                  <a:pt x="849" y="681"/>
                </a:cubicBezTo>
                <a:cubicBezTo>
                  <a:pt x="852" y="681"/>
                  <a:pt x="853" y="680"/>
                  <a:pt x="857" y="682"/>
                </a:cubicBezTo>
                <a:cubicBezTo>
                  <a:pt x="857" y="679"/>
                  <a:pt x="854" y="677"/>
                  <a:pt x="862" y="671"/>
                </a:cubicBezTo>
                <a:close/>
                <a:moveTo>
                  <a:pt x="737" y="477"/>
                </a:moveTo>
                <a:cubicBezTo>
                  <a:pt x="731" y="483"/>
                  <a:pt x="735" y="485"/>
                  <a:pt x="734" y="490"/>
                </a:cubicBezTo>
                <a:cubicBezTo>
                  <a:pt x="740" y="488"/>
                  <a:pt x="745" y="477"/>
                  <a:pt x="737" y="477"/>
                </a:cubicBezTo>
                <a:close/>
                <a:moveTo>
                  <a:pt x="707" y="337"/>
                </a:moveTo>
                <a:cubicBezTo>
                  <a:pt x="714" y="333"/>
                  <a:pt x="701" y="333"/>
                  <a:pt x="700" y="330"/>
                </a:cubicBezTo>
                <a:cubicBezTo>
                  <a:pt x="692" y="335"/>
                  <a:pt x="701" y="336"/>
                  <a:pt x="707" y="337"/>
                </a:cubicBezTo>
                <a:close/>
                <a:moveTo>
                  <a:pt x="654" y="546"/>
                </a:moveTo>
                <a:cubicBezTo>
                  <a:pt x="658" y="542"/>
                  <a:pt x="656" y="540"/>
                  <a:pt x="658" y="537"/>
                </a:cubicBezTo>
                <a:cubicBezTo>
                  <a:pt x="649" y="536"/>
                  <a:pt x="646" y="545"/>
                  <a:pt x="654" y="546"/>
                </a:cubicBezTo>
                <a:close/>
                <a:moveTo>
                  <a:pt x="653" y="563"/>
                </a:moveTo>
                <a:cubicBezTo>
                  <a:pt x="656" y="560"/>
                  <a:pt x="659" y="560"/>
                  <a:pt x="662" y="557"/>
                </a:cubicBezTo>
                <a:cubicBezTo>
                  <a:pt x="659" y="556"/>
                  <a:pt x="656" y="556"/>
                  <a:pt x="653" y="555"/>
                </a:cubicBezTo>
                <a:cubicBezTo>
                  <a:pt x="648" y="559"/>
                  <a:pt x="647" y="562"/>
                  <a:pt x="653" y="563"/>
                </a:cubicBezTo>
                <a:close/>
                <a:moveTo>
                  <a:pt x="648" y="567"/>
                </a:moveTo>
                <a:cubicBezTo>
                  <a:pt x="647" y="565"/>
                  <a:pt x="640" y="563"/>
                  <a:pt x="635" y="565"/>
                </a:cubicBezTo>
                <a:cubicBezTo>
                  <a:pt x="630" y="569"/>
                  <a:pt x="631" y="571"/>
                  <a:pt x="636" y="573"/>
                </a:cubicBezTo>
                <a:cubicBezTo>
                  <a:pt x="639" y="567"/>
                  <a:pt x="645" y="573"/>
                  <a:pt x="648" y="567"/>
                </a:cubicBezTo>
                <a:close/>
                <a:moveTo>
                  <a:pt x="640" y="527"/>
                </a:moveTo>
                <a:cubicBezTo>
                  <a:pt x="638" y="529"/>
                  <a:pt x="635" y="532"/>
                  <a:pt x="632" y="531"/>
                </a:cubicBezTo>
                <a:cubicBezTo>
                  <a:pt x="633" y="537"/>
                  <a:pt x="631" y="541"/>
                  <a:pt x="641" y="543"/>
                </a:cubicBezTo>
                <a:cubicBezTo>
                  <a:pt x="634" y="539"/>
                  <a:pt x="646" y="531"/>
                  <a:pt x="640" y="527"/>
                </a:cubicBezTo>
                <a:close/>
                <a:moveTo>
                  <a:pt x="317" y="584"/>
                </a:moveTo>
                <a:cubicBezTo>
                  <a:pt x="318" y="583"/>
                  <a:pt x="319" y="582"/>
                  <a:pt x="320" y="581"/>
                </a:cubicBezTo>
                <a:cubicBezTo>
                  <a:pt x="320" y="580"/>
                  <a:pt x="320" y="578"/>
                  <a:pt x="317" y="578"/>
                </a:cubicBezTo>
                <a:cubicBezTo>
                  <a:pt x="318" y="576"/>
                  <a:pt x="320" y="575"/>
                  <a:pt x="321" y="574"/>
                </a:cubicBezTo>
                <a:cubicBezTo>
                  <a:pt x="321" y="572"/>
                  <a:pt x="320" y="570"/>
                  <a:pt x="322" y="567"/>
                </a:cubicBezTo>
                <a:cubicBezTo>
                  <a:pt x="312" y="570"/>
                  <a:pt x="311" y="581"/>
                  <a:pt x="317" y="584"/>
                </a:cubicBezTo>
                <a:close/>
                <a:moveTo>
                  <a:pt x="313" y="639"/>
                </a:moveTo>
                <a:cubicBezTo>
                  <a:pt x="312" y="642"/>
                  <a:pt x="312" y="644"/>
                  <a:pt x="313" y="646"/>
                </a:cubicBezTo>
                <a:cubicBezTo>
                  <a:pt x="312" y="644"/>
                  <a:pt x="313" y="641"/>
                  <a:pt x="313" y="639"/>
                </a:cubicBezTo>
                <a:close/>
                <a:moveTo>
                  <a:pt x="200" y="402"/>
                </a:moveTo>
                <a:cubicBezTo>
                  <a:pt x="199" y="402"/>
                  <a:pt x="197" y="403"/>
                  <a:pt x="195" y="406"/>
                </a:cubicBezTo>
                <a:cubicBezTo>
                  <a:pt x="198" y="406"/>
                  <a:pt x="199" y="407"/>
                  <a:pt x="200" y="408"/>
                </a:cubicBezTo>
                <a:cubicBezTo>
                  <a:pt x="200" y="408"/>
                  <a:pt x="200" y="408"/>
                  <a:pt x="200" y="408"/>
                </a:cubicBezTo>
                <a:cubicBezTo>
                  <a:pt x="201" y="406"/>
                  <a:pt x="201" y="404"/>
                  <a:pt x="200" y="402"/>
                </a:cubicBezTo>
                <a:close/>
                <a:moveTo>
                  <a:pt x="195" y="401"/>
                </a:moveTo>
                <a:cubicBezTo>
                  <a:pt x="196" y="401"/>
                  <a:pt x="198" y="400"/>
                  <a:pt x="200" y="400"/>
                </a:cubicBezTo>
                <a:cubicBezTo>
                  <a:pt x="199" y="398"/>
                  <a:pt x="198" y="396"/>
                  <a:pt x="197" y="394"/>
                </a:cubicBezTo>
                <a:cubicBezTo>
                  <a:pt x="195" y="396"/>
                  <a:pt x="189" y="398"/>
                  <a:pt x="195" y="401"/>
                </a:cubicBezTo>
                <a:close/>
                <a:moveTo>
                  <a:pt x="1298" y="1264"/>
                </a:moveTo>
                <a:cubicBezTo>
                  <a:pt x="1300" y="1259"/>
                  <a:pt x="1302" y="1253"/>
                  <a:pt x="1293" y="1256"/>
                </a:cubicBezTo>
                <a:cubicBezTo>
                  <a:pt x="1291" y="1261"/>
                  <a:pt x="1292" y="1264"/>
                  <a:pt x="1298" y="1264"/>
                </a:cubicBezTo>
                <a:close/>
                <a:moveTo>
                  <a:pt x="1173" y="1081"/>
                </a:moveTo>
                <a:cubicBezTo>
                  <a:pt x="1169" y="1090"/>
                  <a:pt x="1181" y="1088"/>
                  <a:pt x="1188" y="1090"/>
                </a:cubicBezTo>
                <a:cubicBezTo>
                  <a:pt x="1192" y="1085"/>
                  <a:pt x="1195" y="1080"/>
                  <a:pt x="1190" y="1080"/>
                </a:cubicBezTo>
                <a:cubicBezTo>
                  <a:pt x="1197" y="1074"/>
                  <a:pt x="1204" y="1074"/>
                  <a:pt x="1207" y="1073"/>
                </a:cubicBezTo>
                <a:cubicBezTo>
                  <a:pt x="1211" y="1059"/>
                  <a:pt x="1185" y="1083"/>
                  <a:pt x="1173" y="1081"/>
                </a:cubicBezTo>
                <a:close/>
                <a:moveTo>
                  <a:pt x="1183" y="1071"/>
                </a:moveTo>
                <a:cubicBezTo>
                  <a:pt x="1191" y="1063"/>
                  <a:pt x="1180" y="1067"/>
                  <a:pt x="1183" y="1062"/>
                </a:cubicBezTo>
                <a:cubicBezTo>
                  <a:pt x="1175" y="1065"/>
                  <a:pt x="1177" y="1073"/>
                  <a:pt x="1183" y="1071"/>
                </a:cubicBezTo>
                <a:close/>
                <a:moveTo>
                  <a:pt x="1169" y="1070"/>
                </a:moveTo>
                <a:cubicBezTo>
                  <a:pt x="1170" y="1074"/>
                  <a:pt x="1166" y="1080"/>
                  <a:pt x="1177" y="1077"/>
                </a:cubicBezTo>
                <a:cubicBezTo>
                  <a:pt x="1180" y="1072"/>
                  <a:pt x="1172" y="1072"/>
                  <a:pt x="1169" y="1070"/>
                </a:cubicBezTo>
                <a:close/>
                <a:moveTo>
                  <a:pt x="1162" y="1105"/>
                </a:moveTo>
                <a:cubicBezTo>
                  <a:pt x="1166" y="1104"/>
                  <a:pt x="1167" y="1097"/>
                  <a:pt x="1172" y="1097"/>
                </a:cubicBezTo>
                <a:cubicBezTo>
                  <a:pt x="1172" y="1090"/>
                  <a:pt x="1162" y="1101"/>
                  <a:pt x="1157" y="1100"/>
                </a:cubicBezTo>
                <a:cubicBezTo>
                  <a:pt x="1153" y="1105"/>
                  <a:pt x="1156" y="1106"/>
                  <a:pt x="1162" y="1105"/>
                </a:cubicBezTo>
                <a:close/>
                <a:moveTo>
                  <a:pt x="1154" y="1362"/>
                </a:moveTo>
                <a:cubicBezTo>
                  <a:pt x="1146" y="1367"/>
                  <a:pt x="1149" y="1371"/>
                  <a:pt x="1153" y="1372"/>
                </a:cubicBezTo>
                <a:cubicBezTo>
                  <a:pt x="1154" y="1372"/>
                  <a:pt x="1154" y="1372"/>
                  <a:pt x="1154" y="1371"/>
                </a:cubicBezTo>
                <a:cubicBezTo>
                  <a:pt x="1151" y="1372"/>
                  <a:pt x="1156" y="1366"/>
                  <a:pt x="1155" y="1369"/>
                </a:cubicBezTo>
                <a:cubicBezTo>
                  <a:pt x="1156" y="1370"/>
                  <a:pt x="1157" y="1371"/>
                  <a:pt x="1159" y="1372"/>
                </a:cubicBezTo>
                <a:cubicBezTo>
                  <a:pt x="1162" y="1371"/>
                  <a:pt x="1165" y="1369"/>
                  <a:pt x="1167" y="1365"/>
                </a:cubicBezTo>
                <a:cubicBezTo>
                  <a:pt x="1167" y="1365"/>
                  <a:pt x="1167" y="1365"/>
                  <a:pt x="1167" y="1364"/>
                </a:cubicBezTo>
                <a:cubicBezTo>
                  <a:pt x="1166" y="1365"/>
                  <a:pt x="1164" y="1366"/>
                  <a:pt x="1163" y="1366"/>
                </a:cubicBezTo>
                <a:cubicBezTo>
                  <a:pt x="1164" y="1365"/>
                  <a:pt x="1164" y="1364"/>
                  <a:pt x="1164" y="1364"/>
                </a:cubicBezTo>
                <a:cubicBezTo>
                  <a:pt x="1159" y="1364"/>
                  <a:pt x="1152" y="1368"/>
                  <a:pt x="1154" y="1362"/>
                </a:cubicBezTo>
                <a:close/>
                <a:moveTo>
                  <a:pt x="1141" y="942"/>
                </a:moveTo>
                <a:cubicBezTo>
                  <a:pt x="1147" y="943"/>
                  <a:pt x="1150" y="938"/>
                  <a:pt x="1154" y="937"/>
                </a:cubicBezTo>
                <a:cubicBezTo>
                  <a:pt x="1158" y="940"/>
                  <a:pt x="1143" y="942"/>
                  <a:pt x="1142" y="949"/>
                </a:cubicBezTo>
                <a:cubicBezTo>
                  <a:pt x="1145" y="953"/>
                  <a:pt x="1156" y="945"/>
                  <a:pt x="1159" y="948"/>
                </a:cubicBezTo>
                <a:cubicBezTo>
                  <a:pt x="1166" y="938"/>
                  <a:pt x="1156" y="938"/>
                  <a:pt x="1156" y="932"/>
                </a:cubicBezTo>
                <a:cubicBezTo>
                  <a:pt x="1151" y="934"/>
                  <a:pt x="1145" y="936"/>
                  <a:pt x="1141" y="942"/>
                </a:cubicBezTo>
                <a:close/>
                <a:moveTo>
                  <a:pt x="1137" y="959"/>
                </a:moveTo>
                <a:cubicBezTo>
                  <a:pt x="1136" y="959"/>
                  <a:pt x="1135" y="959"/>
                  <a:pt x="1133" y="959"/>
                </a:cubicBezTo>
                <a:cubicBezTo>
                  <a:pt x="1128" y="965"/>
                  <a:pt x="1137" y="963"/>
                  <a:pt x="1130" y="970"/>
                </a:cubicBezTo>
                <a:cubicBezTo>
                  <a:pt x="1134" y="971"/>
                  <a:pt x="1138" y="970"/>
                  <a:pt x="1142" y="968"/>
                </a:cubicBezTo>
                <a:cubicBezTo>
                  <a:pt x="1141" y="962"/>
                  <a:pt x="1132" y="966"/>
                  <a:pt x="1137" y="959"/>
                </a:cubicBezTo>
                <a:close/>
                <a:moveTo>
                  <a:pt x="1128" y="948"/>
                </a:moveTo>
                <a:cubicBezTo>
                  <a:pt x="1126" y="953"/>
                  <a:pt x="1127" y="956"/>
                  <a:pt x="1136" y="955"/>
                </a:cubicBezTo>
                <a:cubicBezTo>
                  <a:pt x="1138" y="950"/>
                  <a:pt x="1131" y="950"/>
                  <a:pt x="1128" y="948"/>
                </a:cubicBezTo>
                <a:close/>
                <a:moveTo>
                  <a:pt x="1124" y="931"/>
                </a:moveTo>
                <a:cubicBezTo>
                  <a:pt x="1119" y="937"/>
                  <a:pt x="1127" y="936"/>
                  <a:pt x="1124" y="940"/>
                </a:cubicBezTo>
                <a:cubicBezTo>
                  <a:pt x="1128" y="940"/>
                  <a:pt x="1129" y="935"/>
                  <a:pt x="1133" y="935"/>
                </a:cubicBezTo>
                <a:cubicBezTo>
                  <a:pt x="1135" y="930"/>
                  <a:pt x="1130" y="931"/>
                  <a:pt x="1124" y="931"/>
                </a:cubicBezTo>
                <a:close/>
                <a:moveTo>
                  <a:pt x="1118" y="913"/>
                </a:moveTo>
                <a:cubicBezTo>
                  <a:pt x="1121" y="918"/>
                  <a:pt x="1119" y="926"/>
                  <a:pt x="1126" y="929"/>
                </a:cubicBezTo>
                <a:cubicBezTo>
                  <a:pt x="1128" y="922"/>
                  <a:pt x="1122" y="920"/>
                  <a:pt x="1125" y="912"/>
                </a:cubicBezTo>
                <a:cubicBezTo>
                  <a:pt x="1122" y="912"/>
                  <a:pt x="1120" y="913"/>
                  <a:pt x="1118" y="913"/>
                </a:cubicBezTo>
                <a:close/>
                <a:moveTo>
                  <a:pt x="1113" y="911"/>
                </a:moveTo>
                <a:cubicBezTo>
                  <a:pt x="1115" y="910"/>
                  <a:pt x="1118" y="909"/>
                  <a:pt x="1121" y="909"/>
                </a:cubicBezTo>
                <a:cubicBezTo>
                  <a:pt x="1127" y="901"/>
                  <a:pt x="1114" y="904"/>
                  <a:pt x="1118" y="898"/>
                </a:cubicBezTo>
                <a:cubicBezTo>
                  <a:pt x="1110" y="901"/>
                  <a:pt x="1115" y="907"/>
                  <a:pt x="1113" y="911"/>
                </a:cubicBezTo>
                <a:close/>
                <a:moveTo>
                  <a:pt x="1116" y="883"/>
                </a:moveTo>
                <a:cubicBezTo>
                  <a:pt x="1105" y="888"/>
                  <a:pt x="1112" y="894"/>
                  <a:pt x="1111" y="898"/>
                </a:cubicBezTo>
                <a:cubicBezTo>
                  <a:pt x="1119" y="896"/>
                  <a:pt x="1116" y="895"/>
                  <a:pt x="1119" y="890"/>
                </a:cubicBezTo>
                <a:cubicBezTo>
                  <a:pt x="1127" y="889"/>
                  <a:pt x="1123" y="893"/>
                  <a:pt x="1131" y="892"/>
                </a:cubicBezTo>
                <a:cubicBezTo>
                  <a:pt x="1134" y="883"/>
                  <a:pt x="1123" y="884"/>
                  <a:pt x="1116" y="883"/>
                </a:cubicBezTo>
                <a:close/>
                <a:moveTo>
                  <a:pt x="1101" y="876"/>
                </a:moveTo>
                <a:cubicBezTo>
                  <a:pt x="1105" y="876"/>
                  <a:pt x="1114" y="873"/>
                  <a:pt x="1107" y="879"/>
                </a:cubicBezTo>
                <a:cubicBezTo>
                  <a:pt x="1118" y="876"/>
                  <a:pt x="1119" y="882"/>
                  <a:pt x="1127" y="873"/>
                </a:cubicBezTo>
                <a:cubicBezTo>
                  <a:pt x="1125" y="871"/>
                  <a:pt x="1106" y="877"/>
                  <a:pt x="1111" y="868"/>
                </a:cubicBezTo>
                <a:cubicBezTo>
                  <a:pt x="1107" y="868"/>
                  <a:pt x="1104" y="871"/>
                  <a:pt x="1101" y="876"/>
                </a:cubicBezTo>
                <a:close/>
                <a:moveTo>
                  <a:pt x="1093" y="1259"/>
                </a:moveTo>
                <a:cubicBezTo>
                  <a:pt x="1097" y="1259"/>
                  <a:pt x="1101" y="1258"/>
                  <a:pt x="1104" y="1258"/>
                </a:cubicBezTo>
                <a:cubicBezTo>
                  <a:pt x="1102" y="1261"/>
                  <a:pt x="1096" y="1261"/>
                  <a:pt x="1095" y="1267"/>
                </a:cubicBezTo>
                <a:cubicBezTo>
                  <a:pt x="1107" y="1261"/>
                  <a:pt x="1109" y="1263"/>
                  <a:pt x="1108" y="1272"/>
                </a:cubicBezTo>
                <a:cubicBezTo>
                  <a:pt x="1114" y="1267"/>
                  <a:pt x="1111" y="1273"/>
                  <a:pt x="1119" y="1271"/>
                </a:cubicBezTo>
                <a:cubicBezTo>
                  <a:pt x="1120" y="1268"/>
                  <a:pt x="1122" y="1265"/>
                  <a:pt x="1123" y="1262"/>
                </a:cubicBezTo>
                <a:cubicBezTo>
                  <a:pt x="1111" y="1270"/>
                  <a:pt x="1116" y="1257"/>
                  <a:pt x="1109" y="1258"/>
                </a:cubicBezTo>
                <a:cubicBezTo>
                  <a:pt x="1117" y="1250"/>
                  <a:pt x="1110" y="1244"/>
                  <a:pt x="1106" y="1240"/>
                </a:cubicBezTo>
                <a:cubicBezTo>
                  <a:pt x="1108" y="1249"/>
                  <a:pt x="1100" y="1248"/>
                  <a:pt x="1093" y="1259"/>
                </a:cubicBezTo>
                <a:close/>
                <a:moveTo>
                  <a:pt x="1098" y="917"/>
                </a:moveTo>
                <a:cubicBezTo>
                  <a:pt x="1100" y="913"/>
                  <a:pt x="1089" y="916"/>
                  <a:pt x="1086" y="915"/>
                </a:cubicBezTo>
                <a:cubicBezTo>
                  <a:pt x="1082" y="920"/>
                  <a:pt x="1093" y="920"/>
                  <a:pt x="1098" y="917"/>
                </a:cubicBezTo>
                <a:close/>
                <a:moveTo>
                  <a:pt x="1069" y="1188"/>
                </a:moveTo>
                <a:cubicBezTo>
                  <a:pt x="1058" y="1191"/>
                  <a:pt x="1064" y="1197"/>
                  <a:pt x="1066" y="1200"/>
                </a:cubicBezTo>
                <a:cubicBezTo>
                  <a:pt x="1075" y="1197"/>
                  <a:pt x="1072" y="1195"/>
                  <a:pt x="1081" y="1197"/>
                </a:cubicBezTo>
                <a:cubicBezTo>
                  <a:pt x="1085" y="1186"/>
                  <a:pt x="1063" y="1199"/>
                  <a:pt x="1069" y="1188"/>
                </a:cubicBezTo>
                <a:close/>
                <a:moveTo>
                  <a:pt x="1062" y="971"/>
                </a:moveTo>
                <a:cubicBezTo>
                  <a:pt x="1066" y="973"/>
                  <a:pt x="1067" y="978"/>
                  <a:pt x="1071" y="980"/>
                </a:cubicBezTo>
                <a:cubicBezTo>
                  <a:pt x="1080" y="975"/>
                  <a:pt x="1067" y="968"/>
                  <a:pt x="1062" y="971"/>
                </a:cubicBezTo>
                <a:close/>
                <a:moveTo>
                  <a:pt x="1063" y="1153"/>
                </a:moveTo>
                <a:cubicBezTo>
                  <a:pt x="1072" y="1143"/>
                  <a:pt x="1056" y="1139"/>
                  <a:pt x="1061" y="1127"/>
                </a:cubicBezTo>
                <a:cubicBezTo>
                  <a:pt x="1043" y="1138"/>
                  <a:pt x="1064" y="1144"/>
                  <a:pt x="1063" y="1153"/>
                </a:cubicBezTo>
                <a:close/>
                <a:moveTo>
                  <a:pt x="1048" y="1103"/>
                </a:moveTo>
                <a:cubicBezTo>
                  <a:pt x="1031" y="1111"/>
                  <a:pt x="1054" y="1113"/>
                  <a:pt x="1056" y="1118"/>
                </a:cubicBezTo>
                <a:cubicBezTo>
                  <a:pt x="1062" y="1108"/>
                  <a:pt x="1043" y="1112"/>
                  <a:pt x="1048" y="1103"/>
                </a:cubicBezTo>
                <a:close/>
                <a:moveTo>
                  <a:pt x="1043" y="1083"/>
                </a:moveTo>
                <a:cubicBezTo>
                  <a:pt x="1043" y="1090"/>
                  <a:pt x="1041" y="1094"/>
                  <a:pt x="1032" y="1097"/>
                </a:cubicBezTo>
                <a:cubicBezTo>
                  <a:pt x="1031" y="1099"/>
                  <a:pt x="1030" y="1100"/>
                  <a:pt x="1029" y="1101"/>
                </a:cubicBezTo>
                <a:cubicBezTo>
                  <a:pt x="1032" y="1100"/>
                  <a:pt x="1036" y="1099"/>
                  <a:pt x="1040" y="1099"/>
                </a:cubicBezTo>
                <a:cubicBezTo>
                  <a:pt x="1046" y="1090"/>
                  <a:pt x="1054" y="1084"/>
                  <a:pt x="1043" y="1083"/>
                </a:cubicBezTo>
                <a:close/>
                <a:moveTo>
                  <a:pt x="1037" y="866"/>
                </a:moveTo>
                <a:cubicBezTo>
                  <a:pt x="1033" y="871"/>
                  <a:pt x="1036" y="872"/>
                  <a:pt x="1042" y="872"/>
                </a:cubicBezTo>
                <a:cubicBezTo>
                  <a:pt x="1046" y="867"/>
                  <a:pt x="1044" y="866"/>
                  <a:pt x="1037" y="866"/>
                </a:cubicBezTo>
                <a:close/>
                <a:moveTo>
                  <a:pt x="1032" y="817"/>
                </a:moveTo>
                <a:cubicBezTo>
                  <a:pt x="1027" y="823"/>
                  <a:pt x="1034" y="826"/>
                  <a:pt x="1039" y="823"/>
                </a:cubicBezTo>
                <a:cubicBezTo>
                  <a:pt x="1039" y="820"/>
                  <a:pt x="1040" y="816"/>
                  <a:pt x="1032" y="817"/>
                </a:cubicBezTo>
                <a:close/>
                <a:moveTo>
                  <a:pt x="1022" y="792"/>
                </a:moveTo>
                <a:cubicBezTo>
                  <a:pt x="1017" y="799"/>
                  <a:pt x="1026" y="798"/>
                  <a:pt x="1033" y="798"/>
                </a:cubicBezTo>
                <a:cubicBezTo>
                  <a:pt x="1038" y="792"/>
                  <a:pt x="1026" y="794"/>
                  <a:pt x="1022" y="792"/>
                </a:cubicBezTo>
                <a:close/>
                <a:moveTo>
                  <a:pt x="1017" y="773"/>
                </a:moveTo>
                <a:cubicBezTo>
                  <a:pt x="1019" y="778"/>
                  <a:pt x="1020" y="783"/>
                  <a:pt x="1028" y="785"/>
                </a:cubicBezTo>
                <a:cubicBezTo>
                  <a:pt x="1036" y="778"/>
                  <a:pt x="1021" y="782"/>
                  <a:pt x="1030" y="774"/>
                </a:cubicBezTo>
                <a:cubicBezTo>
                  <a:pt x="1026" y="774"/>
                  <a:pt x="1021" y="774"/>
                  <a:pt x="1017" y="773"/>
                </a:cubicBezTo>
                <a:close/>
                <a:moveTo>
                  <a:pt x="1012" y="726"/>
                </a:moveTo>
                <a:cubicBezTo>
                  <a:pt x="1011" y="730"/>
                  <a:pt x="1014" y="731"/>
                  <a:pt x="1019" y="732"/>
                </a:cubicBezTo>
                <a:cubicBezTo>
                  <a:pt x="1025" y="727"/>
                  <a:pt x="1015" y="729"/>
                  <a:pt x="1022" y="723"/>
                </a:cubicBezTo>
                <a:cubicBezTo>
                  <a:pt x="1018" y="724"/>
                  <a:pt x="1016" y="726"/>
                  <a:pt x="1012" y="726"/>
                </a:cubicBezTo>
                <a:close/>
                <a:moveTo>
                  <a:pt x="1015" y="685"/>
                </a:moveTo>
                <a:cubicBezTo>
                  <a:pt x="1013" y="681"/>
                  <a:pt x="1009" y="677"/>
                  <a:pt x="1008" y="674"/>
                </a:cubicBezTo>
                <a:cubicBezTo>
                  <a:pt x="996" y="683"/>
                  <a:pt x="1017" y="686"/>
                  <a:pt x="1006" y="698"/>
                </a:cubicBezTo>
                <a:cubicBezTo>
                  <a:pt x="1016" y="694"/>
                  <a:pt x="1017" y="689"/>
                  <a:pt x="1015" y="685"/>
                </a:cubicBezTo>
                <a:close/>
                <a:moveTo>
                  <a:pt x="1005" y="653"/>
                </a:moveTo>
                <a:cubicBezTo>
                  <a:pt x="1000" y="660"/>
                  <a:pt x="1010" y="659"/>
                  <a:pt x="999" y="666"/>
                </a:cubicBezTo>
                <a:cubicBezTo>
                  <a:pt x="1012" y="664"/>
                  <a:pt x="1005" y="668"/>
                  <a:pt x="1011" y="670"/>
                </a:cubicBezTo>
                <a:cubicBezTo>
                  <a:pt x="1011" y="669"/>
                  <a:pt x="1012" y="666"/>
                  <a:pt x="1015" y="663"/>
                </a:cubicBezTo>
                <a:cubicBezTo>
                  <a:pt x="1006" y="662"/>
                  <a:pt x="1014" y="655"/>
                  <a:pt x="1005" y="653"/>
                </a:cubicBezTo>
                <a:close/>
                <a:moveTo>
                  <a:pt x="1025" y="589"/>
                </a:moveTo>
                <a:cubicBezTo>
                  <a:pt x="1031" y="581"/>
                  <a:pt x="1028" y="577"/>
                  <a:pt x="1022" y="574"/>
                </a:cubicBezTo>
                <a:cubicBezTo>
                  <a:pt x="1023" y="579"/>
                  <a:pt x="1020" y="585"/>
                  <a:pt x="1025" y="589"/>
                </a:cubicBezTo>
                <a:close/>
                <a:moveTo>
                  <a:pt x="999" y="614"/>
                </a:moveTo>
                <a:cubicBezTo>
                  <a:pt x="999" y="620"/>
                  <a:pt x="997" y="626"/>
                  <a:pt x="1007" y="628"/>
                </a:cubicBezTo>
                <a:cubicBezTo>
                  <a:pt x="1014" y="622"/>
                  <a:pt x="1002" y="624"/>
                  <a:pt x="1005" y="620"/>
                </a:cubicBezTo>
                <a:cubicBezTo>
                  <a:pt x="1008" y="615"/>
                  <a:pt x="1016" y="623"/>
                  <a:pt x="1018" y="616"/>
                </a:cubicBezTo>
                <a:cubicBezTo>
                  <a:pt x="1005" y="619"/>
                  <a:pt x="1007" y="612"/>
                  <a:pt x="999" y="614"/>
                </a:cubicBezTo>
                <a:close/>
                <a:moveTo>
                  <a:pt x="987" y="656"/>
                </a:moveTo>
                <a:cubicBezTo>
                  <a:pt x="995" y="656"/>
                  <a:pt x="1002" y="653"/>
                  <a:pt x="1008" y="648"/>
                </a:cubicBezTo>
                <a:cubicBezTo>
                  <a:pt x="1006" y="645"/>
                  <a:pt x="992" y="648"/>
                  <a:pt x="987" y="656"/>
                </a:cubicBezTo>
                <a:close/>
                <a:moveTo>
                  <a:pt x="988" y="525"/>
                </a:moveTo>
                <a:cubicBezTo>
                  <a:pt x="985" y="529"/>
                  <a:pt x="984" y="533"/>
                  <a:pt x="985" y="535"/>
                </a:cubicBezTo>
                <a:cubicBezTo>
                  <a:pt x="989" y="535"/>
                  <a:pt x="999" y="523"/>
                  <a:pt x="988" y="525"/>
                </a:cubicBezTo>
                <a:close/>
                <a:moveTo>
                  <a:pt x="1004" y="512"/>
                </a:moveTo>
                <a:cubicBezTo>
                  <a:pt x="997" y="512"/>
                  <a:pt x="991" y="516"/>
                  <a:pt x="984" y="517"/>
                </a:cubicBezTo>
                <a:cubicBezTo>
                  <a:pt x="985" y="519"/>
                  <a:pt x="985" y="522"/>
                  <a:pt x="990" y="523"/>
                </a:cubicBezTo>
                <a:cubicBezTo>
                  <a:pt x="994" y="518"/>
                  <a:pt x="1000" y="518"/>
                  <a:pt x="1004" y="512"/>
                </a:cubicBezTo>
                <a:close/>
                <a:moveTo>
                  <a:pt x="978" y="511"/>
                </a:moveTo>
                <a:cubicBezTo>
                  <a:pt x="987" y="510"/>
                  <a:pt x="995" y="507"/>
                  <a:pt x="999" y="511"/>
                </a:cubicBezTo>
                <a:cubicBezTo>
                  <a:pt x="1014" y="502"/>
                  <a:pt x="991" y="505"/>
                  <a:pt x="987" y="499"/>
                </a:cubicBezTo>
                <a:cubicBezTo>
                  <a:pt x="982" y="505"/>
                  <a:pt x="987" y="506"/>
                  <a:pt x="978" y="511"/>
                </a:cubicBezTo>
                <a:close/>
                <a:moveTo>
                  <a:pt x="976" y="532"/>
                </a:moveTo>
                <a:cubicBezTo>
                  <a:pt x="984" y="526"/>
                  <a:pt x="980" y="523"/>
                  <a:pt x="979" y="520"/>
                </a:cubicBezTo>
                <a:cubicBezTo>
                  <a:pt x="968" y="522"/>
                  <a:pt x="980" y="525"/>
                  <a:pt x="973" y="530"/>
                </a:cubicBezTo>
                <a:cubicBezTo>
                  <a:pt x="966" y="535"/>
                  <a:pt x="964" y="529"/>
                  <a:pt x="960" y="529"/>
                </a:cubicBezTo>
                <a:cubicBezTo>
                  <a:pt x="959" y="533"/>
                  <a:pt x="961" y="536"/>
                  <a:pt x="967" y="537"/>
                </a:cubicBezTo>
                <a:cubicBezTo>
                  <a:pt x="969" y="533"/>
                  <a:pt x="972" y="532"/>
                  <a:pt x="976" y="532"/>
                </a:cubicBezTo>
                <a:close/>
                <a:moveTo>
                  <a:pt x="965" y="574"/>
                </a:moveTo>
                <a:cubicBezTo>
                  <a:pt x="974" y="573"/>
                  <a:pt x="971" y="568"/>
                  <a:pt x="977" y="566"/>
                </a:cubicBezTo>
                <a:cubicBezTo>
                  <a:pt x="988" y="567"/>
                  <a:pt x="977" y="572"/>
                  <a:pt x="976" y="577"/>
                </a:cubicBezTo>
                <a:cubicBezTo>
                  <a:pt x="980" y="578"/>
                  <a:pt x="985" y="574"/>
                  <a:pt x="983" y="577"/>
                </a:cubicBezTo>
                <a:cubicBezTo>
                  <a:pt x="994" y="571"/>
                  <a:pt x="986" y="563"/>
                  <a:pt x="974" y="562"/>
                </a:cubicBezTo>
                <a:cubicBezTo>
                  <a:pt x="966" y="566"/>
                  <a:pt x="964" y="570"/>
                  <a:pt x="965" y="574"/>
                </a:cubicBezTo>
                <a:close/>
                <a:moveTo>
                  <a:pt x="967" y="615"/>
                </a:moveTo>
                <a:cubicBezTo>
                  <a:pt x="968" y="612"/>
                  <a:pt x="976" y="606"/>
                  <a:pt x="968" y="606"/>
                </a:cubicBezTo>
                <a:cubicBezTo>
                  <a:pt x="964" y="610"/>
                  <a:pt x="956" y="616"/>
                  <a:pt x="967" y="615"/>
                </a:cubicBezTo>
                <a:close/>
                <a:moveTo>
                  <a:pt x="970" y="683"/>
                </a:moveTo>
                <a:cubicBezTo>
                  <a:pt x="967" y="682"/>
                  <a:pt x="963" y="682"/>
                  <a:pt x="959" y="682"/>
                </a:cubicBezTo>
                <a:cubicBezTo>
                  <a:pt x="956" y="685"/>
                  <a:pt x="959" y="685"/>
                  <a:pt x="957" y="687"/>
                </a:cubicBezTo>
                <a:cubicBezTo>
                  <a:pt x="962" y="687"/>
                  <a:pt x="967" y="687"/>
                  <a:pt x="970" y="683"/>
                </a:cubicBezTo>
                <a:close/>
                <a:moveTo>
                  <a:pt x="977" y="640"/>
                </a:moveTo>
                <a:cubicBezTo>
                  <a:pt x="980" y="636"/>
                  <a:pt x="969" y="638"/>
                  <a:pt x="966" y="639"/>
                </a:cubicBezTo>
                <a:cubicBezTo>
                  <a:pt x="963" y="646"/>
                  <a:pt x="972" y="642"/>
                  <a:pt x="977" y="640"/>
                </a:cubicBezTo>
                <a:close/>
                <a:moveTo>
                  <a:pt x="966" y="848"/>
                </a:moveTo>
                <a:cubicBezTo>
                  <a:pt x="975" y="848"/>
                  <a:pt x="975" y="848"/>
                  <a:pt x="975" y="848"/>
                </a:cubicBezTo>
                <a:cubicBezTo>
                  <a:pt x="975" y="845"/>
                  <a:pt x="978" y="841"/>
                  <a:pt x="970" y="842"/>
                </a:cubicBezTo>
                <a:lnTo>
                  <a:pt x="966" y="848"/>
                </a:lnTo>
                <a:close/>
                <a:moveTo>
                  <a:pt x="946" y="859"/>
                </a:moveTo>
                <a:cubicBezTo>
                  <a:pt x="942" y="865"/>
                  <a:pt x="957" y="863"/>
                  <a:pt x="960" y="855"/>
                </a:cubicBezTo>
                <a:cubicBezTo>
                  <a:pt x="954" y="853"/>
                  <a:pt x="950" y="857"/>
                  <a:pt x="946" y="859"/>
                </a:cubicBezTo>
                <a:close/>
                <a:moveTo>
                  <a:pt x="942" y="860"/>
                </a:moveTo>
                <a:cubicBezTo>
                  <a:pt x="947" y="858"/>
                  <a:pt x="951" y="853"/>
                  <a:pt x="956" y="851"/>
                </a:cubicBezTo>
                <a:cubicBezTo>
                  <a:pt x="958" y="847"/>
                  <a:pt x="946" y="854"/>
                  <a:pt x="941" y="853"/>
                </a:cubicBezTo>
                <a:cubicBezTo>
                  <a:pt x="940" y="856"/>
                  <a:pt x="936" y="861"/>
                  <a:pt x="942" y="860"/>
                </a:cubicBezTo>
                <a:close/>
                <a:moveTo>
                  <a:pt x="935" y="868"/>
                </a:moveTo>
                <a:cubicBezTo>
                  <a:pt x="942" y="864"/>
                  <a:pt x="929" y="861"/>
                  <a:pt x="936" y="854"/>
                </a:cubicBezTo>
                <a:cubicBezTo>
                  <a:pt x="920" y="859"/>
                  <a:pt x="932" y="865"/>
                  <a:pt x="935" y="868"/>
                </a:cubicBezTo>
                <a:close/>
                <a:moveTo>
                  <a:pt x="912" y="939"/>
                </a:moveTo>
                <a:cubicBezTo>
                  <a:pt x="912" y="940"/>
                  <a:pt x="912" y="940"/>
                  <a:pt x="911" y="940"/>
                </a:cubicBezTo>
                <a:cubicBezTo>
                  <a:pt x="911" y="942"/>
                  <a:pt x="910" y="943"/>
                  <a:pt x="909" y="945"/>
                </a:cubicBezTo>
                <a:cubicBezTo>
                  <a:pt x="911" y="945"/>
                  <a:pt x="914" y="945"/>
                  <a:pt x="917" y="945"/>
                </a:cubicBezTo>
                <a:cubicBezTo>
                  <a:pt x="921" y="940"/>
                  <a:pt x="918" y="939"/>
                  <a:pt x="912" y="939"/>
                </a:cubicBezTo>
                <a:close/>
                <a:moveTo>
                  <a:pt x="891" y="755"/>
                </a:moveTo>
                <a:cubicBezTo>
                  <a:pt x="888" y="755"/>
                  <a:pt x="886" y="758"/>
                  <a:pt x="884" y="760"/>
                </a:cubicBezTo>
                <a:cubicBezTo>
                  <a:pt x="888" y="761"/>
                  <a:pt x="891" y="761"/>
                  <a:pt x="895" y="761"/>
                </a:cubicBezTo>
                <a:cubicBezTo>
                  <a:pt x="904" y="754"/>
                  <a:pt x="886" y="760"/>
                  <a:pt x="891" y="755"/>
                </a:cubicBezTo>
                <a:close/>
                <a:moveTo>
                  <a:pt x="909" y="758"/>
                </a:moveTo>
                <a:cubicBezTo>
                  <a:pt x="915" y="756"/>
                  <a:pt x="923" y="746"/>
                  <a:pt x="914" y="747"/>
                </a:cubicBezTo>
                <a:cubicBezTo>
                  <a:pt x="910" y="754"/>
                  <a:pt x="899" y="757"/>
                  <a:pt x="909" y="758"/>
                </a:cubicBezTo>
                <a:close/>
                <a:moveTo>
                  <a:pt x="893" y="720"/>
                </a:moveTo>
                <a:cubicBezTo>
                  <a:pt x="889" y="724"/>
                  <a:pt x="882" y="726"/>
                  <a:pt x="884" y="729"/>
                </a:cubicBezTo>
                <a:cubicBezTo>
                  <a:pt x="894" y="725"/>
                  <a:pt x="895" y="727"/>
                  <a:pt x="905" y="729"/>
                </a:cubicBezTo>
                <a:cubicBezTo>
                  <a:pt x="901" y="732"/>
                  <a:pt x="896" y="732"/>
                  <a:pt x="893" y="738"/>
                </a:cubicBezTo>
                <a:cubicBezTo>
                  <a:pt x="897" y="739"/>
                  <a:pt x="900" y="737"/>
                  <a:pt x="903" y="737"/>
                </a:cubicBezTo>
                <a:cubicBezTo>
                  <a:pt x="908" y="730"/>
                  <a:pt x="914" y="724"/>
                  <a:pt x="908" y="720"/>
                </a:cubicBezTo>
                <a:cubicBezTo>
                  <a:pt x="903" y="721"/>
                  <a:pt x="905" y="723"/>
                  <a:pt x="904" y="725"/>
                </a:cubicBezTo>
                <a:cubicBezTo>
                  <a:pt x="900" y="724"/>
                  <a:pt x="901" y="720"/>
                  <a:pt x="893" y="720"/>
                </a:cubicBezTo>
                <a:close/>
                <a:moveTo>
                  <a:pt x="880" y="700"/>
                </a:moveTo>
                <a:cubicBezTo>
                  <a:pt x="874" y="706"/>
                  <a:pt x="887" y="704"/>
                  <a:pt x="889" y="707"/>
                </a:cubicBezTo>
                <a:cubicBezTo>
                  <a:pt x="890" y="703"/>
                  <a:pt x="887" y="701"/>
                  <a:pt x="880" y="700"/>
                </a:cubicBezTo>
                <a:close/>
                <a:moveTo>
                  <a:pt x="880" y="694"/>
                </a:moveTo>
                <a:cubicBezTo>
                  <a:pt x="884" y="690"/>
                  <a:pt x="885" y="687"/>
                  <a:pt x="885" y="685"/>
                </a:cubicBezTo>
                <a:cubicBezTo>
                  <a:pt x="879" y="685"/>
                  <a:pt x="870" y="695"/>
                  <a:pt x="880" y="694"/>
                </a:cubicBezTo>
                <a:close/>
                <a:moveTo>
                  <a:pt x="885" y="631"/>
                </a:moveTo>
                <a:cubicBezTo>
                  <a:pt x="879" y="637"/>
                  <a:pt x="887" y="637"/>
                  <a:pt x="884" y="641"/>
                </a:cubicBezTo>
                <a:cubicBezTo>
                  <a:pt x="890" y="640"/>
                  <a:pt x="892" y="631"/>
                  <a:pt x="885" y="631"/>
                </a:cubicBezTo>
                <a:close/>
                <a:moveTo>
                  <a:pt x="893" y="625"/>
                </a:moveTo>
                <a:cubicBezTo>
                  <a:pt x="888" y="622"/>
                  <a:pt x="885" y="630"/>
                  <a:pt x="880" y="629"/>
                </a:cubicBezTo>
                <a:cubicBezTo>
                  <a:pt x="878" y="634"/>
                  <a:pt x="891" y="630"/>
                  <a:pt x="893" y="625"/>
                </a:cubicBezTo>
                <a:close/>
                <a:moveTo>
                  <a:pt x="874" y="590"/>
                </a:moveTo>
                <a:cubicBezTo>
                  <a:pt x="868" y="596"/>
                  <a:pt x="872" y="599"/>
                  <a:pt x="880" y="600"/>
                </a:cubicBezTo>
                <a:cubicBezTo>
                  <a:pt x="879" y="596"/>
                  <a:pt x="881" y="591"/>
                  <a:pt x="874" y="590"/>
                </a:cubicBezTo>
                <a:close/>
                <a:moveTo>
                  <a:pt x="863" y="550"/>
                </a:moveTo>
                <a:cubicBezTo>
                  <a:pt x="856" y="555"/>
                  <a:pt x="862" y="555"/>
                  <a:pt x="857" y="559"/>
                </a:cubicBezTo>
                <a:cubicBezTo>
                  <a:pt x="871" y="558"/>
                  <a:pt x="861" y="565"/>
                  <a:pt x="870" y="566"/>
                </a:cubicBezTo>
                <a:cubicBezTo>
                  <a:pt x="875" y="561"/>
                  <a:pt x="869" y="559"/>
                  <a:pt x="878" y="552"/>
                </a:cubicBezTo>
                <a:cubicBezTo>
                  <a:pt x="868" y="552"/>
                  <a:pt x="871" y="552"/>
                  <a:pt x="863" y="550"/>
                </a:cubicBezTo>
                <a:close/>
                <a:moveTo>
                  <a:pt x="868" y="524"/>
                </a:moveTo>
                <a:cubicBezTo>
                  <a:pt x="855" y="526"/>
                  <a:pt x="858" y="544"/>
                  <a:pt x="867" y="541"/>
                </a:cubicBezTo>
                <a:cubicBezTo>
                  <a:pt x="876" y="532"/>
                  <a:pt x="860" y="533"/>
                  <a:pt x="868" y="524"/>
                </a:cubicBezTo>
                <a:close/>
                <a:moveTo>
                  <a:pt x="885" y="369"/>
                </a:moveTo>
                <a:cubicBezTo>
                  <a:pt x="889" y="370"/>
                  <a:pt x="892" y="365"/>
                  <a:pt x="897" y="365"/>
                </a:cubicBezTo>
                <a:cubicBezTo>
                  <a:pt x="899" y="360"/>
                  <a:pt x="882" y="365"/>
                  <a:pt x="885" y="369"/>
                </a:cubicBezTo>
                <a:close/>
                <a:moveTo>
                  <a:pt x="848" y="380"/>
                </a:moveTo>
                <a:cubicBezTo>
                  <a:pt x="852" y="381"/>
                  <a:pt x="854" y="376"/>
                  <a:pt x="858" y="377"/>
                </a:cubicBezTo>
                <a:cubicBezTo>
                  <a:pt x="859" y="381"/>
                  <a:pt x="857" y="384"/>
                  <a:pt x="848" y="390"/>
                </a:cubicBezTo>
                <a:cubicBezTo>
                  <a:pt x="855" y="392"/>
                  <a:pt x="842" y="400"/>
                  <a:pt x="855" y="401"/>
                </a:cubicBezTo>
                <a:cubicBezTo>
                  <a:pt x="847" y="404"/>
                  <a:pt x="854" y="408"/>
                  <a:pt x="846" y="408"/>
                </a:cubicBezTo>
                <a:cubicBezTo>
                  <a:pt x="844" y="415"/>
                  <a:pt x="856" y="407"/>
                  <a:pt x="860" y="405"/>
                </a:cubicBezTo>
                <a:cubicBezTo>
                  <a:pt x="864" y="400"/>
                  <a:pt x="859" y="398"/>
                  <a:pt x="869" y="392"/>
                </a:cubicBezTo>
                <a:cubicBezTo>
                  <a:pt x="875" y="393"/>
                  <a:pt x="864" y="398"/>
                  <a:pt x="873" y="398"/>
                </a:cubicBezTo>
                <a:cubicBezTo>
                  <a:pt x="878" y="395"/>
                  <a:pt x="872" y="392"/>
                  <a:pt x="880" y="394"/>
                </a:cubicBezTo>
                <a:cubicBezTo>
                  <a:pt x="882" y="390"/>
                  <a:pt x="883" y="386"/>
                  <a:pt x="882" y="383"/>
                </a:cubicBezTo>
                <a:cubicBezTo>
                  <a:pt x="885" y="381"/>
                  <a:pt x="884" y="384"/>
                  <a:pt x="888" y="384"/>
                </a:cubicBezTo>
                <a:cubicBezTo>
                  <a:pt x="896" y="380"/>
                  <a:pt x="893" y="378"/>
                  <a:pt x="893" y="376"/>
                </a:cubicBezTo>
                <a:cubicBezTo>
                  <a:pt x="883" y="380"/>
                  <a:pt x="889" y="375"/>
                  <a:pt x="882" y="374"/>
                </a:cubicBezTo>
                <a:cubicBezTo>
                  <a:pt x="879" y="375"/>
                  <a:pt x="876" y="377"/>
                  <a:pt x="873" y="379"/>
                </a:cubicBezTo>
                <a:cubicBezTo>
                  <a:pt x="870" y="379"/>
                  <a:pt x="877" y="375"/>
                  <a:pt x="874" y="374"/>
                </a:cubicBezTo>
                <a:cubicBezTo>
                  <a:pt x="877" y="373"/>
                  <a:pt x="880" y="373"/>
                  <a:pt x="883" y="370"/>
                </a:cubicBezTo>
                <a:cubicBezTo>
                  <a:pt x="866" y="371"/>
                  <a:pt x="857" y="369"/>
                  <a:pt x="848" y="380"/>
                </a:cubicBezTo>
                <a:close/>
                <a:moveTo>
                  <a:pt x="818" y="344"/>
                </a:moveTo>
                <a:cubicBezTo>
                  <a:pt x="821" y="344"/>
                  <a:pt x="825" y="343"/>
                  <a:pt x="828" y="340"/>
                </a:cubicBezTo>
                <a:cubicBezTo>
                  <a:pt x="826" y="347"/>
                  <a:pt x="821" y="360"/>
                  <a:pt x="832" y="360"/>
                </a:cubicBezTo>
                <a:cubicBezTo>
                  <a:pt x="836" y="352"/>
                  <a:pt x="833" y="348"/>
                  <a:pt x="846" y="340"/>
                </a:cubicBezTo>
                <a:cubicBezTo>
                  <a:pt x="843" y="336"/>
                  <a:pt x="847" y="331"/>
                  <a:pt x="832" y="330"/>
                </a:cubicBezTo>
                <a:cubicBezTo>
                  <a:pt x="838" y="329"/>
                  <a:pt x="844" y="329"/>
                  <a:pt x="850" y="326"/>
                </a:cubicBezTo>
                <a:cubicBezTo>
                  <a:pt x="851" y="323"/>
                  <a:pt x="850" y="320"/>
                  <a:pt x="848" y="318"/>
                </a:cubicBezTo>
                <a:cubicBezTo>
                  <a:pt x="843" y="318"/>
                  <a:pt x="838" y="317"/>
                  <a:pt x="834" y="319"/>
                </a:cubicBezTo>
                <a:cubicBezTo>
                  <a:pt x="835" y="314"/>
                  <a:pt x="828" y="317"/>
                  <a:pt x="833" y="311"/>
                </a:cubicBezTo>
                <a:cubicBezTo>
                  <a:pt x="814" y="320"/>
                  <a:pt x="824" y="332"/>
                  <a:pt x="827" y="336"/>
                </a:cubicBezTo>
                <a:cubicBezTo>
                  <a:pt x="820" y="335"/>
                  <a:pt x="817" y="338"/>
                  <a:pt x="818" y="344"/>
                </a:cubicBezTo>
                <a:close/>
                <a:moveTo>
                  <a:pt x="808" y="357"/>
                </a:moveTo>
                <a:cubicBezTo>
                  <a:pt x="803" y="361"/>
                  <a:pt x="801" y="364"/>
                  <a:pt x="808" y="365"/>
                </a:cubicBezTo>
                <a:cubicBezTo>
                  <a:pt x="810" y="362"/>
                  <a:pt x="814" y="362"/>
                  <a:pt x="817" y="359"/>
                </a:cubicBezTo>
                <a:cubicBezTo>
                  <a:pt x="814" y="358"/>
                  <a:pt x="811" y="358"/>
                  <a:pt x="808" y="357"/>
                </a:cubicBezTo>
                <a:close/>
                <a:moveTo>
                  <a:pt x="808" y="347"/>
                </a:moveTo>
                <a:cubicBezTo>
                  <a:pt x="813" y="344"/>
                  <a:pt x="810" y="342"/>
                  <a:pt x="813" y="339"/>
                </a:cubicBezTo>
                <a:cubicBezTo>
                  <a:pt x="804" y="338"/>
                  <a:pt x="801" y="347"/>
                  <a:pt x="808" y="347"/>
                </a:cubicBezTo>
                <a:close/>
                <a:moveTo>
                  <a:pt x="823" y="213"/>
                </a:moveTo>
                <a:cubicBezTo>
                  <a:pt x="836" y="216"/>
                  <a:pt x="839" y="201"/>
                  <a:pt x="826" y="204"/>
                </a:cubicBezTo>
                <a:cubicBezTo>
                  <a:pt x="822" y="209"/>
                  <a:pt x="837" y="208"/>
                  <a:pt x="823" y="213"/>
                </a:cubicBezTo>
                <a:close/>
                <a:moveTo>
                  <a:pt x="829" y="193"/>
                </a:moveTo>
                <a:cubicBezTo>
                  <a:pt x="833" y="191"/>
                  <a:pt x="831" y="190"/>
                  <a:pt x="835" y="187"/>
                </a:cubicBezTo>
                <a:cubicBezTo>
                  <a:pt x="831" y="186"/>
                  <a:pt x="828" y="187"/>
                  <a:pt x="824" y="187"/>
                </a:cubicBezTo>
                <a:cubicBezTo>
                  <a:pt x="817" y="191"/>
                  <a:pt x="823" y="192"/>
                  <a:pt x="829" y="193"/>
                </a:cubicBezTo>
                <a:close/>
                <a:moveTo>
                  <a:pt x="807" y="242"/>
                </a:moveTo>
                <a:cubicBezTo>
                  <a:pt x="819" y="243"/>
                  <a:pt x="801" y="250"/>
                  <a:pt x="810" y="251"/>
                </a:cubicBezTo>
                <a:cubicBezTo>
                  <a:pt x="811" y="244"/>
                  <a:pt x="835" y="238"/>
                  <a:pt x="820" y="234"/>
                </a:cubicBezTo>
                <a:cubicBezTo>
                  <a:pt x="821" y="239"/>
                  <a:pt x="812" y="238"/>
                  <a:pt x="807" y="242"/>
                </a:cubicBezTo>
                <a:close/>
                <a:moveTo>
                  <a:pt x="790" y="315"/>
                </a:moveTo>
                <a:cubicBezTo>
                  <a:pt x="791" y="314"/>
                  <a:pt x="792" y="313"/>
                  <a:pt x="793" y="312"/>
                </a:cubicBezTo>
                <a:cubicBezTo>
                  <a:pt x="778" y="316"/>
                  <a:pt x="793" y="322"/>
                  <a:pt x="788" y="328"/>
                </a:cubicBezTo>
                <a:cubicBezTo>
                  <a:pt x="799" y="327"/>
                  <a:pt x="789" y="314"/>
                  <a:pt x="805" y="318"/>
                </a:cubicBezTo>
                <a:cubicBezTo>
                  <a:pt x="811" y="314"/>
                  <a:pt x="804" y="314"/>
                  <a:pt x="808" y="311"/>
                </a:cubicBezTo>
                <a:cubicBezTo>
                  <a:pt x="802" y="313"/>
                  <a:pt x="796" y="315"/>
                  <a:pt x="790" y="315"/>
                </a:cubicBezTo>
                <a:close/>
                <a:moveTo>
                  <a:pt x="780" y="283"/>
                </a:moveTo>
                <a:cubicBezTo>
                  <a:pt x="782" y="285"/>
                  <a:pt x="788" y="287"/>
                  <a:pt x="795" y="285"/>
                </a:cubicBezTo>
                <a:cubicBezTo>
                  <a:pt x="802" y="279"/>
                  <a:pt x="786" y="272"/>
                  <a:pt x="776" y="278"/>
                </a:cubicBezTo>
                <a:cubicBezTo>
                  <a:pt x="784" y="279"/>
                  <a:pt x="791" y="281"/>
                  <a:pt x="780" y="283"/>
                </a:cubicBezTo>
                <a:close/>
                <a:moveTo>
                  <a:pt x="777" y="311"/>
                </a:moveTo>
                <a:cubicBezTo>
                  <a:pt x="780" y="312"/>
                  <a:pt x="783" y="313"/>
                  <a:pt x="786" y="314"/>
                </a:cubicBezTo>
                <a:cubicBezTo>
                  <a:pt x="794" y="307"/>
                  <a:pt x="782" y="310"/>
                  <a:pt x="785" y="307"/>
                </a:cubicBezTo>
                <a:cubicBezTo>
                  <a:pt x="782" y="307"/>
                  <a:pt x="779" y="310"/>
                  <a:pt x="777" y="311"/>
                </a:cubicBezTo>
                <a:close/>
                <a:moveTo>
                  <a:pt x="760" y="426"/>
                </a:moveTo>
                <a:cubicBezTo>
                  <a:pt x="765" y="426"/>
                  <a:pt x="769" y="422"/>
                  <a:pt x="773" y="419"/>
                </a:cubicBezTo>
                <a:cubicBezTo>
                  <a:pt x="771" y="419"/>
                  <a:pt x="768" y="418"/>
                  <a:pt x="765" y="417"/>
                </a:cubicBezTo>
                <a:cubicBezTo>
                  <a:pt x="758" y="422"/>
                  <a:pt x="767" y="422"/>
                  <a:pt x="760" y="426"/>
                </a:cubicBezTo>
                <a:close/>
                <a:moveTo>
                  <a:pt x="765" y="447"/>
                </a:moveTo>
                <a:cubicBezTo>
                  <a:pt x="766" y="443"/>
                  <a:pt x="771" y="437"/>
                  <a:pt x="761" y="436"/>
                </a:cubicBezTo>
                <a:cubicBezTo>
                  <a:pt x="759" y="441"/>
                  <a:pt x="763" y="443"/>
                  <a:pt x="765" y="447"/>
                </a:cubicBezTo>
                <a:close/>
                <a:moveTo>
                  <a:pt x="740" y="391"/>
                </a:moveTo>
                <a:cubicBezTo>
                  <a:pt x="736" y="398"/>
                  <a:pt x="742" y="398"/>
                  <a:pt x="752" y="397"/>
                </a:cubicBezTo>
                <a:cubicBezTo>
                  <a:pt x="752" y="390"/>
                  <a:pt x="741" y="398"/>
                  <a:pt x="740" y="391"/>
                </a:cubicBezTo>
                <a:close/>
                <a:moveTo>
                  <a:pt x="729" y="364"/>
                </a:moveTo>
                <a:cubicBezTo>
                  <a:pt x="733" y="365"/>
                  <a:pt x="736" y="366"/>
                  <a:pt x="740" y="367"/>
                </a:cubicBezTo>
                <a:cubicBezTo>
                  <a:pt x="743" y="364"/>
                  <a:pt x="746" y="362"/>
                  <a:pt x="749" y="363"/>
                </a:cubicBezTo>
                <a:cubicBezTo>
                  <a:pt x="746" y="360"/>
                  <a:pt x="739" y="357"/>
                  <a:pt x="737" y="353"/>
                </a:cubicBezTo>
                <a:cubicBezTo>
                  <a:pt x="735" y="356"/>
                  <a:pt x="730" y="361"/>
                  <a:pt x="729" y="364"/>
                </a:cubicBezTo>
                <a:close/>
                <a:moveTo>
                  <a:pt x="726" y="389"/>
                </a:moveTo>
                <a:cubicBezTo>
                  <a:pt x="741" y="388"/>
                  <a:pt x="747" y="374"/>
                  <a:pt x="729" y="376"/>
                </a:cubicBezTo>
                <a:cubicBezTo>
                  <a:pt x="725" y="382"/>
                  <a:pt x="739" y="384"/>
                  <a:pt x="726" y="389"/>
                </a:cubicBezTo>
                <a:close/>
                <a:moveTo>
                  <a:pt x="708" y="342"/>
                </a:moveTo>
                <a:cubicBezTo>
                  <a:pt x="706" y="343"/>
                  <a:pt x="705" y="345"/>
                  <a:pt x="703" y="346"/>
                </a:cubicBezTo>
                <a:cubicBezTo>
                  <a:pt x="710" y="349"/>
                  <a:pt x="716" y="346"/>
                  <a:pt x="724" y="347"/>
                </a:cubicBezTo>
                <a:cubicBezTo>
                  <a:pt x="732" y="343"/>
                  <a:pt x="718" y="345"/>
                  <a:pt x="726" y="340"/>
                </a:cubicBezTo>
                <a:cubicBezTo>
                  <a:pt x="722" y="339"/>
                  <a:pt x="719" y="344"/>
                  <a:pt x="715" y="343"/>
                </a:cubicBezTo>
                <a:cubicBezTo>
                  <a:pt x="712" y="343"/>
                  <a:pt x="710" y="342"/>
                  <a:pt x="708" y="342"/>
                </a:cubicBezTo>
                <a:close/>
                <a:moveTo>
                  <a:pt x="708" y="294"/>
                </a:moveTo>
                <a:cubicBezTo>
                  <a:pt x="706" y="296"/>
                  <a:pt x="705" y="297"/>
                  <a:pt x="703" y="299"/>
                </a:cubicBezTo>
                <a:cubicBezTo>
                  <a:pt x="706" y="299"/>
                  <a:pt x="708" y="300"/>
                  <a:pt x="711" y="301"/>
                </a:cubicBezTo>
                <a:cubicBezTo>
                  <a:pt x="712" y="298"/>
                  <a:pt x="717" y="295"/>
                  <a:pt x="708" y="294"/>
                </a:cubicBezTo>
                <a:close/>
                <a:moveTo>
                  <a:pt x="716" y="239"/>
                </a:moveTo>
                <a:cubicBezTo>
                  <a:pt x="729" y="240"/>
                  <a:pt x="722" y="235"/>
                  <a:pt x="724" y="231"/>
                </a:cubicBezTo>
                <a:cubicBezTo>
                  <a:pt x="712" y="232"/>
                  <a:pt x="722" y="236"/>
                  <a:pt x="716" y="239"/>
                </a:cubicBezTo>
                <a:close/>
                <a:moveTo>
                  <a:pt x="707" y="248"/>
                </a:moveTo>
                <a:cubicBezTo>
                  <a:pt x="717" y="251"/>
                  <a:pt x="709" y="251"/>
                  <a:pt x="709" y="257"/>
                </a:cubicBezTo>
                <a:cubicBezTo>
                  <a:pt x="712" y="257"/>
                  <a:pt x="715" y="253"/>
                  <a:pt x="718" y="254"/>
                </a:cubicBezTo>
                <a:cubicBezTo>
                  <a:pt x="721" y="249"/>
                  <a:pt x="712" y="249"/>
                  <a:pt x="723" y="245"/>
                </a:cubicBezTo>
                <a:cubicBezTo>
                  <a:pt x="720" y="243"/>
                  <a:pt x="716" y="244"/>
                  <a:pt x="713" y="244"/>
                </a:cubicBezTo>
                <a:cubicBezTo>
                  <a:pt x="711" y="246"/>
                  <a:pt x="709" y="247"/>
                  <a:pt x="707" y="248"/>
                </a:cubicBezTo>
                <a:close/>
                <a:moveTo>
                  <a:pt x="700" y="270"/>
                </a:moveTo>
                <a:cubicBezTo>
                  <a:pt x="707" y="265"/>
                  <a:pt x="709" y="261"/>
                  <a:pt x="699" y="260"/>
                </a:cubicBezTo>
                <a:cubicBezTo>
                  <a:pt x="691" y="265"/>
                  <a:pt x="699" y="267"/>
                  <a:pt x="700" y="270"/>
                </a:cubicBezTo>
                <a:close/>
                <a:moveTo>
                  <a:pt x="681" y="247"/>
                </a:moveTo>
                <a:cubicBezTo>
                  <a:pt x="674" y="251"/>
                  <a:pt x="672" y="263"/>
                  <a:pt x="684" y="267"/>
                </a:cubicBezTo>
                <a:cubicBezTo>
                  <a:pt x="687" y="260"/>
                  <a:pt x="680" y="254"/>
                  <a:pt x="681" y="247"/>
                </a:cubicBezTo>
                <a:close/>
                <a:moveTo>
                  <a:pt x="635" y="513"/>
                </a:moveTo>
                <a:cubicBezTo>
                  <a:pt x="636" y="512"/>
                  <a:pt x="638" y="511"/>
                  <a:pt x="639" y="510"/>
                </a:cubicBezTo>
                <a:cubicBezTo>
                  <a:pt x="624" y="514"/>
                  <a:pt x="638" y="520"/>
                  <a:pt x="633" y="526"/>
                </a:cubicBezTo>
                <a:cubicBezTo>
                  <a:pt x="645" y="525"/>
                  <a:pt x="635" y="512"/>
                  <a:pt x="650" y="516"/>
                </a:cubicBezTo>
                <a:cubicBezTo>
                  <a:pt x="657" y="512"/>
                  <a:pt x="650" y="512"/>
                  <a:pt x="653" y="509"/>
                </a:cubicBezTo>
                <a:cubicBezTo>
                  <a:pt x="647" y="511"/>
                  <a:pt x="641" y="513"/>
                  <a:pt x="635" y="513"/>
                </a:cubicBezTo>
                <a:close/>
                <a:moveTo>
                  <a:pt x="626" y="482"/>
                </a:moveTo>
                <a:cubicBezTo>
                  <a:pt x="627" y="484"/>
                  <a:pt x="633" y="485"/>
                  <a:pt x="640" y="483"/>
                </a:cubicBezTo>
                <a:cubicBezTo>
                  <a:pt x="647" y="477"/>
                  <a:pt x="632" y="470"/>
                  <a:pt x="621" y="476"/>
                </a:cubicBezTo>
                <a:cubicBezTo>
                  <a:pt x="629" y="477"/>
                  <a:pt x="636" y="479"/>
                  <a:pt x="626" y="482"/>
                </a:cubicBezTo>
                <a:close/>
                <a:moveTo>
                  <a:pt x="622" y="510"/>
                </a:moveTo>
                <a:cubicBezTo>
                  <a:pt x="625" y="510"/>
                  <a:pt x="628" y="511"/>
                  <a:pt x="631" y="512"/>
                </a:cubicBezTo>
                <a:cubicBezTo>
                  <a:pt x="640" y="505"/>
                  <a:pt x="627" y="508"/>
                  <a:pt x="630" y="506"/>
                </a:cubicBezTo>
                <a:cubicBezTo>
                  <a:pt x="627" y="505"/>
                  <a:pt x="625" y="508"/>
                  <a:pt x="622" y="510"/>
                </a:cubicBezTo>
                <a:close/>
                <a:moveTo>
                  <a:pt x="606" y="624"/>
                </a:moveTo>
                <a:cubicBezTo>
                  <a:pt x="610" y="624"/>
                  <a:pt x="614" y="620"/>
                  <a:pt x="619" y="617"/>
                </a:cubicBezTo>
                <a:cubicBezTo>
                  <a:pt x="616" y="617"/>
                  <a:pt x="613" y="616"/>
                  <a:pt x="610" y="616"/>
                </a:cubicBezTo>
                <a:cubicBezTo>
                  <a:pt x="603" y="620"/>
                  <a:pt x="613" y="620"/>
                  <a:pt x="606" y="624"/>
                </a:cubicBezTo>
                <a:close/>
                <a:moveTo>
                  <a:pt x="605" y="638"/>
                </a:moveTo>
                <a:cubicBezTo>
                  <a:pt x="606" y="638"/>
                  <a:pt x="606" y="639"/>
                  <a:pt x="607" y="640"/>
                </a:cubicBezTo>
                <a:cubicBezTo>
                  <a:pt x="607" y="641"/>
                  <a:pt x="608" y="642"/>
                  <a:pt x="609" y="643"/>
                </a:cubicBezTo>
                <a:cubicBezTo>
                  <a:pt x="609" y="643"/>
                  <a:pt x="610" y="643"/>
                  <a:pt x="610" y="643"/>
                </a:cubicBezTo>
                <a:cubicBezTo>
                  <a:pt x="610" y="643"/>
                  <a:pt x="609" y="643"/>
                  <a:pt x="609" y="643"/>
                </a:cubicBezTo>
                <a:cubicBezTo>
                  <a:pt x="609" y="644"/>
                  <a:pt x="610" y="644"/>
                  <a:pt x="610" y="645"/>
                </a:cubicBezTo>
                <a:cubicBezTo>
                  <a:pt x="611" y="641"/>
                  <a:pt x="616" y="635"/>
                  <a:pt x="606" y="634"/>
                </a:cubicBezTo>
                <a:cubicBezTo>
                  <a:pt x="605" y="636"/>
                  <a:pt x="605" y="637"/>
                  <a:pt x="605" y="638"/>
                </a:cubicBezTo>
                <a:close/>
                <a:moveTo>
                  <a:pt x="597" y="595"/>
                </a:moveTo>
                <a:cubicBezTo>
                  <a:pt x="597" y="592"/>
                  <a:pt x="595" y="592"/>
                  <a:pt x="593" y="592"/>
                </a:cubicBezTo>
                <a:cubicBezTo>
                  <a:pt x="593" y="593"/>
                  <a:pt x="593" y="594"/>
                  <a:pt x="594" y="596"/>
                </a:cubicBezTo>
                <a:cubicBezTo>
                  <a:pt x="595" y="596"/>
                  <a:pt x="596" y="595"/>
                  <a:pt x="597" y="595"/>
                </a:cubicBezTo>
                <a:close/>
                <a:moveTo>
                  <a:pt x="595" y="561"/>
                </a:moveTo>
                <a:cubicBezTo>
                  <a:pt x="593" y="560"/>
                  <a:pt x="592" y="559"/>
                  <a:pt x="590" y="557"/>
                </a:cubicBezTo>
                <a:cubicBezTo>
                  <a:pt x="590" y="558"/>
                  <a:pt x="590" y="558"/>
                  <a:pt x="589" y="558"/>
                </a:cubicBezTo>
                <a:cubicBezTo>
                  <a:pt x="580" y="562"/>
                  <a:pt x="587" y="551"/>
                  <a:pt x="579" y="555"/>
                </a:cubicBezTo>
                <a:cubicBezTo>
                  <a:pt x="579" y="556"/>
                  <a:pt x="578" y="556"/>
                  <a:pt x="578" y="557"/>
                </a:cubicBezTo>
                <a:cubicBezTo>
                  <a:pt x="577" y="561"/>
                  <a:pt x="580" y="564"/>
                  <a:pt x="586" y="564"/>
                </a:cubicBezTo>
                <a:cubicBezTo>
                  <a:pt x="588" y="562"/>
                  <a:pt x="591" y="560"/>
                  <a:pt x="595" y="561"/>
                </a:cubicBezTo>
                <a:close/>
                <a:moveTo>
                  <a:pt x="579" y="522"/>
                </a:moveTo>
                <a:cubicBezTo>
                  <a:pt x="578" y="523"/>
                  <a:pt x="579" y="524"/>
                  <a:pt x="579" y="524"/>
                </a:cubicBezTo>
                <a:cubicBezTo>
                  <a:pt x="579" y="524"/>
                  <a:pt x="579" y="523"/>
                  <a:pt x="579" y="522"/>
                </a:cubicBezTo>
                <a:close/>
                <a:moveTo>
                  <a:pt x="565" y="430"/>
                </a:moveTo>
                <a:cubicBezTo>
                  <a:pt x="566" y="432"/>
                  <a:pt x="566" y="435"/>
                  <a:pt x="567" y="437"/>
                </a:cubicBezTo>
                <a:cubicBezTo>
                  <a:pt x="571" y="436"/>
                  <a:pt x="568" y="432"/>
                  <a:pt x="569" y="430"/>
                </a:cubicBezTo>
                <a:cubicBezTo>
                  <a:pt x="567" y="430"/>
                  <a:pt x="565" y="430"/>
                  <a:pt x="565" y="430"/>
                </a:cubicBezTo>
                <a:close/>
                <a:moveTo>
                  <a:pt x="536" y="403"/>
                </a:moveTo>
                <a:cubicBezTo>
                  <a:pt x="552" y="399"/>
                  <a:pt x="537" y="408"/>
                  <a:pt x="545" y="411"/>
                </a:cubicBezTo>
                <a:cubicBezTo>
                  <a:pt x="546" y="411"/>
                  <a:pt x="546" y="411"/>
                  <a:pt x="546" y="412"/>
                </a:cubicBezTo>
                <a:cubicBezTo>
                  <a:pt x="550" y="408"/>
                  <a:pt x="555" y="410"/>
                  <a:pt x="559" y="412"/>
                </a:cubicBezTo>
                <a:cubicBezTo>
                  <a:pt x="559" y="412"/>
                  <a:pt x="560" y="412"/>
                  <a:pt x="560" y="411"/>
                </a:cubicBezTo>
                <a:cubicBezTo>
                  <a:pt x="554" y="410"/>
                  <a:pt x="554" y="408"/>
                  <a:pt x="554" y="405"/>
                </a:cubicBezTo>
                <a:cubicBezTo>
                  <a:pt x="552" y="406"/>
                  <a:pt x="549" y="406"/>
                  <a:pt x="547" y="406"/>
                </a:cubicBezTo>
                <a:cubicBezTo>
                  <a:pt x="549" y="403"/>
                  <a:pt x="553" y="401"/>
                  <a:pt x="552" y="399"/>
                </a:cubicBezTo>
                <a:cubicBezTo>
                  <a:pt x="551" y="399"/>
                  <a:pt x="551" y="399"/>
                  <a:pt x="550" y="399"/>
                </a:cubicBezTo>
                <a:cubicBezTo>
                  <a:pt x="545" y="400"/>
                  <a:pt x="540" y="398"/>
                  <a:pt x="536" y="403"/>
                </a:cubicBezTo>
                <a:close/>
                <a:moveTo>
                  <a:pt x="521" y="453"/>
                </a:moveTo>
                <a:cubicBezTo>
                  <a:pt x="523" y="454"/>
                  <a:pt x="526" y="454"/>
                  <a:pt x="528" y="453"/>
                </a:cubicBezTo>
                <a:cubicBezTo>
                  <a:pt x="528" y="452"/>
                  <a:pt x="527" y="451"/>
                  <a:pt x="527" y="450"/>
                </a:cubicBezTo>
                <a:cubicBezTo>
                  <a:pt x="525" y="450"/>
                  <a:pt x="523" y="450"/>
                  <a:pt x="522" y="448"/>
                </a:cubicBezTo>
                <a:cubicBezTo>
                  <a:pt x="521" y="450"/>
                  <a:pt x="521" y="452"/>
                  <a:pt x="521" y="453"/>
                </a:cubicBezTo>
                <a:close/>
                <a:moveTo>
                  <a:pt x="513" y="464"/>
                </a:moveTo>
                <a:cubicBezTo>
                  <a:pt x="514" y="462"/>
                  <a:pt x="515" y="460"/>
                  <a:pt x="516" y="458"/>
                </a:cubicBezTo>
                <a:cubicBezTo>
                  <a:pt x="515" y="458"/>
                  <a:pt x="514" y="459"/>
                  <a:pt x="512" y="460"/>
                </a:cubicBezTo>
                <a:cubicBezTo>
                  <a:pt x="511" y="462"/>
                  <a:pt x="512" y="463"/>
                  <a:pt x="513" y="464"/>
                </a:cubicBezTo>
                <a:close/>
                <a:moveTo>
                  <a:pt x="436" y="490"/>
                </a:moveTo>
                <a:cubicBezTo>
                  <a:pt x="446" y="488"/>
                  <a:pt x="440" y="480"/>
                  <a:pt x="433" y="479"/>
                </a:cubicBezTo>
                <a:cubicBezTo>
                  <a:pt x="428" y="484"/>
                  <a:pt x="435" y="486"/>
                  <a:pt x="436" y="490"/>
                </a:cubicBezTo>
                <a:close/>
                <a:moveTo>
                  <a:pt x="363" y="186"/>
                </a:moveTo>
                <a:cubicBezTo>
                  <a:pt x="366" y="188"/>
                  <a:pt x="372" y="185"/>
                  <a:pt x="369" y="188"/>
                </a:cubicBezTo>
                <a:cubicBezTo>
                  <a:pt x="376" y="187"/>
                  <a:pt x="379" y="177"/>
                  <a:pt x="368" y="174"/>
                </a:cubicBezTo>
                <a:cubicBezTo>
                  <a:pt x="355" y="180"/>
                  <a:pt x="375" y="180"/>
                  <a:pt x="363" y="186"/>
                </a:cubicBezTo>
                <a:close/>
                <a:moveTo>
                  <a:pt x="341" y="366"/>
                </a:moveTo>
                <a:cubicBezTo>
                  <a:pt x="342" y="365"/>
                  <a:pt x="351" y="359"/>
                  <a:pt x="340" y="356"/>
                </a:cubicBezTo>
                <a:cubicBezTo>
                  <a:pt x="333" y="361"/>
                  <a:pt x="340" y="363"/>
                  <a:pt x="341" y="366"/>
                </a:cubicBezTo>
                <a:close/>
                <a:moveTo>
                  <a:pt x="311" y="548"/>
                </a:moveTo>
                <a:cubicBezTo>
                  <a:pt x="313" y="543"/>
                  <a:pt x="317" y="538"/>
                  <a:pt x="308" y="536"/>
                </a:cubicBezTo>
                <a:cubicBezTo>
                  <a:pt x="302" y="542"/>
                  <a:pt x="303" y="550"/>
                  <a:pt x="311" y="548"/>
                </a:cubicBezTo>
                <a:close/>
                <a:moveTo>
                  <a:pt x="297" y="697"/>
                </a:moveTo>
                <a:cubicBezTo>
                  <a:pt x="297" y="697"/>
                  <a:pt x="297" y="697"/>
                  <a:pt x="297" y="697"/>
                </a:cubicBezTo>
                <a:cubicBezTo>
                  <a:pt x="297" y="697"/>
                  <a:pt x="298" y="697"/>
                  <a:pt x="298" y="696"/>
                </a:cubicBezTo>
                <a:cubicBezTo>
                  <a:pt x="297" y="697"/>
                  <a:pt x="297" y="697"/>
                  <a:pt x="297" y="697"/>
                </a:cubicBezTo>
                <a:close/>
                <a:moveTo>
                  <a:pt x="279" y="662"/>
                </a:moveTo>
                <a:cubicBezTo>
                  <a:pt x="278" y="660"/>
                  <a:pt x="279" y="657"/>
                  <a:pt x="278" y="655"/>
                </a:cubicBezTo>
                <a:cubicBezTo>
                  <a:pt x="277" y="655"/>
                  <a:pt x="275" y="655"/>
                  <a:pt x="274" y="656"/>
                </a:cubicBezTo>
                <a:cubicBezTo>
                  <a:pt x="275" y="659"/>
                  <a:pt x="277" y="661"/>
                  <a:pt x="279" y="662"/>
                </a:cubicBezTo>
                <a:close/>
                <a:moveTo>
                  <a:pt x="213" y="372"/>
                </a:moveTo>
                <a:cubicBezTo>
                  <a:pt x="201" y="378"/>
                  <a:pt x="221" y="378"/>
                  <a:pt x="208" y="384"/>
                </a:cubicBezTo>
                <a:cubicBezTo>
                  <a:pt x="211" y="386"/>
                  <a:pt x="217" y="384"/>
                  <a:pt x="214" y="386"/>
                </a:cubicBezTo>
                <a:cubicBezTo>
                  <a:pt x="221" y="385"/>
                  <a:pt x="224" y="375"/>
                  <a:pt x="213" y="372"/>
                </a:cubicBezTo>
                <a:close/>
                <a:moveTo>
                  <a:pt x="173" y="459"/>
                </a:moveTo>
                <a:cubicBezTo>
                  <a:pt x="175" y="461"/>
                  <a:pt x="179" y="463"/>
                  <a:pt x="183" y="466"/>
                </a:cubicBezTo>
                <a:cubicBezTo>
                  <a:pt x="184" y="466"/>
                  <a:pt x="185" y="466"/>
                  <a:pt x="186" y="466"/>
                </a:cubicBezTo>
                <a:cubicBezTo>
                  <a:pt x="183" y="464"/>
                  <a:pt x="184" y="462"/>
                  <a:pt x="184" y="460"/>
                </a:cubicBezTo>
                <a:cubicBezTo>
                  <a:pt x="183" y="459"/>
                  <a:pt x="183" y="458"/>
                  <a:pt x="182" y="458"/>
                </a:cubicBezTo>
                <a:cubicBezTo>
                  <a:pt x="182" y="457"/>
                  <a:pt x="182" y="457"/>
                  <a:pt x="182" y="457"/>
                </a:cubicBezTo>
                <a:cubicBezTo>
                  <a:pt x="179" y="457"/>
                  <a:pt x="176" y="459"/>
                  <a:pt x="173" y="459"/>
                </a:cubicBezTo>
                <a:close/>
                <a:moveTo>
                  <a:pt x="183" y="560"/>
                </a:moveTo>
                <a:cubicBezTo>
                  <a:pt x="183" y="559"/>
                  <a:pt x="183" y="557"/>
                  <a:pt x="183" y="556"/>
                </a:cubicBezTo>
                <a:cubicBezTo>
                  <a:pt x="182" y="558"/>
                  <a:pt x="182" y="559"/>
                  <a:pt x="183" y="560"/>
                </a:cubicBezTo>
                <a:close/>
                <a:moveTo>
                  <a:pt x="173" y="870"/>
                </a:moveTo>
                <a:cubicBezTo>
                  <a:pt x="172" y="874"/>
                  <a:pt x="172" y="882"/>
                  <a:pt x="181" y="878"/>
                </a:cubicBezTo>
                <a:cubicBezTo>
                  <a:pt x="185" y="873"/>
                  <a:pt x="181" y="867"/>
                  <a:pt x="173" y="870"/>
                </a:cubicBezTo>
                <a:close/>
                <a:moveTo>
                  <a:pt x="190" y="945"/>
                </a:moveTo>
                <a:cubicBezTo>
                  <a:pt x="190" y="940"/>
                  <a:pt x="177" y="959"/>
                  <a:pt x="191" y="957"/>
                </a:cubicBezTo>
                <a:cubicBezTo>
                  <a:pt x="198" y="950"/>
                  <a:pt x="189" y="950"/>
                  <a:pt x="190" y="945"/>
                </a:cubicBezTo>
                <a:close/>
                <a:moveTo>
                  <a:pt x="192" y="1002"/>
                </a:moveTo>
                <a:cubicBezTo>
                  <a:pt x="198" y="1007"/>
                  <a:pt x="191" y="1016"/>
                  <a:pt x="199" y="1021"/>
                </a:cubicBezTo>
                <a:cubicBezTo>
                  <a:pt x="201" y="1013"/>
                  <a:pt x="206" y="999"/>
                  <a:pt x="192" y="1002"/>
                </a:cubicBezTo>
                <a:close/>
                <a:moveTo>
                  <a:pt x="886" y="2195"/>
                </a:moveTo>
                <a:cubicBezTo>
                  <a:pt x="875" y="2207"/>
                  <a:pt x="893" y="2206"/>
                  <a:pt x="896" y="2211"/>
                </a:cubicBezTo>
                <a:cubicBezTo>
                  <a:pt x="906" y="2200"/>
                  <a:pt x="885" y="2203"/>
                  <a:pt x="886" y="2195"/>
                </a:cubicBezTo>
                <a:close/>
                <a:moveTo>
                  <a:pt x="918" y="2234"/>
                </a:moveTo>
                <a:cubicBezTo>
                  <a:pt x="917" y="2238"/>
                  <a:pt x="923" y="2237"/>
                  <a:pt x="919" y="2245"/>
                </a:cubicBezTo>
                <a:cubicBezTo>
                  <a:pt x="923" y="2245"/>
                  <a:pt x="925" y="2242"/>
                  <a:pt x="929" y="2241"/>
                </a:cubicBezTo>
                <a:cubicBezTo>
                  <a:pt x="931" y="2233"/>
                  <a:pt x="925" y="2233"/>
                  <a:pt x="918" y="2234"/>
                </a:cubicBezTo>
                <a:close/>
                <a:moveTo>
                  <a:pt x="934" y="2259"/>
                </a:moveTo>
                <a:cubicBezTo>
                  <a:pt x="932" y="2269"/>
                  <a:pt x="932" y="2269"/>
                  <a:pt x="932" y="2269"/>
                </a:cubicBezTo>
                <a:cubicBezTo>
                  <a:pt x="940" y="2269"/>
                  <a:pt x="944" y="2256"/>
                  <a:pt x="934" y="2259"/>
                </a:cubicBezTo>
                <a:close/>
                <a:moveTo>
                  <a:pt x="991" y="2288"/>
                </a:moveTo>
                <a:cubicBezTo>
                  <a:pt x="983" y="2288"/>
                  <a:pt x="983" y="2297"/>
                  <a:pt x="974" y="2296"/>
                </a:cubicBezTo>
                <a:cubicBezTo>
                  <a:pt x="971" y="2303"/>
                  <a:pt x="977" y="2300"/>
                  <a:pt x="976" y="2305"/>
                </a:cubicBezTo>
                <a:cubicBezTo>
                  <a:pt x="980" y="2303"/>
                  <a:pt x="983" y="2300"/>
                  <a:pt x="985" y="2296"/>
                </a:cubicBezTo>
                <a:cubicBezTo>
                  <a:pt x="990" y="2296"/>
                  <a:pt x="988" y="2301"/>
                  <a:pt x="983" y="2303"/>
                </a:cubicBezTo>
                <a:cubicBezTo>
                  <a:pt x="983" y="2310"/>
                  <a:pt x="990" y="2299"/>
                  <a:pt x="993" y="2299"/>
                </a:cubicBezTo>
                <a:cubicBezTo>
                  <a:pt x="995" y="2293"/>
                  <a:pt x="991" y="2293"/>
                  <a:pt x="991" y="2288"/>
                </a:cubicBezTo>
                <a:close/>
                <a:moveTo>
                  <a:pt x="995" y="2314"/>
                </a:moveTo>
                <a:cubicBezTo>
                  <a:pt x="1001" y="2313"/>
                  <a:pt x="1003" y="2309"/>
                  <a:pt x="1008" y="2307"/>
                </a:cubicBezTo>
                <a:cubicBezTo>
                  <a:pt x="1008" y="2298"/>
                  <a:pt x="997" y="2308"/>
                  <a:pt x="995" y="2314"/>
                </a:cubicBezTo>
                <a:close/>
                <a:moveTo>
                  <a:pt x="1001" y="2317"/>
                </a:moveTo>
                <a:cubicBezTo>
                  <a:pt x="999" y="2324"/>
                  <a:pt x="1002" y="2324"/>
                  <a:pt x="1008" y="2322"/>
                </a:cubicBezTo>
                <a:cubicBezTo>
                  <a:pt x="1010" y="2316"/>
                  <a:pt x="1007" y="2315"/>
                  <a:pt x="1001" y="2317"/>
                </a:cubicBezTo>
                <a:close/>
                <a:moveTo>
                  <a:pt x="1039" y="2336"/>
                </a:moveTo>
                <a:cubicBezTo>
                  <a:pt x="1038" y="2329"/>
                  <a:pt x="1026" y="2332"/>
                  <a:pt x="1028" y="2323"/>
                </a:cubicBezTo>
                <a:cubicBezTo>
                  <a:pt x="1019" y="2326"/>
                  <a:pt x="1030" y="2330"/>
                  <a:pt x="1016" y="2334"/>
                </a:cubicBezTo>
                <a:cubicBezTo>
                  <a:pt x="1016" y="2339"/>
                  <a:pt x="1023" y="2337"/>
                  <a:pt x="1022" y="2344"/>
                </a:cubicBezTo>
                <a:cubicBezTo>
                  <a:pt x="1025" y="2338"/>
                  <a:pt x="1032" y="2337"/>
                  <a:pt x="1039" y="2336"/>
                </a:cubicBezTo>
                <a:close/>
                <a:moveTo>
                  <a:pt x="1718" y="2837"/>
                </a:moveTo>
                <a:cubicBezTo>
                  <a:pt x="1712" y="2835"/>
                  <a:pt x="1703" y="2849"/>
                  <a:pt x="1697" y="2847"/>
                </a:cubicBezTo>
                <a:cubicBezTo>
                  <a:pt x="1697" y="2853"/>
                  <a:pt x="1691" y="2855"/>
                  <a:pt x="1689" y="2859"/>
                </a:cubicBezTo>
                <a:cubicBezTo>
                  <a:pt x="1693" y="2865"/>
                  <a:pt x="1699" y="2851"/>
                  <a:pt x="1703" y="2849"/>
                </a:cubicBezTo>
                <a:cubicBezTo>
                  <a:pt x="1705" y="2848"/>
                  <a:pt x="1704" y="2852"/>
                  <a:pt x="1704" y="2855"/>
                </a:cubicBezTo>
                <a:cubicBezTo>
                  <a:pt x="1713" y="2852"/>
                  <a:pt x="1715" y="2845"/>
                  <a:pt x="1718" y="2837"/>
                </a:cubicBezTo>
                <a:close/>
                <a:moveTo>
                  <a:pt x="1728" y="2842"/>
                </a:moveTo>
                <a:cubicBezTo>
                  <a:pt x="1727" y="2834"/>
                  <a:pt x="1717" y="2845"/>
                  <a:pt x="1713" y="2849"/>
                </a:cubicBezTo>
                <a:cubicBezTo>
                  <a:pt x="1717" y="2853"/>
                  <a:pt x="1716" y="2853"/>
                  <a:pt x="1714" y="2863"/>
                </a:cubicBezTo>
                <a:cubicBezTo>
                  <a:pt x="1735" y="2853"/>
                  <a:pt x="1711" y="2848"/>
                  <a:pt x="1728" y="2842"/>
                </a:cubicBezTo>
                <a:close/>
                <a:moveTo>
                  <a:pt x="1734" y="2870"/>
                </a:moveTo>
                <a:cubicBezTo>
                  <a:pt x="1737" y="2864"/>
                  <a:pt x="1743" y="2860"/>
                  <a:pt x="1744" y="2852"/>
                </a:cubicBezTo>
                <a:cubicBezTo>
                  <a:pt x="1735" y="2859"/>
                  <a:pt x="1735" y="2858"/>
                  <a:pt x="1726" y="2864"/>
                </a:cubicBezTo>
                <a:cubicBezTo>
                  <a:pt x="1724" y="2873"/>
                  <a:pt x="1734" y="2865"/>
                  <a:pt x="1734" y="2870"/>
                </a:cubicBezTo>
                <a:close/>
                <a:moveTo>
                  <a:pt x="1745" y="2856"/>
                </a:moveTo>
                <a:cubicBezTo>
                  <a:pt x="1745" y="2859"/>
                  <a:pt x="1745" y="2862"/>
                  <a:pt x="1743" y="2864"/>
                </a:cubicBezTo>
                <a:cubicBezTo>
                  <a:pt x="1745" y="2866"/>
                  <a:pt x="1747" y="2864"/>
                  <a:pt x="1751" y="2860"/>
                </a:cubicBezTo>
                <a:cubicBezTo>
                  <a:pt x="1752" y="2855"/>
                  <a:pt x="1750" y="2853"/>
                  <a:pt x="1745" y="2856"/>
                </a:cubicBezTo>
                <a:close/>
                <a:moveTo>
                  <a:pt x="2272" y="2782"/>
                </a:moveTo>
                <a:cubicBezTo>
                  <a:pt x="2261" y="2783"/>
                  <a:pt x="2246" y="2784"/>
                  <a:pt x="2237" y="2790"/>
                </a:cubicBezTo>
                <a:cubicBezTo>
                  <a:pt x="2234" y="2792"/>
                  <a:pt x="2235" y="2796"/>
                  <a:pt x="2235" y="2799"/>
                </a:cubicBezTo>
                <a:cubicBezTo>
                  <a:pt x="2246" y="2795"/>
                  <a:pt x="2253" y="2800"/>
                  <a:pt x="2260" y="2798"/>
                </a:cubicBezTo>
                <a:cubicBezTo>
                  <a:pt x="2266" y="2794"/>
                  <a:pt x="2272" y="2790"/>
                  <a:pt x="2272" y="2782"/>
                </a:cubicBezTo>
                <a:close/>
                <a:moveTo>
                  <a:pt x="2299" y="2797"/>
                </a:moveTo>
                <a:cubicBezTo>
                  <a:pt x="2289" y="2800"/>
                  <a:pt x="2281" y="2800"/>
                  <a:pt x="2272" y="2803"/>
                </a:cubicBezTo>
                <a:cubicBezTo>
                  <a:pt x="2277" y="2809"/>
                  <a:pt x="2287" y="2806"/>
                  <a:pt x="2295" y="2809"/>
                </a:cubicBezTo>
                <a:cubicBezTo>
                  <a:pt x="2298" y="2805"/>
                  <a:pt x="2299" y="2801"/>
                  <a:pt x="2299" y="2797"/>
                </a:cubicBezTo>
                <a:close/>
                <a:moveTo>
                  <a:pt x="2338" y="2797"/>
                </a:moveTo>
                <a:cubicBezTo>
                  <a:pt x="2330" y="2784"/>
                  <a:pt x="2311" y="2804"/>
                  <a:pt x="2303" y="2804"/>
                </a:cubicBezTo>
                <a:cubicBezTo>
                  <a:pt x="2303" y="2813"/>
                  <a:pt x="2303" y="2813"/>
                  <a:pt x="2303" y="2813"/>
                </a:cubicBezTo>
                <a:cubicBezTo>
                  <a:pt x="2315" y="2801"/>
                  <a:pt x="2324" y="2802"/>
                  <a:pt x="2338" y="2797"/>
                </a:cubicBezTo>
                <a:close/>
                <a:moveTo>
                  <a:pt x="2648" y="2675"/>
                </a:moveTo>
                <a:cubicBezTo>
                  <a:pt x="2644" y="2669"/>
                  <a:pt x="2638" y="2666"/>
                  <a:pt x="2631" y="2666"/>
                </a:cubicBezTo>
                <a:cubicBezTo>
                  <a:pt x="2631" y="2670"/>
                  <a:pt x="2631" y="2674"/>
                  <a:pt x="2633" y="2672"/>
                </a:cubicBezTo>
                <a:cubicBezTo>
                  <a:pt x="2640" y="2662"/>
                  <a:pt x="2641" y="2675"/>
                  <a:pt x="2648" y="2675"/>
                </a:cubicBezTo>
                <a:close/>
                <a:moveTo>
                  <a:pt x="2692" y="2637"/>
                </a:moveTo>
                <a:cubicBezTo>
                  <a:pt x="2692" y="2630"/>
                  <a:pt x="2681" y="2639"/>
                  <a:pt x="2679" y="2644"/>
                </a:cubicBezTo>
                <a:cubicBezTo>
                  <a:pt x="2682" y="2646"/>
                  <a:pt x="2689" y="2644"/>
                  <a:pt x="2692" y="2637"/>
                </a:cubicBezTo>
                <a:close/>
                <a:moveTo>
                  <a:pt x="2612" y="2496"/>
                </a:moveTo>
                <a:cubicBezTo>
                  <a:pt x="2612" y="2486"/>
                  <a:pt x="2609" y="2494"/>
                  <a:pt x="2602" y="2497"/>
                </a:cubicBezTo>
                <a:cubicBezTo>
                  <a:pt x="2602" y="2505"/>
                  <a:pt x="2609" y="2501"/>
                  <a:pt x="2612" y="2496"/>
                </a:cubicBezTo>
                <a:close/>
                <a:moveTo>
                  <a:pt x="2610" y="2478"/>
                </a:moveTo>
                <a:cubicBezTo>
                  <a:pt x="2611" y="2474"/>
                  <a:pt x="2616" y="2472"/>
                  <a:pt x="2614" y="2466"/>
                </a:cubicBezTo>
                <a:cubicBezTo>
                  <a:pt x="2611" y="2469"/>
                  <a:pt x="2602" y="2481"/>
                  <a:pt x="2601" y="2477"/>
                </a:cubicBezTo>
                <a:cubicBezTo>
                  <a:pt x="2599" y="2479"/>
                  <a:pt x="2598" y="2482"/>
                  <a:pt x="2598" y="2485"/>
                </a:cubicBezTo>
                <a:cubicBezTo>
                  <a:pt x="2599" y="2483"/>
                  <a:pt x="2601" y="2483"/>
                  <a:pt x="2602" y="2484"/>
                </a:cubicBezTo>
                <a:cubicBezTo>
                  <a:pt x="2605" y="2479"/>
                  <a:pt x="2608" y="2481"/>
                  <a:pt x="2612" y="2482"/>
                </a:cubicBezTo>
                <a:cubicBezTo>
                  <a:pt x="2612" y="2479"/>
                  <a:pt x="2612" y="2478"/>
                  <a:pt x="2610" y="2478"/>
                </a:cubicBezTo>
                <a:close/>
                <a:moveTo>
                  <a:pt x="2649" y="2278"/>
                </a:moveTo>
                <a:cubicBezTo>
                  <a:pt x="2647" y="2286"/>
                  <a:pt x="2655" y="2277"/>
                  <a:pt x="2654" y="2283"/>
                </a:cubicBezTo>
                <a:cubicBezTo>
                  <a:pt x="2660" y="2277"/>
                  <a:pt x="2655" y="2271"/>
                  <a:pt x="2649" y="2278"/>
                </a:cubicBezTo>
                <a:close/>
                <a:moveTo>
                  <a:pt x="2680" y="2299"/>
                </a:moveTo>
                <a:cubicBezTo>
                  <a:pt x="2679" y="2290"/>
                  <a:pt x="2668" y="2298"/>
                  <a:pt x="2663" y="2296"/>
                </a:cubicBezTo>
                <a:cubicBezTo>
                  <a:pt x="2665" y="2305"/>
                  <a:pt x="2672" y="2302"/>
                  <a:pt x="2680" y="2299"/>
                </a:cubicBezTo>
                <a:close/>
                <a:moveTo>
                  <a:pt x="2717" y="2279"/>
                </a:moveTo>
                <a:cubicBezTo>
                  <a:pt x="2714" y="2285"/>
                  <a:pt x="2713" y="2284"/>
                  <a:pt x="2713" y="2277"/>
                </a:cubicBezTo>
                <a:cubicBezTo>
                  <a:pt x="2712" y="2279"/>
                  <a:pt x="2710" y="2282"/>
                  <a:pt x="2708" y="2283"/>
                </a:cubicBezTo>
                <a:cubicBezTo>
                  <a:pt x="2706" y="2290"/>
                  <a:pt x="2718" y="2288"/>
                  <a:pt x="2717" y="2279"/>
                </a:cubicBezTo>
                <a:close/>
                <a:moveTo>
                  <a:pt x="2696" y="2314"/>
                </a:moveTo>
                <a:cubicBezTo>
                  <a:pt x="2696" y="2308"/>
                  <a:pt x="2694" y="2307"/>
                  <a:pt x="2689" y="2310"/>
                </a:cubicBezTo>
                <a:cubicBezTo>
                  <a:pt x="2687" y="2318"/>
                  <a:pt x="2692" y="2316"/>
                  <a:pt x="2696" y="2314"/>
                </a:cubicBezTo>
                <a:close/>
                <a:moveTo>
                  <a:pt x="2733" y="2290"/>
                </a:moveTo>
                <a:cubicBezTo>
                  <a:pt x="2731" y="2298"/>
                  <a:pt x="2730" y="2307"/>
                  <a:pt x="2722" y="2311"/>
                </a:cubicBezTo>
                <a:cubicBezTo>
                  <a:pt x="2725" y="2300"/>
                  <a:pt x="2725" y="2299"/>
                  <a:pt x="2726" y="2290"/>
                </a:cubicBezTo>
                <a:cubicBezTo>
                  <a:pt x="2721" y="2294"/>
                  <a:pt x="2717" y="2297"/>
                  <a:pt x="2719" y="2288"/>
                </a:cubicBezTo>
                <a:cubicBezTo>
                  <a:pt x="2708" y="2296"/>
                  <a:pt x="2706" y="2298"/>
                  <a:pt x="2698" y="2299"/>
                </a:cubicBezTo>
                <a:cubicBezTo>
                  <a:pt x="2695" y="2306"/>
                  <a:pt x="2700" y="2308"/>
                  <a:pt x="2706" y="2306"/>
                </a:cubicBezTo>
                <a:cubicBezTo>
                  <a:pt x="2704" y="2313"/>
                  <a:pt x="2699" y="2306"/>
                  <a:pt x="2698" y="2315"/>
                </a:cubicBezTo>
                <a:cubicBezTo>
                  <a:pt x="2701" y="2325"/>
                  <a:pt x="2720" y="2305"/>
                  <a:pt x="2720" y="2322"/>
                </a:cubicBezTo>
                <a:cubicBezTo>
                  <a:pt x="2729" y="2315"/>
                  <a:pt x="2739" y="2298"/>
                  <a:pt x="2733" y="2290"/>
                </a:cubicBezTo>
                <a:close/>
                <a:moveTo>
                  <a:pt x="2847" y="2439"/>
                </a:moveTo>
                <a:cubicBezTo>
                  <a:pt x="2846" y="2432"/>
                  <a:pt x="2836" y="2441"/>
                  <a:pt x="2834" y="2446"/>
                </a:cubicBezTo>
                <a:cubicBezTo>
                  <a:pt x="2836" y="2448"/>
                  <a:pt x="2843" y="2446"/>
                  <a:pt x="2847" y="2439"/>
                </a:cubicBezTo>
                <a:close/>
                <a:moveTo>
                  <a:pt x="1093" y="799"/>
                </a:moveTo>
                <a:cubicBezTo>
                  <a:pt x="1091" y="797"/>
                  <a:pt x="1086" y="797"/>
                  <a:pt x="1086" y="794"/>
                </a:cubicBezTo>
                <a:cubicBezTo>
                  <a:pt x="1082" y="794"/>
                  <a:pt x="1086" y="797"/>
                  <a:pt x="1081" y="797"/>
                </a:cubicBezTo>
                <a:cubicBezTo>
                  <a:pt x="1103" y="799"/>
                  <a:pt x="1093" y="816"/>
                  <a:pt x="1107" y="822"/>
                </a:cubicBezTo>
                <a:cubicBezTo>
                  <a:pt x="1109" y="810"/>
                  <a:pt x="1104" y="802"/>
                  <a:pt x="1099" y="794"/>
                </a:cubicBezTo>
                <a:cubicBezTo>
                  <a:pt x="1097" y="794"/>
                  <a:pt x="1095" y="797"/>
                  <a:pt x="1093" y="799"/>
                </a:cubicBezTo>
                <a:close/>
                <a:moveTo>
                  <a:pt x="199" y="310"/>
                </a:moveTo>
                <a:cubicBezTo>
                  <a:pt x="199" y="305"/>
                  <a:pt x="202" y="300"/>
                  <a:pt x="193" y="298"/>
                </a:cubicBezTo>
                <a:cubicBezTo>
                  <a:pt x="189" y="303"/>
                  <a:pt x="199" y="305"/>
                  <a:pt x="199" y="310"/>
                </a:cubicBezTo>
                <a:close/>
                <a:moveTo>
                  <a:pt x="543" y="274"/>
                </a:moveTo>
                <a:cubicBezTo>
                  <a:pt x="548" y="268"/>
                  <a:pt x="534" y="273"/>
                  <a:pt x="540" y="267"/>
                </a:cubicBezTo>
                <a:cubicBezTo>
                  <a:pt x="537" y="263"/>
                  <a:pt x="540" y="274"/>
                  <a:pt x="529" y="276"/>
                </a:cubicBezTo>
                <a:cubicBezTo>
                  <a:pt x="534" y="277"/>
                  <a:pt x="538" y="275"/>
                  <a:pt x="543" y="274"/>
                </a:cubicBezTo>
                <a:close/>
                <a:moveTo>
                  <a:pt x="432" y="367"/>
                </a:moveTo>
                <a:cubicBezTo>
                  <a:pt x="428" y="366"/>
                  <a:pt x="424" y="366"/>
                  <a:pt x="420" y="370"/>
                </a:cubicBezTo>
                <a:cubicBezTo>
                  <a:pt x="426" y="369"/>
                  <a:pt x="428" y="371"/>
                  <a:pt x="427" y="375"/>
                </a:cubicBezTo>
                <a:cubicBezTo>
                  <a:pt x="433" y="376"/>
                  <a:pt x="430" y="369"/>
                  <a:pt x="432" y="367"/>
                </a:cubicBezTo>
                <a:close/>
                <a:moveTo>
                  <a:pt x="475" y="337"/>
                </a:moveTo>
                <a:cubicBezTo>
                  <a:pt x="471" y="341"/>
                  <a:pt x="481" y="341"/>
                  <a:pt x="476" y="344"/>
                </a:cubicBezTo>
                <a:cubicBezTo>
                  <a:pt x="478" y="345"/>
                  <a:pt x="479" y="343"/>
                  <a:pt x="478" y="343"/>
                </a:cubicBezTo>
                <a:cubicBezTo>
                  <a:pt x="481" y="342"/>
                  <a:pt x="484" y="343"/>
                  <a:pt x="487" y="339"/>
                </a:cubicBezTo>
                <a:cubicBezTo>
                  <a:pt x="483" y="337"/>
                  <a:pt x="479" y="337"/>
                  <a:pt x="475" y="337"/>
                </a:cubicBezTo>
                <a:close/>
                <a:moveTo>
                  <a:pt x="541" y="354"/>
                </a:moveTo>
                <a:cubicBezTo>
                  <a:pt x="545" y="351"/>
                  <a:pt x="542" y="348"/>
                  <a:pt x="546" y="349"/>
                </a:cubicBezTo>
                <a:cubicBezTo>
                  <a:pt x="549" y="343"/>
                  <a:pt x="543" y="347"/>
                  <a:pt x="539" y="342"/>
                </a:cubicBezTo>
                <a:cubicBezTo>
                  <a:pt x="549" y="341"/>
                  <a:pt x="538" y="325"/>
                  <a:pt x="547" y="328"/>
                </a:cubicBezTo>
                <a:cubicBezTo>
                  <a:pt x="554" y="323"/>
                  <a:pt x="533" y="321"/>
                  <a:pt x="523" y="321"/>
                </a:cubicBezTo>
                <a:cubicBezTo>
                  <a:pt x="528" y="334"/>
                  <a:pt x="527" y="343"/>
                  <a:pt x="541" y="354"/>
                </a:cubicBezTo>
                <a:close/>
                <a:moveTo>
                  <a:pt x="834" y="121"/>
                </a:moveTo>
                <a:cubicBezTo>
                  <a:pt x="838" y="121"/>
                  <a:pt x="836" y="119"/>
                  <a:pt x="840" y="117"/>
                </a:cubicBezTo>
                <a:cubicBezTo>
                  <a:pt x="832" y="118"/>
                  <a:pt x="836" y="114"/>
                  <a:pt x="827" y="113"/>
                </a:cubicBezTo>
                <a:cubicBezTo>
                  <a:pt x="824" y="120"/>
                  <a:pt x="831" y="119"/>
                  <a:pt x="834" y="121"/>
                </a:cubicBezTo>
                <a:close/>
                <a:moveTo>
                  <a:pt x="528" y="350"/>
                </a:moveTo>
                <a:cubicBezTo>
                  <a:pt x="531" y="353"/>
                  <a:pt x="527" y="359"/>
                  <a:pt x="536" y="361"/>
                </a:cubicBezTo>
                <a:cubicBezTo>
                  <a:pt x="545" y="354"/>
                  <a:pt x="531" y="353"/>
                  <a:pt x="528" y="350"/>
                </a:cubicBezTo>
                <a:close/>
                <a:moveTo>
                  <a:pt x="286" y="624"/>
                </a:moveTo>
                <a:cubicBezTo>
                  <a:pt x="281" y="622"/>
                  <a:pt x="279" y="627"/>
                  <a:pt x="276" y="626"/>
                </a:cubicBezTo>
                <a:cubicBezTo>
                  <a:pt x="273" y="630"/>
                  <a:pt x="278" y="631"/>
                  <a:pt x="280" y="634"/>
                </a:cubicBezTo>
                <a:cubicBezTo>
                  <a:pt x="286" y="634"/>
                  <a:pt x="275" y="629"/>
                  <a:pt x="286" y="624"/>
                </a:cubicBezTo>
                <a:close/>
                <a:moveTo>
                  <a:pt x="751" y="235"/>
                </a:moveTo>
                <a:cubicBezTo>
                  <a:pt x="757" y="236"/>
                  <a:pt x="752" y="239"/>
                  <a:pt x="760" y="239"/>
                </a:cubicBezTo>
                <a:cubicBezTo>
                  <a:pt x="762" y="235"/>
                  <a:pt x="765" y="230"/>
                  <a:pt x="754" y="228"/>
                </a:cubicBezTo>
                <a:cubicBezTo>
                  <a:pt x="750" y="233"/>
                  <a:pt x="755" y="233"/>
                  <a:pt x="745" y="237"/>
                </a:cubicBezTo>
                <a:cubicBezTo>
                  <a:pt x="747" y="238"/>
                  <a:pt x="749" y="236"/>
                  <a:pt x="751" y="235"/>
                </a:cubicBezTo>
                <a:close/>
                <a:moveTo>
                  <a:pt x="973" y="290"/>
                </a:moveTo>
                <a:cubicBezTo>
                  <a:pt x="976" y="287"/>
                  <a:pt x="974" y="285"/>
                  <a:pt x="976" y="282"/>
                </a:cubicBezTo>
                <a:cubicBezTo>
                  <a:pt x="973" y="281"/>
                  <a:pt x="973" y="283"/>
                  <a:pt x="974" y="283"/>
                </a:cubicBezTo>
                <a:cubicBezTo>
                  <a:pt x="971" y="285"/>
                  <a:pt x="969" y="287"/>
                  <a:pt x="966" y="287"/>
                </a:cubicBezTo>
                <a:cubicBezTo>
                  <a:pt x="965" y="289"/>
                  <a:pt x="970" y="289"/>
                  <a:pt x="973" y="290"/>
                </a:cubicBezTo>
                <a:close/>
                <a:moveTo>
                  <a:pt x="941" y="406"/>
                </a:moveTo>
                <a:cubicBezTo>
                  <a:pt x="942" y="404"/>
                  <a:pt x="934" y="400"/>
                  <a:pt x="944" y="399"/>
                </a:cubicBezTo>
                <a:cubicBezTo>
                  <a:pt x="947" y="394"/>
                  <a:pt x="932" y="395"/>
                  <a:pt x="941" y="388"/>
                </a:cubicBezTo>
                <a:cubicBezTo>
                  <a:pt x="936" y="388"/>
                  <a:pt x="929" y="405"/>
                  <a:pt x="941" y="406"/>
                </a:cubicBezTo>
                <a:close/>
                <a:moveTo>
                  <a:pt x="923" y="446"/>
                </a:moveTo>
                <a:cubicBezTo>
                  <a:pt x="921" y="451"/>
                  <a:pt x="907" y="458"/>
                  <a:pt x="919" y="460"/>
                </a:cubicBezTo>
                <a:cubicBezTo>
                  <a:pt x="934" y="454"/>
                  <a:pt x="918" y="449"/>
                  <a:pt x="935" y="444"/>
                </a:cubicBezTo>
                <a:cubicBezTo>
                  <a:pt x="931" y="441"/>
                  <a:pt x="928" y="449"/>
                  <a:pt x="923" y="446"/>
                </a:cubicBezTo>
                <a:close/>
                <a:moveTo>
                  <a:pt x="912" y="594"/>
                </a:moveTo>
                <a:cubicBezTo>
                  <a:pt x="922" y="590"/>
                  <a:pt x="932" y="583"/>
                  <a:pt x="943" y="577"/>
                </a:cubicBezTo>
                <a:cubicBezTo>
                  <a:pt x="923" y="584"/>
                  <a:pt x="943" y="570"/>
                  <a:pt x="941" y="564"/>
                </a:cubicBezTo>
                <a:cubicBezTo>
                  <a:pt x="936" y="565"/>
                  <a:pt x="934" y="565"/>
                  <a:pt x="936" y="561"/>
                </a:cubicBezTo>
                <a:cubicBezTo>
                  <a:pt x="929" y="564"/>
                  <a:pt x="933" y="572"/>
                  <a:pt x="932" y="576"/>
                </a:cubicBezTo>
                <a:cubicBezTo>
                  <a:pt x="920" y="579"/>
                  <a:pt x="914" y="590"/>
                  <a:pt x="912" y="594"/>
                </a:cubicBezTo>
                <a:close/>
                <a:moveTo>
                  <a:pt x="917" y="618"/>
                </a:moveTo>
                <a:cubicBezTo>
                  <a:pt x="914" y="617"/>
                  <a:pt x="905" y="614"/>
                  <a:pt x="909" y="607"/>
                </a:cubicBezTo>
                <a:cubicBezTo>
                  <a:pt x="902" y="612"/>
                  <a:pt x="908" y="620"/>
                  <a:pt x="907" y="626"/>
                </a:cubicBezTo>
                <a:cubicBezTo>
                  <a:pt x="914" y="626"/>
                  <a:pt x="908" y="618"/>
                  <a:pt x="917" y="618"/>
                </a:cubicBezTo>
                <a:close/>
                <a:moveTo>
                  <a:pt x="937" y="586"/>
                </a:moveTo>
                <a:cubicBezTo>
                  <a:pt x="931" y="584"/>
                  <a:pt x="930" y="589"/>
                  <a:pt x="934" y="589"/>
                </a:cubicBezTo>
                <a:cubicBezTo>
                  <a:pt x="931" y="592"/>
                  <a:pt x="928" y="593"/>
                  <a:pt x="924" y="594"/>
                </a:cubicBezTo>
                <a:cubicBezTo>
                  <a:pt x="923" y="596"/>
                  <a:pt x="926" y="597"/>
                  <a:pt x="924" y="599"/>
                </a:cubicBezTo>
                <a:cubicBezTo>
                  <a:pt x="927" y="596"/>
                  <a:pt x="939" y="590"/>
                  <a:pt x="930" y="600"/>
                </a:cubicBezTo>
                <a:cubicBezTo>
                  <a:pt x="934" y="600"/>
                  <a:pt x="936" y="596"/>
                  <a:pt x="939" y="594"/>
                </a:cubicBezTo>
                <a:cubicBezTo>
                  <a:pt x="934" y="593"/>
                  <a:pt x="933" y="590"/>
                  <a:pt x="937" y="586"/>
                </a:cubicBezTo>
                <a:close/>
                <a:moveTo>
                  <a:pt x="929" y="636"/>
                </a:moveTo>
                <a:cubicBezTo>
                  <a:pt x="931" y="639"/>
                  <a:pt x="935" y="637"/>
                  <a:pt x="943" y="639"/>
                </a:cubicBezTo>
                <a:cubicBezTo>
                  <a:pt x="944" y="637"/>
                  <a:pt x="941" y="636"/>
                  <a:pt x="943" y="633"/>
                </a:cubicBezTo>
                <a:cubicBezTo>
                  <a:pt x="938" y="632"/>
                  <a:pt x="935" y="638"/>
                  <a:pt x="929" y="636"/>
                </a:cubicBezTo>
                <a:close/>
                <a:moveTo>
                  <a:pt x="1040" y="646"/>
                </a:moveTo>
                <a:cubicBezTo>
                  <a:pt x="1033" y="649"/>
                  <a:pt x="1037" y="646"/>
                  <a:pt x="1031" y="646"/>
                </a:cubicBezTo>
                <a:cubicBezTo>
                  <a:pt x="1028" y="651"/>
                  <a:pt x="1021" y="647"/>
                  <a:pt x="1019" y="654"/>
                </a:cubicBezTo>
                <a:cubicBezTo>
                  <a:pt x="1021" y="654"/>
                  <a:pt x="1023" y="655"/>
                  <a:pt x="1025" y="655"/>
                </a:cubicBezTo>
                <a:cubicBezTo>
                  <a:pt x="1029" y="651"/>
                  <a:pt x="1034" y="647"/>
                  <a:pt x="1033" y="653"/>
                </a:cubicBezTo>
                <a:cubicBezTo>
                  <a:pt x="1039" y="653"/>
                  <a:pt x="1033" y="650"/>
                  <a:pt x="1040" y="646"/>
                </a:cubicBezTo>
                <a:close/>
                <a:moveTo>
                  <a:pt x="938" y="777"/>
                </a:moveTo>
                <a:cubicBezTo>
                  <a:pt x="935" y="778"/>
                  <a:pt x="934" y="777"/>
                  <a:pt x="935" y="775"/>
                </a:cubicBezTo>
                <a:cubicBezTo>
                  <a:pt x="936" y="772"/>
                  <a:pt x="930" y="777"/>
                  <a:pt x="933" y="777"/>
                </a:cubicBezTo>
                <a:cubicBezTo>
                  <a:pt x="930" y="780"/>
                  <a:pt x="926" y="780"/>
                  <a:pt x="922" y="780"/>
                </a:cubicBezTo>
                <a:cubicBezTo>
                  <a:pt x="921" y="785"/>
                  <a:pt x="935" y="783"/>
                  <a:pt x="938" y="777"/>
                </a:cubicBezTo>
                <a:close/>
                <a:moveTo>
                  <a:pt x="1095" y="755"/>
                </a:moveTo>
                <a:cubicBezTo>
                  <a:pt x="1094" y="754"/>
                  <a:pt x="1100" y="736"/>
                  <a:pt x="1089" y="740"/>
                </a:cubicBezTo>
                <a:cubicBezTo>
                  <a:pt x="1095" y="733"/>
                  <a:pt x="1093" y="729"/>
                  <a:pt x="1088" y="727"/>
                </a:cubicBezTo>
                <a:cubicBezTo>
                  <a:pt x="1080" y="737"/>
                  <a:pt x="1085" y="739"/>
                  <a:pt x="1079" y="747"/>
                </a:cubicBezTo>
                <a:cubicBezTo>
                  <a:pt x="1092" y="743"/>
                  <a:pt x="1088" y="753"/>
                  <a:pt x="1095" y="755"/>
                </a:cubicBezTo>
                <a:close/>
                <a:moveTo>
                  <a:pt x="1090" y="764"/>
                </a:moveTo>
                <a:cubicBezTo>
                  <a:pt x="1085" y="763"/>
                  <a:pt x="1090" y="757"/>
                  <a:pt x="1081" y="758"/>
                </a:cubicBezTo>
                <a:cubicBezTo>
                  <a:pt x="1081" y="764"/>
                  <a:pt x="1092" y="765"/>
                  <a:pt x="1087" y="773"/>
                </a:cubicBezTo>
                <a:cubicBezTo>
                  <a:pt x="1108" y="764"/>
                  <a:pt x="1088" y="790"/>
                  <a:pt x="1101" y="792"/>
                </a:cubicBezTo>
                <a:cubicBezTo>
                  <a:pt x="1104" y="790"/>
                  <a:pt x="1106" y="787"/>
                  <a:pt x="1110" y="786"/>
                </a:cubicBezTo>
                <a:cubicBezTo>
                  <a:pt x="1106" y="783"/>
                  <a:pt x="1095" y="784"/>
                  <a:pt x="1106" y="774"/>
                </a:cubicBezTo>
                <a:cubicBezTo>
                  <a:pt x="1097" y="771"/>
                  <a:pt x="1100" y="763"/>
                  <a:pt x="1098" y="757"/>
                </a:cubicBezTo>
                <a:cubicBezTo>
                  <a:pt x="1094" y="757"/>
                  <a:pt x="1092" y="761"/>
                  <a:pt x="1090" y="764"/>
                </a:cubicBezTo>
                <a:close/>
                <a:moveTo>
                  <a:pt x="1120" y="759"/>
                </a:moveTo>
                <a:cubicBezTo>
                  <a:pt x="1119" y="754"/>
                  <a:pt x="1115" y="750"/>
                  <a:pt x="1113" y="745"/>
                </a:cubicBezTo>
                <a:cubicBezTo>
                  <a:pt x="1111" y="740"/>
                  <a:pt x="1112" y="735"/>
                  <a:pt x="1119" y="728"/>
                </a:cubicBezTo>
                <a:cubicBezTo>
                  <a:pt x="1110" y="733"/>
                  <a:pt x="1107" y="741"/>
                  <a:pt x="1109" y="747"/>
                </a:cubicBezTo>
                <a:cubicBezTo>
                  <a:pt x="1110" y="754"/>
                  <a:pt x="1115" y="759"/>
                  <a:pt x="1120" y="759"/>
                </a:cubicBezTo>
                <a:close/>
                <a:moveTo>
                  <a:pt x="1127" y="807"/>
                </a:moveTo>
                <a:cubicBezTo>
                  <a:pt x="1126" y="811"/>
                  <a:pt x="1127" y="816"/>
                  <a:pt x="1128" y="820"/>
                </a:cubicBezTo>
                <a:cubicBezTo>
                  <a:pt x="1135" y="816"/>
                  <a:pt x="1130" y="809"/>
                  <a:pt x="1127" y="807"/>
                </a:cubicBezTo>
                <a:close/>
                <a:moveTo>
                  <a:pt x="1154" y="860"/>
                </a:moveTo>
                <a:cubicBezTo>
                  <a:pt x="1145" y="866"/>
                  <a:pt x="1142" y="865"/>
                  <a:pt x="1141" y="860"/>
                </a:cubicBezTo>
                <a:cubicBezTo>
                  <a:pt x="1136" y="870"/>
                  <a:pt x="1142" y="884"/>
                  <a:pt x="1148" y="891"/>
                </a:cubicBezTo>
                <a:cubicBezTo>
                  <a:pt x="1157" y="882"/>
                  <a:pt x="1143" y="884"/>
                  <a:pt x="1155" y="876"/>
                </a:cubicBezTo>
                <a:cubicBezTo>
                  <a:pt x="1142" y="883"/>
                  <a:pt x="1154" y="868"/>
                  <a:pt x="1143" y="869"/>
                </a:cubicBezTo>
                <a:cubicBezTo>
                  <a:pt x="1146" y="863"/>
                  <a:pt x="1157" y="865"/>
                  <a:pt x="1154" y="860"/>
                </a:cubicBezTo>
                <a:close/>
                <a:moveTo>
                  <a:pt x="1166" y="852"/>
                </a:moveTo>
                <a:cubicBezTo>
                  <a:pt x="1157" y="853"/>
                  <a:pt x="1156" y="855"/>
                  <a:pt x="1158" y="848"/>
                </a:cubicBezTo>
                <a:cubicBezTo>
                  <a:pt x="1148" y="854"/>
                  <a:pt x="1160" y="857"/>
                  <a:pt x="1159" y="861"/>
                </a:cubicBezTo>
                <a:cubicBezTo>
                  <a:pt x="1167" y="860"/>
                  <a:pt x="1160" y="857"/>
                  <a:pt x="1166" y="852"/>
                </a:cubicBezTo>
                <a:close/>
                <a:moveTo>
                  <a:pt x="1161" y="900"/>
                </a:moveTo>
                <a:cubicBezTo>
                  <a:pt x="1158" y="897"/>
                  <a:pt x="1152" y="895"/>
                  <a:pt x="1149" y="893"/>
                </a:cubicBezTo>
                <a:cubicBezTo>
                  <a:pt x="1146" y="903"/>
                  <a:pt x="1148" y="910"/>
                  <a:pt x="1153" y="915"/>
                </a:cubicBezTo>
                <a:cubicBezTo>
                  <a:pt x="1163" y="908"/>
                  <a:pt x="1164" y="903"/>
                  <a:pt x="1161" y="900"/>
                </a:cubicBezTo>
                <a:close/>
                <a:moveTo>
                  <a:pt x="1183" y="1000"/>
                </a:moveTo>
                <a:cubicBezTo>
                  <a:pt x="1182" y="1003"/>
                  <a:pt x="1186" y="1005"/>
                  <a:pt x="1189" y="1008"/>
                </a:cubicBezTo>
                <a:cubicBezTo>
                  <a:pt x="1191" y="1007"/>
                  <a:pt x="1192" y="1005"/>
                  <a:pt x="1193" y="1003"/>
                </a:cubicBezTo>
                <a:cubicBezTo>
                  <a:pt x="1184" y="1005"/>
                  <a:pt x="1190" y="998"/>
                  <a:pt x="1183" y="1000"/>
                </a:cubicBezTo>
                <a:close/>
                <a:moveTo>
                  <a:pt x="1222" y="1036"/>
                </a:moveTo>
                <a:cubicBezTo>
                  <a:pt x="1222" y="1042"/>
                  <a:pt x="1236" y="1033"/>
                  <a:pt x="1232" y="1043"/>
                </a:cubicBezTo>
                <a:cubicBezTo>
                  <a:pt x="1238" y="1042"/>
                  <a:pt x="1233" y="1037"/>
                  <a:pt x="1235" y="1035"/>
                </a:cubicBezTo>
                <a:lnTo>
                  <a:pt x="1222" y="1036"/>
                </a:lnTo>
                <a:close/>
                <a:moveTo>
                  <a:pt x="1253" y="1106"/>
                </a:moveTo>
                <a:cubicBezTo>
                  <a:pt x="1256" y="1105"/>
                  <a:pt x="1258" y="1104"/>
                  <a:pt x="1261" y="1104"/>
                </a:cubicBezTo>
                <a:cubicBezTo>
                  <a:pt x="1267" y="1095"/>
                  <a:pt x="1257" y="1095"/>
                  <a:pt x="1256" y="1091"/>
                </a:cubicBezTo>
                <a:cubicBezTo>
                  <a:pt x="1241" y="1103"/>
                  <a:pt x="1268" y="1090"/>
                  <a:pt x="1253" y="1106"/>
                </a:cubicBezTo>
                <a:close/>
                <a:moveTo>
                  <a:pt x="1309" y="1173"/>
                </a:moveTo>
                <a:cubicBezTo>
                  <a:pt x="1306" y="1177"/>
                  <a:pt x="1301" y="1178"/>
                  <a:pt x="1297" y="1180"/>
                </a:cubicBezTo>
                <a:cubicBezTo>
                  <a:pt x="1298" y="1184"/>
                  <a:pt x="1307" y="1181"/>
                  <a:pt x="1302" y="1189"/>
                </a:cubicBezTo>
                <a:cubicBezTo>
                  <a:pt x="1320" y="1181"/>
                  <a:pt x="1313" y="1193"/>
                  <a:pt x="1318" y="1196"/>
                </a:cubicBezTo>
                <a:cubicBezTo>
                  <a:pt x="1324" y="1198"/>
                  <a:pt x="1323" y="1190"/>
                  <a:pt x="1329" y="1191"/>
                </a:cubicBezTo>
                <a:cubicBezTo>
                  <a:pt x="1322" y="1189"/>
                  <a:pt x="1326" y="1179"/>
                  <a:pt x="1315" y="1180"/>
                </a:cubicBezTo>
                <a:cubicBezTo>
                  <a:pt x="1317" y="1176"/>
                  <a:pt x="1320" y="1175"/>
                  <a:pt x="1322" y="1171"/>
                </a:cubicBezTo>
                <a:cubicBezTo>
                  <a:pt x="1317" y="1175"/>
                  <a:pt x="1311" y="1174"/>
                  <a:pt x="1310" y="1171"/>
                </a:cubicBezTo>
                <a:cubicBezTo>
                  <a:pt x="1311" y="1167"/>
                  <a:pt x="1305" y="1174"/>
                  <a:pt x="1309" y="1173"/>
                </a:cubicBezTo>
                <a:close/>
                <a:moveTo>
                  <a:pt x="1395" y="1316"/>
                </a:moveTo>
                <a:cubicBezTo>
                  <a:pt x="1391" y="1326"/>
                  <a:pt x="1410" y="1318"/>
                  <a:pt x="1404" y="1329"/>
                </a:cubicBezTo>
                <a:cubicBezTo>
                  <a:pt x="1407" y="1328"/>
                  <a:pt x="1408" y="1324"/>
                  <a:pt x="1410" y="1320"/>
                </a:cubicBezTo>
                <a:cubicBezTo>
                  <a:pt x="1398" y="1325"/>
                  <a:pt x="1407" y="1312"/>
                  <a:pt x="1395" y="1316"/>
                </a:cubicBezTo>
                <a:close/>
                <a:moveTo>
                  <a:pt x="1475" y="1407"/>
                </a:moveTo>
                <a:cubicBezTo>
                  <a:pt x="1473" y="1403"/>
                  <a:pt x="1467" y="1402"/>
                  <a:pt x="1468" y="1395"/>
                </a:cubicBezTo>
                <a:cubicBezTo>
                  <a:pt x="1462" y="1400"/>
                  <a:pt x="1470" y="1411"/>
                  <a:pt x="1475" y="1407"/>
                </a:cubicBezTo>
                <a:close/>
                <a:moveTo>
                  <a:pt x="1500" y="1505"/>
                </a:moveTo>
                <a:cubicBezTo>
                  <a:pt x="1505" y="1503"/>
                  <a:pt x="1509" y="1499"/>
                  <a:pt x="1513" y="1496"/>
                </a:cubicBezTo>
                <a:cubicBezTo>
                  <a:pt x="1514" y="1492"/>
                  <a:pt x="1510" y="1492"/>
                  <a:pt x="1505" y="1492"/>
                </a:cubicBezTo>
                <a:cubicBezTo>
                  <a:pt x="1502" y="1498"/>
                  <a:pt x="1508" y="1495"/>
                  <a:pt x="1509" y="1497"/>
                </a:cubicBezTo>
                <a:cubicBezTo>
                  <a:pt x="1507" y="1501"/>
                  <a:pt x="1502" y="1495"/>
                  <a:pt x="1500" y="1505"/>
                </a:cubicBezTo>
                <a:close/>
                <a:moveTo>
                  <a:pt x="1810" y="1781"/>
                </a:moveTo>
                <a:cubicBezTo>
                  <a:pt x="1812" y="1781"/>
                  <a:pt x="1813" y="1780"/>
                  <a:pt x="1813" y="1778"/>
                </a:cubicBezTo>
                <a:cubicBezTo>
                  <a:pt x="1814" y="1777"/>
                  <a:pt x="1814" y="1775"/>
                  <a:pt x="1814" y="1774"/>
                </a:cubicBezTo>
                <a:cubicBezTo>
                  <a:pt x="1808" y="1776"/>
                  <a:pt x="1811" y="1769"/>
                  <a:pt x="1808" y="1768"/>
                </a:cubicBezTo>
                <a:cubicBezTo>
                  <a:pt x="1801" y="1776"/>
                  <a:pt x="1812" y="1775"/>
                  <a:pt x="1810" y="1781"/>
                </a:cubicBezTo>
                <a:close/>
                <a:moveTo>
                  <a:pt x="2355" y="2062"/>
                </a:moveTo>
                <a:cubicBezTo>
                  <a:pt x="2355" y="2061"/>
                  <a:pt x="2354" y="2061"/>
                  <a:pt x="2354" y="2059"/>
                </a:cubicBezTo>
                <a:cubicBezTo>
                  <a:pt x="2350" y="2061"/>
                  <a:pt x="2350" y="2061"/>
                  <a:pt x="2350" y="2061"/>
                </a:cubicBezTo>
                <a:cubicBezTo>
                  <a:pt x="2352" y="2068"/>
                  <a:pt x="2341" y="2066"/>
                  <a:pt x="2343" y="2073"/>
                </a:cubicBezTo>
                <a:cubicBezTo>
                  <a:pt x="2351" y="2072"/>
                  <a:pt x="2348" y="2064"/>
                  <a:pt x="2355" y="2062"/>
                </a:cubicBezTo>
                <a:close/>
                <a:moveTo>
                  <a:pt x="2385" y="2105"/>
                </a:moveTo>
                <a:cubicBezTo>
                  <a:pt x="2391" y="2100"/>
                  <a:pt x="2386" y="2096"/>
                  <a:pt x="2380" y="2101"/>
                </a:cubicBezTo>
                <a:cubicBezTo>
                  <a:pt x="2381" y="2105"/>
                  <a:pt x="2379" y="2109"/>
                  <a:pt x="2376" y="2110"/>
                </a:cubicBezTo>
                <a:cubicBezTo>
                  <a:pt x="2374" y="2124"/>
                  <a:pt x="2384" y="2097"/>
                  <a:pt x="2385" y="2105"/>
                </a:cubicBezTo>
                <a:close/>
              </a:path>
            </a:pathLst>
          </a:custGeom>
          <a:blipFill dpi="0" rotWithShape="0"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image" Target="../media/image6.png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6" cstate="screen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rot="913241" flipH="1">
            <a:off x="-482682" y="3778625"/>
            <a:ext cx="3346420" cy="3338723"/>
          </a:xfrm>
          <a:custGeom>
            <a:avLst/>
            <a:gdLst>
              <a:gd name="connsiteX0" fmla="*/ 3346420 w 3346420"/>
              <a:gd name="connsiteY0" fmla="*/ 0 h 3338723"/>
              <a:gd name="connsiteX1" fmla="*/ 0 w 3346420"/>
              <a:gd name="connsiteY1" fmla="*/ 0 h 3338723"/>
              <a:gd name="connsiteX2" fmla="*/ 0 w 3346420"/>
              <a:gd name="connsiteY2" fmla="*/ 2675384 h 3338723"/>
              <a:gd name="connsiteX3" fmla="*/ 2438014 w 3346420"/>
              <a:gd name="connsiteY3" fmla="*/ 3338723 h 333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420" h="3338723">
                <a:moveTo>
                  <a:pt x="3346420" y="0"/>
                </a:moveTo>
                <a:lnTo>
                  <a:pt x="0" y="0"/>
                </a:lnTo>
                <a:lnTo>
                  <a:pt x="0" y="2675384"/>
                </a:lnTo>
                <a:lnTo>
                  <a:pt x="2438014" y="3338723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7" cstate="screen"/>
          <a:srcRect b="9829"/>
          <a:stretch>
            <a:fillRect/>
          </a:stretch>
        </p:blipFill>
        <p:spPr>
          <a:xfrm rot="8100000" flipH="1">
            <a:off x="-3026797" y="-4168079"/>
            <a:ext cx="9203662" cy="6183912"/>
          </a:xfrm>
          <a:custGeom>
            <a:avLst/>
            <a:gdLst>
              <a:gd name="connsiteX0" fmla="*/ 2726754 w 9203662"/>
              <a:gd name="connsiteY0" fmla="*/ 3457157 h 6183912"/>
              <a:gd name="connsiteX1" fmla="*/ 6183912 w 9203662"/>
              <a:gd name="connsiteY1" fmla="*/ 0 h 6183912"/>
              <a:gd name="connsiteX2" fmla="*/ 0 w 9203662"/>
              <a:gd name="connsiteY2" fmla="*/ 0 h 6183912"/>
              <a:gd name="connsiteX3" fmla="*/ 0 w 9203662"/>
              <a:gd name="connsiteY3" fmla="*/ 730403 h 6183912"/>
              <a:gd name="connsiteX4" fmla="*/ 0 w 9203662"/>
              <a:gd name="connsiteY4" fmla="*/ 6183912 h 6183912"/>
              <a:gd name="connsiteX5" fmla="*/ 452590 w 9203662"/>
              <a:gd name="connsiteY5" fmla="*/ 5731322 h 6183912"/>
              <a:gd name="connsiteX6" fmla="*/ 0 w 9203662"/>
              <a:gd name="connsiteY6" fmla="*/ 5278732 h 6183912"/>
              <a:gd name="connsiteX7" fmla="*/ 9203662 w 9203662"/>
              <a:gd name="connsiteY7" fmla="*/ 143837 h 6183912"/>
              <a:gd name="connsiteX8" fmla="*/ 9203662 w 9203662"/>
              <a:gd name="connsiteY8" fmla="*/ 0 h 6183912"/>
              <a:gd name="connsiteX9" fmla="*/ 9059825 w 9203662"/>
              <a:gd name="connsiteY9" fmla="*/ 0 h 618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3662" h="6183912">
                <a:moveTo>
                  <a:pt x="2726754" y="3457157"/>
                </a:moveTo>
                <a:lnTo>
                  <a:pt x="6183912" y="0"/>
                </a:lnTo>
                <a:lnTo>
                  <a:pt x="0" y="0"/>
                </a:lnTo>
                <a:lnTo>
                  <a:pt x="0" y="730403"/>
                </a:lnTo>
                <a:close/>
                <a:moveTo>
                  <a:pt x="0" y="6183912"/>
                </a:moveTo>
                <a:lnTo>
                  <a:pt x="452590" y="5731322"/>
                </a:lnTo>
                <a:lnTo>
                  <a:pt x="0" y="5278732"/>
                </a:lnTo>
                <a:close/>
                <a:moveTo>
                  <a:pt x="9203662" y="143837"/>
                </a:moveTo>
                <a:lnTo>
                  <a:pt x="9203662" y="0"/>
                </a:lnTo>
                <a:lnTo>
                  <a:pt x="9059825" y="0"/>
                </a:lnTo>
                <a:close/>
              </a:path>
            </a:pathLst>
          </a:custGeom>
        </p:spPr>
      </p:pic>
      <p:sp>
        <p:nvSpPr>
          <p:cNvPr id="23" name="标题占位符 2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74688" y="1038225"/>
            <a:ext cx="1084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675965cf-ac6f-497e-b57c-73e50b9e96a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8"/>
            </p:custDataLst>
          </p:nvPr>
        </p:nvGrpSpPr>
        <p:grpSpPr>
          <a:xfrm>
            <a:off x="9939338" y="545144"/>
            <a:ext cx="1581149" cy="444662"/>
            <a:chOff x="2805112" y="2505075"/>
            <a:chExt cx="6580822" cy="1850706"/>
          </a:xfrm>
          <a:solidFill>
            <a:schemeClr val="accent1"/>
          </a:solidFill>
        </p:grpSpPr>
        <p:sp>
          <p:nvSpPr>
            <p:cNvPr id="9" name="iṩ1idê"/>
            <p:cNvSpPr/>
            <p:nvPr/>
          </p:nvSpPr>
          <p:spPr>
            <a:xfrm>
              <a:off x="2805112" y="2505075"/>
              <a:ext cx="1849754" cy="1850706"/>
            </a:xfrm>
            <a:custGeom>
              <a:avLst/>
              <a:gdLst>
                <a:gd name="connsiteX0" fmla="*/ 807720 w 1849755"/>
                <a:gd name="connsiteY0" fmla="*/ 1710690 h 1850707"/>
                <a:gd name="connsiteX1" fmla="*/ 789622 w 1849755"/>
                <a:gd name="connsiteY1" fmla="*/ 1733550 h 1850707"/>
                <a:gd name="connsiteX2" fmla="*/ 791527 w 1849755"/>
                <a:gd name="connsiteY2" fmla="*/ 1747837 h 1850707"/>
                <a:gd name="connsiteX3" fmla="*/ 812482 w 1849755"/>
                <a:gd name="connsiteY3" fmla="*/ 1763077 h 1850707"/>
                <a:gd name="connsiteX4" fmla="*/ 829627 w 1849755"/>
                <a:gd name="connsiteY4" fmla="*/ 1759267 h 1850707"/>
                <a:gd name="connsiteX5" fmla="*/ 838200 w 1849755"/>
                <a:gd name="connsiteY5" fmla="*/ 1744027 h 1850707"/>
                <a:gd name="connsiteX6" fmla="*/ 827722 w 1849755"/>
                <a:gd name="connsiteY6" fmla="*/ 1722120 h 1850707"/>
                <a:gd name="connsiteX7" fmla="*/ 810577 w 1849755"/>
                <a:gd name="connsiteY7" fmla="*/ 1711642 h 1850707"/>
                <a:gd name="connsiteX8" fmla="*/ 1232535 w 1849755"/>
                <a:gd name="connsiteY8" fmla="*/ 1657350 h 1850707"/>
                <a:gd name="connsiteX9" fmla="*/ 1229678 w 1849755"/>
                <a:gd name="connsiteY9" fmla="*/ 1685925 h 1850707"/>
                <a:gd name="connsiteX10" fmla="*/ 1238250 w 1849755"/>
                <a:gd name="connsiteY10" fmla="*/ 1697355 h 1850707"/>
                <a:gd name="connsiteX11" fmla="*/ 1263968 w 1849755"/>
                <a:gd name="connsiteY11" fmla="*/ 1699260 h 1850707"/>
                <a:gd name="connsiteX12" fmla="*/ 1276350 w 1849755"/>
                <a:gd name="connsiteY12" fmla="*/ 1686878 h 1850707"/>
                <a:gd name="connsiteX13" fmla="*/ 1275397 w 1849755"/>
                <a:gd name="connsiteY13" fmla="*/ 1670685 h 1850707"/>
                <a:gd name="connsiteX14" fmla="*/ 1255395 w 1849755"/>
                <a:gd name="connsiteY14" fmla="*/ 1657350 h 1850707"/>
                <a:gd name="connsiteX15" fmla="*/ 1235393 w 1849755"/>
                <a:gd name="connsiteY15" fmla="*/ 1657350 h 1850707"/>
                <a:gd name="connsiteX16" fmla="*/ 1024890 w 1849755"/>
                <a:gd name="connsiteY16" fmla="*/ 1654493 h 1850707"/>
                <a:gd name="connsiteX17" fmla="*/ 1010602 w 1849755"/>
                <a:gd name="connsiteY17" fmla="*/ 1667828 h 1850707"/>
                <a:gd name="connsiteX18" fmla="*/ 1010602 w 1849755"/>
                <a:gd name="connsiteY18" fmla="*/ 1683068 h 1850707"/>
                <a:gd name="connsiteX19" fmla="*/ 1019175 w 1849755"/>
                <a:gd name="connsiteY19" fmla="*/ 1704023 h 1850707"/>
                <a:gd name="connsiteX20" fmla="*/ 1035367 w 1849755"/>
                <a:gd name="connsiteY20" fmla="*/ 1708785 h 1850707"/>
                <a:gd name="connsiteX21" fmla="*/ 1049655 w 1849755"/>
                <a:gd name="connsiteY21" fmla="*/ 1697355 h 1850707"/>
                <a:gd name="connsiteX22" fmla="*/ 1049655 w 1849755"/>
                <a:gd name="connsiteY22" fmla="*/ 1684020 h 1850707"/>
                <a:gd name="connsiteX23" fmla="*/ 1041082 w 1849755"/>
                <a:gd name="connsiteY23" fmla="*/ 1660208 h 1850707"/>
                <a:gd name="connsiteX24" fmla="*/ 1024890 w 1849755"/>
                <a:gd name="connsiteY24" fmla="*/ 1654493 h 1850707"/>
                <a:gd name="connsiteX25" fmla="*/ 827722 w 1849755"/>
                <a:gd name="connsiteY25" fmla="*/ 1653540 h 1850707"/>
                <a:gd name="connsiteX26" fmla="*/ 812482 w 1849755"/>
                <a:gd name="connsiteY26" fmla="*/ 1656397 h 1850707"/>
                <a:gd name="connsiteX27" fmla="*/ 805815 w 1849755"/>
                <a:gd name="connsiteY27" fmla="*/ 1667827 h 1850707"/>
                <a:gd name="connsiteX28" fmla="*/ 810577 w 1849755"/>
                <a:gd name="connsiteY28" fmla="*/ 1681162 h 1850707"/>
                <a:gd name="connsiteX29" fmla="*/ 820102 w 1849755"/>
                <a:gd name="connsiteY29" fmla="*/ 1688782 h 1850707"/>
                <a:gd name="connsiteX30" fmla="*/ 826770 w 1849755"/>
                <a:gd name="connsiteY30" fmla="*/ 1692592 h 1850707"/>
                <a:gd name="connsiteX31" fmla="*/ 831532 w 1849755"/>
                <a:gd name="connsiteY31" fmla="*/ 1695450 h 1850707"/>
                <a:gd name="connsiteX32" fmla="*/ 846772 w 1849755"/>
                <a:gd name="connsiteY32" fmla="*/ 1676400 h 1850707"/>
                <a:gd name="connsiteX33" fmla="*/ 842962 w 1849755"/>
                <a:gd name="connsiteY33" fmla="*/ 1661160 h 1850707"/>
                <a:gd name="connsiteX34" fmla="*/ 827722 w 1849755"/>
                <a:gd name="connsiteY34" fmla="*/ 1653540 h 1850707"/>
                <a:gd name="connsiteX35" fmla="*/ 831532 w 1849755"/>
                <a:gd name="connsiteY35" fmla="*/ 1644967 h 1850707"/>
                <a:gd name="connsiteX36" fmla="*/ 858202 w 1849755"/>
                <a:gd name="connsiteY36" fmla="*/ 1656397 h 1850707"/>
                <a:gd name="connsiteX37" fmla="*/ 864870 w 1849755"/>
                <a:gd name="connsiteY37" fmla="*/ 1677352 h 1850707"/>
                <a:gd name="connsiteX38" fmla="*/ 842010 w 1849755"/>
                <a:gd name="connsiteY38" fmla="*/ 1701165 h 1850707"/>
                <a:gd name="connsiteX39" fmla="*/ 860107 w 1849755"/>
                <a:gd name="connsiteY39" fmla="*/ 1717357 h 1850707"/>
                <a:gd name="connsiteX40" fmla="*/ 862012 w 1849755"/>
                <a:gd name="connsiteY40" fmla="*/ 1736407 h 1850707"/>
                <a:gd name="connsiteX41" fmla="*/ 855345 w 1849755"/>
                <a:gd name="connsiteY41" fmla="*/ 1754505 h 1850707"/>
                <a:gd name="connsiteX42" fmla="*/ 825817 w 1849755"/>
                <a:gd name="connsiteY42" fmla="*/ 1772602 h 1850707"/>
                <a:gd name="connsiteX43" fmla="*/ 807720 w 1849755"/>
                <a:gd name="connsiteY43" fmla="*/ 1772602 h 1850707"/>
                <a:gd name="connsiteX44" fmla="*/ 774382 w 1849755"/>
                <a:gd name="connsiteY44" fmla="*/ 1752600 h 1850707"/>
                <a:gd name="connsiteX45" fmla="*/ 771525 w 1849755"/>
                <a:gd name="connsiteY45" fmla="*/ 1733550 h 1850707"/>
                <a:gd name="connsiteX46" fmla="*/ 784860 w 1849755"/>
                <a:gd name="connsiteY46" fmla="*/ 1712595 h 1850707"/>
                <a:gd name="connsiteX47" fmla="*/ 800100 w 1849755"/>
                <a:gd name="connsiteY47" fmla="*/ 1705927 h 1850707"/>
                <a:gd name="connsiteX48" fmla="*/ 783907 w 1849755"/>
                <a:gd name="connsiteY48" fmla="*/ 1674495 h 1850707"/>
                <a:gd name="connsiteX49" fmla="*/ 809625 w 1849755"/>
                <a:gd name="connsiteY49" fmla="*/ 1645920 h 1850707"/>
                <a:gd name="connsiteX50" fmla="*/ 831532 w 1849755"/>
                <a:gd name="connsiteY50" fmla="*/ 1644967 h 1850707"/>
                <a:gd name="connsiteX51" fmla="*/ 1028700 w 1849755"/>
                <a:gd name="connsiteY51" fmla="*/ 1644015 h 1850707"/>
                <a:gd name="connsiteX52" fmla="*/ 1070610 w 1849755"/>
                <a:gd name="connsiteY52" fmla="*/ 1661160 h 1850707"/>
                <a:gd name="connsiteX53" fmla="*/ 1077277 w 1849755"/>
                <a:gd name="connsiteY53" fmla="*/ 1689735 h 1850707"/>
                <a:gd name="connsiteX54" fmla="*/ 1073467 w 1849755"/>
                <a:gd name="connsiteY54" fmla="*/ 1730693 h 1850707"/>
                <a:gd name="connsiteX55" fmla="*/ 1050607 w 1849755"/>
                <a:gd name="connsiteY55" fmla="*/ 1761173 h 1850707"/>
                <a:gd name="connsiteX56" fmla="*/ 1014412 w 1849755"/>
                <a:gd name="connsiteY56" fmla="*/ 1776413 h 1850707"/>
                <a:gd name="connsiteX57" fmla="*/ 1005840 w 1849755"/>
                <a:gd name="connsiteY57" fmla="*/ 1771650 h 1850707"/>
                <a:gd name="connsiteX58" fmla="*/ 1007745 w 1849755"/>
                <a:gd name="connsiteY58" fmla="*/ 1767840 h 1850707"/>
                <a:gd name="connsiteX59" fmla="*/ 1015365 w 1849755"/>
                <a:gd name="connsiteY59" fmla="*/ 1767840 h 1850707"/>
                <a:gd name="connsiteX60" fmla="*/ 1042035 w 1849755"/>
                <a:gd name="connsiteY60" fmla="*/ 1753553 h 1850707"/>
                <a:gd name="connsiteX61" fmla="*/ 1049655 w 1849755"/>
                <a:gd name="connsiteY61" fmla="*/ 1741170 h 1850707"/>
                <a:gd name="connsiteX62" fmla="*/ 1054417 w 1849755"/>
                <a:gd name="connsiteY62" fmla="*/ 1706880 h 1850707"/>
                <a:gd name="connsiteX63" fmla="*/ 1039177 w 1849755"/>
                <a:gd name="connsiteY63" fmla="*/ 1722120 h 1850707"/>
                <a:gd name="connsiteX64" fmla="*/ 1024890 w 1849755"/>
                <a:gd name="connsiteY64" fmla="*/ 1725930 h 1850707"/>
                <a:gd name="connsiteX65" fmla="*/ 1002030 w 1849755"/>
                <a:gd name="connsiteY65" fmla="*/ 1720215 h 1850707"/>
                <a:gd name="connsiteX66" fmla="*/ 989647 w 1849755"/>
                <a:gd name="connsiteY66" fmla="*/ 1695450 h 1850707"/>
                <a:gd name="connsiteX67" fmla="*/ 1004887 w 1849755"/>
                <a:gd name="connsiteY67" fmla="*/ 1653540 h 1850707"/>
                <a:gd name="connsiteX68" fmla="*/ 1028700 w 1849755"/>
                <a:gd name="connsiteY68" fmla="*/ 1644015 h 1850707"/>
                <a:gd name="connsiteX69" fmla="*/ 1236345 w 1849755"/>
                <a:gd name="connsiteY69" fmla="*/ 1598295 h 1850707"/>
                <a:gd name="connsiteX70" fmla="*/ 1219200 w 1849755"/>
                <a:gd name="connsiteY70" fmla="*/ 1600200 h 1850707"/>
                <a:gd name="connsiteX71" fmla="*/ 1207770 w 1849755"/>
                <a:gd name="connsiteY71" fmla="*/ 1610678 h 1850707"/>
                <a:gd name="connsiteX72" fmla="*/ 1207770 w 1849755"/>
                <a:gd name="connsiteY72" fmla="*/ 1624013 h 1850707"/>
                <a:gd name="connsiteX73" fmla="*/ 1219200 w 1849755"/>
                <a:gd name="connsiteY73" fmla="*/ 1633538 h 1850707"/>
                <a:gd name="connsiteX74" fmla="*/ 1230630 w 1849755"/>
                <a:gd name="connsiteY74" fmla="*/ 1634490 h 1850707"/>
                <a:gd name="connsiteX75" fmla="*/ 1238250 w 1849755"/>
                <a:gd name="connsiteY75" fmla="*/ 1634490 h 1850707"/>
                <a:gd name="connsiteX76" fmla="*/ 1243965 w 1849755"/>
                <a:gd name="connsiteY76" fmla="*/ 1634490 h 1850707"/>
                <a:gd name="connsiteX77" fmla="*/ 1247775 w 1849755"/>
                <a:gd name="connsiteY77" fmla="*/ 1608773 h 1850707"/>
                <a:gd name="connsiteX78" fmla="*/ 1236345 w 1849755"/>
                <a:gd name="connsiteY78" fmla="*/ 1598295 h 1850707"/>
                <a:gd name="connsiteX79" fmla="*/ 580073 w 1849755"/>
                <a:gd name="connsiteY79" fmla="*/ 1586865 h 1850707"/>
                <a:gd name="connsiteX80" fmla="*/ 639128 w 1849755"/>
                <a:gd name="connsiteY80" fmla="*/ 1592580 h 1850707"/>
                <a:gd name="connsiteX81" fmla="*/ 640080 w 1849755"/>
                <a:gd name="connsiteY81" fmla="*/ 1594485 h 1850707"/>
                <a:gd name="connsiteX82" fmla="*/ 632460 w 1849755"/>
                <a:gd name="connsiteY82" fmla="*/ 1608772 h 1850707"/>
                <a:gd name="connsiteX83" fmla="*/ 622935 w 1849755"/>
                <a:gd name="connsiteY83" fmla="*/ 1627822 h 1850707"/>
                <a:gd name="connsiteX84" fmla="*/ 607695 w 1849755"/>
                <a:gd name="connsiteY84" fmla="*/ 1660207 h 1850707"/>
                <a:gd name="connsiteX85" fmla="*/ 591503 w 1849755"/>
                <a:gd name="connsiteY85" fmla="*/ 1698307 h 1850707"/>
                <a:gd name="connsiteX86" fmla="*/ 593408 w 1849755"/>
                <a:gd name="connsiteY86" fmla="*/ 1702117 h 1850707"/>
                <a:gd name="connsiteX87" fmla="*/ 608648 w 1849755"/>
                <a:gd name="connsiteY87" fmla="*/ 1710690 h 1850707"/>
                <a:gd name="connsiteX88" fmla="*/ 609600 w 1849755"/>
                <a:gd name="connsiteY88" fmla="*/ 1711642 h 1850707"/>
                <a:gd name="connsiteX89" fmla="*/ 609600 w 1849755"/>
                <a:gd name="connsiteY89" fmla="*/ 1717357 h 1850707"/>
                <a:gd name="connsiteX90" fmla="*/ 608648 w 1849755"/>
                <a:gd name="connsiteY90" fmla="*/ 1718310 h 1850707"/>
                <a:gd name="connsiteX91" fmla="*/ 580073 w 1849755"/>
                <a:gd name="connsiteY91" fmla="*/ 1704975 h 1850707"/>
                <a:gd name="connsiteX92" fmla="*/ 544830 w 1849755"/>
                <a:gd name="connsiteY92" fmla="*/ 1689735 h 1850707"/>
                <a:gd name="connsiteX93" fmla="*/ 543878 w 1849755"/>
                <a:gd name="connsiteY93" fmla="*/ 1688782 h 1850707"/>
                <a:gd name="connsiteX94" fmla="*/ 545783 w 1849755"/>
                <a:gd name="connsiteY94" fmla="*/ 1684020 h 1850707"/>
                <a:gd name="connsiteX95" fmla="*/ 546735 w 1849755"/>
                <a:gd name="connsiteY95" fmla="*/ 1684020 h 1850707"/>
                <a:gd name="connsiteX96" fmla="*/ 555308 w 1849755"/>
                <a:gd name="connsiteY96" fmla="*/ 1686877 h 1850707"/>
                <a:gd name="connsiteX97" fmla="*/ 564833 w 1849755"/>
                <a:gd name="connsiteY97" fmla="*/ 1689735 h 1850707"/>
                <a:gd name="connsiteX98" fmla="*/ 568643 w 1849755"/>
                <a:gd name="connsiteY98" fmla="*/ 1687830 h 1850707"/>
                <a:gd name="connsiteX99" fmla="*/ 584835 w 1849755"/>
                <a:gd name="connsiteY99" fmla="*/ 1656397 h 1850707"/>
                <a:gd name="connsiteX100" fmla="*/ 594360 w 1849755"/>
                <a:gd name="connsiteY100" fmla="*/ 1635442 h 1850707"/>
                <a:gd name="connsiteX101" fmla="*/ 604838 w 1849755"/>
                <a:gd name="connsiteY101" fmla="*/ 1611630 h 1850707"/>
                <a:gd name="connsiteX102" fmla="*/ 607695 w 1849755"/>
                <a:gd name="connsiteY102" fmla="*/ 1604962 h 1850707"/>
                <a:gd name="connsiteX103" fmla="*/ 607695 w 1849755"/>
                <a:gd name="connsiteY103" fmla="*/ 1600200 h 1850707"/>
                <a:gd name="connsiteX104" fmla="*/ 601980 w 1849755"/>
                <a:gd name="connsiteY104" fmla="*/ 1600200 h 1850707"/>
                <a:gd name="connsiteX105" fmla="*/ 578168 w 1849755"/>
                <a:gd name="connsiteY105" fmla="*/ 1600200 h 1850707"/>
                <a:gd name="connsiteX106" fmla="*/ 577215 w 1849755"/>
                <a:gd name="connsiteY106" fmla="*/ 1599247 h 1850707"/>
                <a:gd name="connsiteX107" fmla="*/ 580073 w 1849755"/>
                <a:gd name="connsiteY107" fmla="*/ 1587817 h 1850707"/>
                <a:gd name="connsiteX108" fmla="*/ 1245870 w 1849755"/>
                <a:gd name="connsiteY108" fmla="*/ 1585913 h 1850707"/>
                <a:gd name="connsiteX109" fmla="*/ 1263015 w 1849755"/>
                <a:gd name="connsiteY109" fmla="*/ 1600200 h 1850707"/>
                <a:gd name="connsiteX110" fmla="*/ 1256347 w 1849755"/>
                <a:gd name="connsiteY110" fmla="*/ 1632585 h 1850707"/>
                <a:gd name="connsiteX111" fmla="*/ 1280160 w 1849755"/>
                <a:gd name="connsiteY111" fmla="*/ 1636395 h 1850707"/>
                <a:gd name="connsiteX112" fmla="*/ 1292543 w 1849755"/>
                <a:gd name="connsiteY112" fmla="*/ 1651635 h 1850707"/>
                <a:gd name="connsiteX113" fmla="*/ 1296353 w 1849755"/>
                <a:gd name="connsiteY113" fmla="*/ 1670685 h 1850707"/>
                <a:gd name="connsiteX114" fmla="*/ 1280160 w 1849755"/>
                <a:gd name="connsiteY114" fmla="*/ 1701165 h 1850707"/>
                <a:gd name="connsiteX115" fmla="*/ 1263968 w 1849755"/>
                <a:gd name="connsiteY115" fmla="*/ 1710690 h 1850707"/>
                <a:gd name="connsiteX116" fmla="*/ 1224915 w 1849755"/>
                <a:gd name="connsiteY116" fmla="*/ 1710690 h 1850707"/>
                <a:gd name="connsiteX117" fmla="*/ 1212533 w 1849755"/>
                <a:gd name="connsiteY117" fmla="*/ 1696403 h 1850707"/>
                <a:gd name="connsiteX118" fmla="*/ 1212533 w 1849755"/>
                <a:gd name="connsiteY118" fmla="*/ 1671638 h 1850707"/>
                <a:gd name="connsiteX119" fmla="*/ 1222058 w 1849755"/>
                <a:gd name="connsiteY119" fmla="*/ 1658303 h 1850707"/>
                <a:gd name="connsiteX120" fmla="*/ 1191578 w 1849755"/>
                <a:gd name="connsiteY120" fmla="*/ 1639253 h 1850707"/>
                <a:gd name="connsiteX121" fmla="*/ 1199198 w 1849755"/>
                <a:gd name="connsiteY121" fmla="*/ 1602105 h 1850707"/>
                <a:gd name="connsiteX122" fmla="*/ 1217295 w 1849755"/>
                <a:gd name="connsiteY122" fmla="*/ 1589723 h 1850707"/>
                <a:gd name="connsiteX123" fmla="*/ 1245870 w 1849755"/>
                <a:gd name="connsiteY123" fmla="*/ 1585913 h 1850707"/>
                <a:gd name="connsiteX124" fmla="*/ 156210 w 1849755"/>
                <a:gd name="connsiteY124" fmla="*/ 1192530 h 1850707"/>
                <a:gd name="connsiteX125" fmla="*/ 139065 w 1849755"/>
                <a:gd name="connsiteY125" fmla="*/ 1204912 h 1850707"/>
                <a:gd name="connsiteX126" fmla="*/ 140018 w 1849755"/>
                <a:gd name="connsiteY126" fmla="*/ 1225867 h 1850707"/>
                <a:gd name="connsiteX127" fmla="*/ 142875 w 1849755"/>
                <a:gd name="connsiteY127" fmla="*/ 1232535 h 1850707"/>
                <a:gd name="connsiteX128" fmla="*/ 193358 w 1849755"/>
                <a:gd name="connsiteY128" fmla="*/ 1213485 h 1850707"/>
                <a:gd name="connsiteX129" fmla="*/ 192405 w 1849755"/>
                <a:gd name="connsiteY129" fmla="*/ 1209675 h 1850707"/>
                <a:gd name="connsiteX130" fmla="*/ 179070 w 1849755"/>
                <a:gd name="connsiteY130" fmla="*/ 1192530 h 1850707"/>
                <a:gd name="connsiteX131" fmla="*/ 156210 w 1849755"/>
                <a:gd name="connsiteY131" fmla="*/ 1192530 h 1850707"/>
                <a:gd name="connsiteX132" fmla="*/ 159068 w 1849755"/>
                <a:gd name="connsiteY132" fmla="*/ 1161097 h 1850707"/>
                <a:gd name="connsiteX133" fmla="*/ 174308 w 1849755"/>
                <a:gd name="connsiteY133" fmla="*/ 1167765 h 1850707"/>
                <a:gd name="connsiteX134" fmla="*/ 186690 w 1849755"/>
                <a:gd name="connsiteY134" fmla="*/ 1182052 h 1850707"/>
                <a:gd name="connsiteX135" fmla="*/ 196215 w 1849755"/>
                <a:gd name="connsiteY135" fmla="*/ 1202055 h 1850707"/>
                <a:gd name="connsiteX136" fmla="*/ 200025 w 1849755"/>
                <a:gd name="connsiteY136" fmla="*/ 1211580 h 1850707"/>
                <a:gd name="connsiteX137" fmla="*/ 232410 w 1849755"/>
                <a:gd name="connsiteY137" fmla="*/ 1199197 h 1850707"/>
                <a:gd name="connsiteX138" fmla="*/ 237173 w 1849755"/>
                <a:gd name="connsiteY138" fmla="*/ 1196340 h 1850707"/>
                <a:gd name="connsiteX139" fmla="*/ 239078 w 1849755"/>
                <a:gd name="connsiteY139" fmla="*/ 1190625 h 1850707"/>
                <a:gd name="connsiteX140" fmla="*/ 238125 w 1849755"/>
                <a:gd name="connsiteY140" fmla="*/ 1184910 h 1850707"/>
                <a:gd name="connsiteX141" fmla="*/ 237173 w 1849755"/>
                <a:gd name="connsiteY141" fmla="*/ 1178242 h 1850707"/>
                <a:gd name="connsiteX142" fmla="*/ 243840 w 1849755"/>
                <a:gd name="connsiteY142" fmla="*/ 1175385 h 1850707"/>
                <a:gd name="connsiteX143" fmla="*/ 267653 w 1849755"/>
                <a:gd name="connsiteY143" fmla="*/ 1237297 h 1850707"/>
                <a:gd name="connsiteX144" fmla="*/ 260985 w 1849755"/>
                <a:gd name="connsiteY144" fmla="*/ 1239202 h 1850707"/>
                <a:gd name="connsiteX145" fmla="*/ 258128 w 1849755"/>
                <a:gd name="connsiteY145" fmla="*/ 1233487 h 1850707"/>
                <a:gd name="connsiteX146" fmla="*/ 255270 w 1849755"/>
                <a:gd name="connsiteY146" fmla="*/ 1228725 h 1850707"/>
                <a:gd name="connsiteX147" fmla="*/ 250508 w 1849755"/>
                <a:gd name="connsiteY147" fmla="*/ 1225867 h 1850707"/>
                <a:gd name="connsiteX148" fmla="*/ 244793 w 1849755"/>
                <a:gd name="connsiteY148" fmla="*/ 1226820 h 1850707"/>
                <a:gd name="connsiteX149" fmla="*/ 164783 w 1849755"/>
                <a:gd name="connsiteY149" fmla="*/ 1257300 h 1850707"/>
                <a:gd name="connsiteX150" fmla="*/ 160020 w 1849755"/>
                <a:gd name="connsiteY150" fmla="*/ 1260157 h 1850707"/>
                <a:gd name="connsiteX151" fmla="*/ 158115 w 1849755"/>
                <a:gd name="connsiteY151" fmla="*/ 1265872 h 1850707"/>
                <a:gd name="connsiteX152" fmla="*/ 159068 w 1849755"/>
                <a:gd name="connsiteY152" fmla="*/ 1272540 h 1850707"/>
                <a:gd name="connsiteX153" fmla="*/ 160020 w 1849755"/>
                <a:gd name="connsiteY153" fmla="*/ 1278255 h 1850707"/>
                <a:gd name="connsiteX154" fmla="*/ 153353 w 1849755"/>
                <a:gd name="connsiteY154" fmla="*/ 1281112 h 1850707"/>
                <a:gd name="connsiteX155" fmla="*/ 129540 w 1849755"/>
                <a:gd name="connsiteY155" fmla="*/ 1218247 h 1850707"/>
                <a:gd name="connsiteX156" fmla="*/ 123825 w 1849755"/>
                <a:gd name="connsiteY156" fmla="*/ 1183005 h 1850707"/>
                <a:gd name="connsiteX157" fmla="*/ 140970 w 1849755"/>
                <a:gd name="connsiteY157" fmla="*/ 1163002 h 1850707"/>
                <a:gd name="connsiteX158" fmla="*/ 159068 w 1849755"/>
                <a:gd name="connsiteY158" fmla="*/ 1161097 h 1850707"/>
                <a:gd name="connsiteX159" fmla="*/ 1615440 w 1849755"/>
                <a:gd name="connsiteY159" fmla="*/ 1152525 h 1850707"/>
                <a:gd name="connsiteX160" fmla="*/ 1622107 w 1849755"/>
                <a:gd name="connsiteY160" fmla="*/ 1154430 h 1850707"/>
                <a:gd name="connsiteX161" fmla="*/ 1620202 w 1849755"/>
                <a:gd name="connsiteY161" fmla="*/ 1161097 h 1850707"/>
                <a:gd name="connsiteX162" fmla="*/ 1619250 w 1849755"/>
                <a:gd name="connsiteY162" fmla="*/ 1167765 h 1850707"/>
                <a:gd name="connsiteX163" fmla="*/ 1621155 w 1849755"/>
                <a:gd name="connsiteY163" fmla="*/ 1173480 h 1850707"/>
                <a:gd name="connsiteX164" fmla="*/ 1625917 w 1849755"/>
                <a:gd name="connsiteY164" fmla="*/ 1176337 h 1850707"/>
                <a:gd name="connsiteX165" fmla="*/ 1645920 w 1849755"/>
                <a:gd name="connsiteY165" fmla="*/ 1183957 h 1850707"/>
                <a:gd name="connsiteX166" fmla="*/ 1650682 w 1849755"/>
                <a:gd name="connsiteY166" fmla="*/ 1185862 h 1850707"/>
                <a:gd name="connsiteX167" fmla="*/ 1654492 w 1849755"/>
                <a:gd name="connsiteY167" fmla="*/ 1186815 h 1850707"/>
                <a:gd name="connsiteX168" fmla="*/ 1659255 w 1849755"/>
                <a:gd name="connsiteY168" fmla="*/ 1186815 h 1850707"/>
                <a:gd name="connsiteX169" fmla="*/ 1666875 w 1849755"/>
                <a:gd name="connsiteY169" fmla="*/ 1185862 h 1850707"/>
                <a:gd name="connsiteX170" fmla="*/ 1691640 w 1849755"/>
                <a:gd name="connsiteY170" fmla="*/ 1182052 h 1850707"/>
                <a:gd name="connsiteX171" fmla="*/ 1714500 w 1849755"/>
                <a:gd name="connsiteY171" fmla="*/ 1178242 h 1850707"/>
                <a:gd name="connsiteX172" fmla="*/ 1724025 w 1849755"/>
                <a:gd name="connsiteY172" fmla="*/ 1175385 h 1850707"/>
                <a:gd name="connsiteX173" fmla="*/ 1730692 w 1849755"/>
                <a:gd name="connsiteY173" fmla="*/ 1171575 h 1850707"/>
                <a:gd name="connsiteX174" fmla="*/ 1734502 w 1849755"/>
                <a:gd name="connsiteY174" fmla="*/ 1166812 h 1850707"/>
                <a:gd name="connsiteX175" fmla="*/ 1737360 w 1849755"/>
                <a:gd name="connsiteY175" fmla="*/ 1162050 h 1850707"/>
                <a:gd name="connsiteX176" fmla="*/ 1744027 w 1849755"/>
                <a:gd name="connsiteY176" fmla="*/ 1164907 h 1850707"/>
                <a:gd name="connsiteX177" fmla="*/ 1719262 w 1849755"/>
                <a:gd name="connsiteY177" fmla="*/ 1229677 h 1850707"/>
                <a:gd name="connsiteX178" fmla="*/ 1712595 w 1849755"/>
                <a:gd name="connsiteY178" fmla="*/ 1226820 h 1850707"/>
                <a:gd name="connsiteX179" fmla="*/ 1716405 w 1849755"/>
                <a:gd name="connsiteY179" fmla="*/ 1214437 h 1850707"/>
                <a:gd name="connsiteX180" fmla="*/ 1714500 w 1849755"/>
                <a:gd name="connsiteY180" fmla="*/ 1210627 h 1850707"/>
                <a:gd name="connsiteX181" fmla="*/ 1710690 w 1849755"/>
                <a:gd name="connsiteY181" fmla="*/ 1210627 h 1850707"/>
                <a:gd name="connsiteX182" fmla="*/ 1701165 w 1849755"/>
                <a:gd name="connsiteY182" fmla="*/ 1211580 h 1850707"/>
                <a:gd name="connsiteX183" fmla="*/ 1684020 w 1849755"/>
                <a:gd name="connsiteY183" fmla="*/ 1214437 h 1850707"/>
                <a:gd name="connsiteX184" fmla="*/ 1657350 w 1849755"/>
                <a:gd name="connsiteY184" fmla="*/ 1219200 h 1850707"/>
                <a:gd name="connsiteX185" fmla="*/ 1683067 w 1849755"/>
                <a:gd name="connsiteY185" fmla="*/ 1253490 h 1850707"/>
                <a:gd name="connsiteX186" fmla="*/ 1692592 w 1849755"/>
                <a:gd name="connsiteY186" fmla="*/ 1263967 h 1850707"/>
                <a:gd name="connsiteX187" fmla="*/ 1698307 w 1849755"/>
                <a:gd name="connsiteY187" fmla="*/ 1262062 h 1850707"/>
                <a:gd name="connsiteX188" fmla="*/ 1704022 w 1849755"/>
                <a:gd name="connsiteY188" fmla="*/ 1251585 h 1850707"/>
                <a:gd name="connsiteX189" fmla="*/ 1710690 w 1849755"/>
                <a:gd name="connsiteY189" fmla="*/ 1253490 h 1850707"/>
                <a:gd name="connsiteX190" fmla="*/ 1694497 w 1849755"/>
                <a:gd name="connsiteY190" fmla="*/ 1295400 h 1850707"/>
                <a:gd name="connsiteX191" fmla="*/ 1686877 w 1849755"/>
                <a:gd name="connsiteY191" fmla="*/ 1292542 h 1850707"/>
                <a:gd name="connsiteX192" fmla="*/ 1687830 w 1849755"/>
                <a:gd name="connsiteY192" fmla="*/ 1286827 h 1850707"/>
                <a:gd name="connsiteX193" fmla="*/ 1687830 w 1849755"/>
                <a:gd name="connsiteY193" fmla="*/ 1281112 h 1850707"/>
                <a:gd name="connsiteX194" fmla="*/ 1684972 w 1849755"/>
                <a:gd name="connsiteY194" fmla="*/ 1273492 h 1850707"/>
                <a:gd name="connsiteX195" fmla="*/ 1680210 w 1849755"/>
                <a:gd name="connsiteY195" fmla="*/ 1265872 h 1850707"/>
                <a:gd name="connsiteX196" fmla="*/ 1667827 w 1849755"/>
                <a:gd name="connsiteY196" fmla="*/ 1248727 h 1850707"/>
                <a:gd name="connsiteX197" fmla="*/ 1652587 w 1849755"/>
                <a:gd name="connsiteY197" fmla="*/ 1228725 h 1850707"/>
                <a:gd name="connsiteX198" fmla="*/ 1644015 w 1849755"/>
                <a:gd name="connsiteY198" fmla="*/ 1219200 h 1850707"/>
                <a:gd name="connsiteX199" fmla="*/ 1631632 w 1849755"/>
                <a:gd name="connsiteY199" fmla="*/ 1213485 h 1850707"/>
                <a:gd name="connsiteX200" fmla="*/ 1615440 w 1849755"/>
                <a:gd name="connsiteY200" fmla="*/ 1206817 h 1850707"/>
                <a:gd name="connsiteX201" fmla="*/ 1609725 w 1849755"/>
                <a:gd name="connsiteY201" fmla="*/ 1205865 h 1850707"/>
                <a:gd name="connsiteX202" fmla="*/ 1604962 w 1849755"/>
                <a:gd name="connsiteY202" fmla="*/ 1208722 h 1850707"/>
                <a:gd name="connsiteX203" fmla="*/ 1601152 w 1849755"/>
                <a:gd name="connsiteY203" fmla="*/ 1213485 h 1850707"/>
                <a:gd name="connsiteX204" fmla="*/ 1597342 w 1849755"/>
                <a:gd name="connsiteY204" fmla="*/ 1219200 h 1850707"/>
                <a:gd name="connsiteX205" fmla="*/ 1590675 w 1849755"/>
                <a:gd name="connsiteY205" fmla="*/ 1216342 h 1850707"/>
                <a:gd name="connsiteX206" fmla="*/ 1739265 w 1849755"/>
                <a:gd name="connsiteY206" fmla="*/ 964883 h 1850707"/>
                <a:gd name="connsiteX207" fmla="*/ 1773555 w 1849755"/>
                <a:gd name="connsiteY207" fmla="*/ 968693 h 1850707"/>
                <a:gd name="connsiteX208" fmla="*/ 1759267 w 1849755"/>
                <a:gd name="connsiteY208" fmla="*/ 1085850 h 1850707"/>
                <a:gd name="connsiteX209" fmla="*/ 1726882 w 1849755"/>
                <a:gd name="connsiteY209" fmla="*/ 1081088 h 1850707"/>
                <a:gd name="connsiteX210" fmla="*/ 1727835 w 1849755"/>
                <a:gd name="connsiteY210" fmla="*/ 1074420 h 1850707"/>
                <a:gd name="connsiteX211" fmla="*/ 1744980 w 1849755"/>
                <a:gd name="connsiteY211" fmla="*/ 1067753 h 1850707"/>
                <a:gd name="connsiteX212" fmla="*/ 1755457 w 1849755"/>
                <a:gd name="connsiteY212" fmla="*/ 1058228 h 1850707"/>
                <a:gd name="connsiteX213" fmla="*/ 1756410 w 1849755"/>
                <a:gd name="connsiteY213" fmla="*/ 1051560 h 1850707"/>
                <a:gd name="connsiteX214" fmla="*/ 1757362 w 1849755"/>
                <a:gd name="connsiteY214" fmla="*/ 1044893 h 1850707"/>
                <a:gd name="connsiteX215" fmla="*/ 1757362 w 1849755"/>
                <a:gd name="connsiteY215" fmla="*/ 1041083 h 1850707"/>
                <a:gd name="connsiteX216" fmla="*/ 1662112 w 1849755"/>
                <a:gd name="connsiteY216" fmla="*/ 1029653 h 1850707"/>
                <a:gd name="connsiteX217" fmla="*/ 1656397 w 1849755"/>
                <a:gd name="connsiteY217" fmla="*/ 1030605 h 1850707"/>
                <a:gd name="connsiteX218" fmla="*/ 1652587 w 1849755"/>
                <a:gd name="connsiteY218" fmla="*/ 1034415 h 1850707"/>
                <a:gd name="connsiteX219" fmla="*/ 1650682 w 1849755"/>
                <a:gd name="connsiteY219" fmla="*/ 1040130 h 1850707"/>
                <a:gd name="connsiteX220" fmla="*/ 1648777 w 1849755"/>
                <a:gd name="connsiteY220" fmla="*/ 1046798 h 1850707"/>
                <a:gd name="connsiteX221" fmla="*/ 1642110 w 1849755"/>
                <a:gd name="connsiteY221" fmla="*/ 1045845 h 1850707"/>
                <a:gd name="connsiteX222" fmla="*/ 1649730 w 1849755"/>
                <a:gd name="connsiteY222" fmla="*/ 978218 h 1850707"/>
                <a:gd name="connsiteX223" fmla="*/ 1656397 w 1849755"/>
                <a:gd name="connsiteY223" fmla="*/ 979170 h 1850707"/>
                <a:gd name="connsiteX224" fmla="*/ 1656397 w 1849755"/>
                <a:gd name="connsiteY224" fmla="*/ 985838 h 1850707"/>
                <a:gd name="connsiteX225" fmla="*/ 1656397 w 1849755"/>
                <a:gd name="connsiteY225" fmla="*/ 992505 h 1850707"/>
                <a:gd name="connsiteX226" fmla="*/ 1659255 w 1849755"/>
                <a:gd name="connsiteY226" fmla="*/ 997268 h 1850707"/>
                <a:gd name="connsiteX227" fmla="*/ 1664970 w 1849755"/>
                <a:gd name="connsiteY227" fmla="*/ 999173 h 1850707"/>
                <a:gd name="connsiteX228" fmla="*/ 1761172 w 1849755"/>
                <a:gd name="connsiteY228" fmla="*/ 1010603 h 1850707"/>
                <a:gd name="connsiteX229" fmla="*/ 1761172 w 1849755"/>
                <a:gd name="connsiteY229" fmla="*/ 1006793 h 1850707"/>
                <a:gd name="connsiteX230" fmla="*/ 1762125 w 1849755"/>
                <a:gd name="connsiteY230" fmla="*/ 1000125 h 1850707"/>
                <a:gd name="connsiteX231" fmla="*/ 1762125 w 1849755"/>
                <a:gd name="connsiteY231" fmla="*/ 993458 h 1850707"/>
                <a:gd name="connsiteX232" fmla="*/ 1753552 w 1849755"/>
                <a:gd name="connsiteY232" fmla="*/ 982028 h 1850707"/>
                <a:gd name="connsiteX233" fmla="*/ 1738312 w 1849755"/>
                <a:gd name="connsiteY233" fmla="*/ 971550 h 1850707"/>
                <a:gd name="connsiteX234" fmla="*/ 199073 w 1849755"/>
                <a:gd name="connsiteY234" fmla="*/ 952500 h 1850707"/>
                <a:gd name="connsiteX235" fmla="*/ 212408 w 1849755"/>
                <a:gd name="connsiteY235" fmla="*/ 1065847 h 1850707"/>
                <a:gd name="connsiteX236" fmla="*/ 205740 w 1849755"/>
                <a:gd name="connsiteY236" fmla="*/ 1066800 h 1850707"/>
                <a:gd name="connsiteX237" fmla="*/ 203835 w 1849755"/>
                <a:gd name="connsiteY237" fmla="*/ 1060132 h 1850707"/>
                <a:gd name="connsiteX238" fmla="*/ 201930 w 1849755"/>
                <a:gd name="connsiteY238" fmla="*/ 1054417 h 1850707"/>
                <a:gd name="connsiteX239" fmla="*/ 198120 w 1849755"/>
                <a:gd name="connsiteY239" fmla="*/ 1050607 h 1850707"/>
                <a:gd name="connsiteX240" fmla="*/ 192405 w 1849755"/>
                <a:gd name="connsiteY240" fmla="*/ 1050607 h 1850707"/>
                <a:gd name="connsiteX241" fmla="*/ 106680 w 1849755"/>
                <a:gd name="connsiteY241" fmla="*/ 1060132 h 1850707"/>
                <a:gd name="connsiteX242" fmla="*/ 101918 w 1849755"/>
                <a:gd name="connsiteY242" fmla="*/ 1062037 h 1850707"/>
                <a:gd name="connsiteX243" fmla="*/ 99060 w 1849755"/>
                <a:gd name="connsiteY243" fmla="*/ 1066800 h 1850707"/>
                <a:gd name="connsiteX244" fmla="*/ 98108 w 1849755"/>
                <a:gd name="connsiteY244" fmla="*/ 1073467 h 1850707"/>
                <a:gd name="connsiteX245" fmla="*/ 98108 w 1849755"/>
                <a:gd name="connsiteY245" fmla="*/ 1080135 h 1850707"/>
                <a:gd name="connsiteX246" fmla="*/ 91440 w 1849755"/>
                <a:gd name="connsiteY246" fmla="*/ 1081087 h 1850707"/>
                <a:gd name="connsiteX247" fmla="*/ 79058 w 1849755"/>
                <a:gd name="connsiteY247" fmla="*/ 973455 h 1850707"/>
                <a:gd name="connsiteX248" fmla="*/ 108585 w 1849755"/>
                <a:gd name="connsiteY248" fmla="*/ 971550 h 1850707"/>
                <a:gd name="connsiteX249" fmla="*/ 109538 w 1849755"/>
                <a:gd name="connsiteY249" fmla="*/ 978217 h 1850707"/>
                <a:gd name="connsiteX250" fmla="*/ 96203 w 1849755"/>
                <a:gd name="connsiteY250" fmla="*/ 988695 h 1850707"/>
                <a:gd name="connsiteX251" fmla="*/ 89535 w 1849755"/>
                <a:gd name="connsiteY251" fmla="*/ 1002030 h 1850707"/>
                <a:gd name="connsiteX252" fmla="*/ 89535 w 1849755"/>
                <a:gd name="connsiteY252" fmla="*/ 1008697 h 1850707"/>
                <a:gd name="connsiteX253" fmla="*/ 90488 w 1849755"/>
                <a:gd name="connsiteY253" fmla="*/ 1016317 h 1850707"/>
                <a:gd name="connsiteX254" fmla="*/ 92393 w 1849755"/>
                <a:gd name="connsiteY254" fmla="*/ 1033462 h 1850707"/>
                <a:gd name="connsiteX255" fmla="*/ 139065 w 1849755"/>
                <a:gd name="connsiteY255" fmla="*/ 1027747 h 1850707"/>
                <a:gd name="connsiteX256" fmla="*/ 137160 w 1849755"/>
                <a:gd name="connsiteY256" fmla="*/ 1015365 h 1850707"/>
                <a:gd name="connsiteX257" fmla="*/ 135255 w 1849755"/>
                <a:gd name="connsiteY257" fmla="*/ 1006792 h 1850707"/>
                <a:gd name="connsiteX258" fmla="*/ 130493 w 1849755"/>
                <a:gd name="connsiteY258" fmla="*/ 1000125 h 1850707"/>
                <a:gd name="connsiteX259" fmla="*/ 122873 w 1849755"/>
                <a:gd name="connsiteY259" fmla="*/ 997267 h 1850707"/>
                <a:gd name="connsiteX260" fmla="*/ 114300 w 1849755"/>
                <a:gd name="connsiteY260" fmla="*/ 995362 h 1850707"/>
                <a:gd name="connsiteX261" fmla="*/ 113348 w 1849755"/>
                <a:gd name="connsiteY261" fmla="*/ 988695 h 1850707"/>
                <a:gd name="connsiteX262" fmla="*/ 163830 w 1849755"/>
                <a:gd name="connsiteY262" fmla="*/ 982980 h 1850707"/>
                <a:gd name="connsiteX263" fmla="*/ 164783 w 1849755"/>
                <a:gd name="connsiteY263" fmla="*/ 989647 h 1850707"/>
                <a:gd name="connsiteX264" fmla="*/ 156210 w 1849755"/>
                <a:gd name="connsiteY264" fmla="*/ 993457 h 1850707"/>
                <a:gd name="connsiteX265" fmla="*/ 149543 w 1849755"/>
                <a:gd name="connsiteY265" fmla="*/ 998220 h 1850707"/>
                <a:gd name="connsiteX266" fmla="*/ 145733 w 1849755"/>
                <a:gd name="connsiteY266" fmla="*/ 1004887 h 1850707"/>
                <a:gd name="connsiteX267" fmla="*/ 145733 w 1849755"/>
                <a:gd name="connsiteY267" fmla="*/ 1013460 h 1850707"/>
                <a:gd name="connsiteX268" fmla="*/ 146685 w 1849755"/>
                <a:gd name="connsiteY268" fmla="*/ 1025842 h 1850707"/>
                <a:gd name="connsiteX269" fmla="*/ 181928 w 1849755"/>
                <a:gd name="connsiteY269" fmla="*/ 1022032 h 1850707"/>
                <a:gd name="connsiteX270" fmla="*/ 190500 w 1849755"/>
                <a:gd name="connsiteY270" fmla="*/ 1020127 h 1850707"/>
                <a:gd name="connsiteX271" fmla="*/ 195263 w 1849755"/>
                <a:gd name="connsiteY271" fmla="*/ 1016317 h 1850707"/>
                <a:gd name="connsiteX272" fmla="*/ 196215 w 1849755"/>
                <a:gd name="connsiteY272" fmla="*/ 1010602 h 1850707"/>
                <a:gd name="connsiteX273" fmla="*/ 195263 w 1849755"/>
                <a:gd name="connsiteY273" fmla="*/ 1000125 h 1850707"/>
                <a:gd name="connsiteX274" fmla="*/ 194310 w 1849755"/>
                <a:gd name="connsiteY274" fmla="*/ 992505 h 1850707"/>
                <a:gd name="connsiteX275" fmla="*/ 193358 w 1849755"/>
                <a:gd name="connsiteY275" fmla="*/ 984885 h 1850707"/>
                <a:gd name="connsiteX276" fmla="*/ 191453 w 1849755"/>
                <a:gd name="connsiteY276" fmla="*/ 978217 h 1850707"/>
                <a:gd name="connsiteX277" fmla="*/ 188595 w 1849755"/>
                <a:gd name="connsiteY277" fmla="*/ 973455 h 1850707"/>
                <a:gd name="connsiteX278" fmla="*/ 175260 w 1849755"/>
                <a:gd name="connsiteY278" fmla="*/ 965835 h 1850707"/>
                <a:gd name="connsiteX279" fmla="*/ 161925 w 1849755"/>
                <a:gd name="connsiteY279" fmla="*/ 961072 h 1850707"/>
                <a:gd name="connsiteX280" fmla="*/ 160973 w 1849755"/>
                <a:gd name="connsiteY280" fmla="*/ 954405 h 1850707"/>
                <a:gd name="connsiteX281" fmla="*/ 925830 w 1849755"/>
                <a:gd name="connsiteY281" fmla="*/ 826770 h 1850707"/>
                <a:gd name="connsiteX282" fmla="*/ 876300 w 1849755"/>
                <a:gd name="connsiteY282" fmla="*/ 876300 h 1850707"/>
                <a:gd name="connsiteX283" fmla="*/ 876300 w 1849755"/>
                <a:gd name="connsiteY283" fmla="*/ 905828 h 1850707"/>
                <a:gd name="connsiteX284" fmla="*/ 801053 w 1849755"/>
                <a:gd name="connsiteY284" fmla="*/ 929640 h 1850707"/>
                <a:gd name="connsiteX285" fmla="*/ 693420 w 1849755"/>
                <a:gd name="connsiteY285" fmla="*/ 1003935 h 1850707"/>
                <a:gd name="connsiteX286" fmla="*/ 604838 w 1849755"/>
                <a:gd name="connsiteY286" fmla="*/ 1112520 h 1850707"/>
                <a:gd name="connsiteX287" fmla="*/ 534353 w 1849755"/>
                <a:gd name="connsiteY287" fmla="*/ 1245870 h 1850707"/>
                <a:gd name="connsiteX288" fmla="*/ 559118 w 1849755"/>
                <a:gd name="connsiteY288" fmla="*/ 1308735 h 1850707"/>
                <a:gd name="connsiteX289" fmla="*/ 621983 w 1849755"/>
                <a:gd name="connsiteY289" fmla="*/ 1283018 h 1850707"/>
                <a:gd name="connsiteX290" fmla="*/ 759143 w 1849755"/>
                <a:gd name="connsiteY290" fmla="*/ 1072515 h 1850707"/>
                <a:gd name="connsiteX291" fmla="*/ 875348 w 1849755"/>
                <a:gd name="connsiteY291" fmla="*/ 1002983 h 1850707"/>
                <a:gd name="connsiteX292" fmla="*/ 875348 w 1849755"/>
                <a:gd name="connsiteY292" fmla="*/ 1081088 h 1850707"/>
                <a:gd name="connsiteX293" fmla="*/ 846773 w 1849755"/>
                <a:gd name="connsiteY293" fmla="*/ 1123950 h 1850707"/>
                <a:gd name="connsiteX294" fmla="*/ 834390 w 1849755"/>
                <a:gd name="connsiteY294" fmla="*/ 1131570 h 1850707"/>
                <a:gd name="connsiteX295" fmla="*/ 775335 w 1849755"/>
                <a:gd name="connsiteY295" fmla="*/ 1187768 h 1850707"/>
                <a:gd name="connsiteX296" fmla="*/ 697230 w 1849755"/>
                <a:gd name="connsiteY296" fmla="*/ 1363980 h 1850707"/>
                <a:gd name="connsiteX297" fmla="*/ 734378 w 1849755"/>
                <a:gd name="connsiteY297" fmla="*/ 1421130 h 1850707"/>
                <a:gd name="connsiteX298" fmla="*/ 791528 w 1849755"/>
                <a:gd name="connsiteY298" fmla="*/ 1383983 h 1850707"/>
                <a:gd name="connsiteX299" fmla="*/ 851535 w 1849755"/>
                <a:gd name="connsiteY299" fmla="*/ 1246823 h 1850707"/>
                <a:gd name="connsiteX300" fmla="*/ 925830 w 1849755"/>
                <a:gd name="connsiteY300" fmla="*/ 1199198 h 1850707"/>
                <a:gd name="connsiteX301" fmla="*/ 1000125 w 1849755"/>
                <a:gd name="connsiteY301" fmla="*/ 1246823 h 1850707"/>
                <a:gd name="connsiteX302" fmla="*/ 1060133 w 1849755"/>
                <a:gd name="connsiteY302" fmla="*/ 1383983 h 1850707"/>
                <a:gd name="connsiteX303" fmla="*/ 1117283 w 1849755"/>
                <a:gd name="connsiteY303" fmla="*/ 1421130 h 1850707"/>
                <a:gd name="connsiteX304" fmla="*/ 1154430 w 1849755"/>
                <a:gd name="connsiteY304" fmla="*/ 1363980 h 1850707"/>
                <a:gd name="connsiteX305" fmla="*/ 1076325 w 1849755"/>
                <a:gd name="connsiteY305" fmla="*/ 1187768 h 1850707"/>
                <a:gd name="connsiteX306" fmla="*/ 1017270 w 1849755"/>
                <a:gd name="connsiteY306" fmla="*/ 1131570 h 1850707"/>
                <a:gd name="connsiteX307" fmla="*/ 1004888 w 1849755"/>
                <a:gd name="connsiteY307" fmla="*/ 1123950 h 1850707"/>
                <a:gd name="connsiteX308" fmla="*/ 976313 w 1849755"/>
                <a:gd name="connsiteY308" fmla="*/ 1081088 h 1850707"/>
                <a:gd name="connsiteX309" fmla="*/ 976313 w 1849755"/>
                <a:gd name="connsiteY309" fmla="*/ 1002983 h 1850707"/>
                <a:gd name="connsiteX310" fmla="*/ 1092518 w 1849755"/>
                <a:gd name="connsiteY310" fmla="*/ 1072515 h 1850707"/>
                <a:gd name="connsiteX311" fmla="*/ 1229678 w 1849755"/>
                <a:gd name="connsiteY311" fmla="*/ 1283018 h 1850707"/>
                <a:gd name="connsiteX312" fmla="*/ 1292543 w 1849755"/>
                <a:gd name="connsiteY312" fmla="*/ 1308735 h 1850707"/>
                <a:gd name="connsiteX313" fmla="*/ 1317308 w 1849755"/>
                <a:gd name="connsiteY313" fmla="*/ 1245870 h 1850707"/>
                <a:gd name="connsiteX314" fmla="*/ 1246823 w 1849755"/>
                <a:gd name="connsiteY314" fmla="*/ 1112520 h 1850707"/>
                <a:gd name="connsiteX315" fmla="*/ 1158240 w 1849755"/>
                <a:gd name="connsiteY315" fmla="*/ 1003935 h 1850707"/>
                <a:gd name="connsiteX316" fmla="*/ 1050608 w 1849755"/>
                <a:gd name="connsiteY316" fmla="*/ 929640 h 1850707"/>
                <a:gd name="connsiteX317" fmla="*/ 975360 w 1849755"/>
                <a:gd name="connsiteY317" fmla="*/ 905828 h 1850707"/>
                <a:gd name="connsiteX318" fmla="*/ 975360 w 1849755"/>
                <a:gd name="connsiteY318" fmla="*/ 876300 h 1850707"/>
                <a:gd name="connsiteX319" fmla="*/ 925830 w 1849755"/>
                <a:gd name="connsiteY319" fmla="*/ 826770 h 1850707"/>
                <a:gd name="connsiteX320" fmla="*/ 1765935 w 1849755"/>
                <a:gd name="connsiteY320" fmla="*/ 802958 h 1850707"/>
                <a:gd name="connsiteX321" fmla="*/ 1772603 w 1849755"/>
                <a:gd name="connsiteY321" fmla="*/ 870585 h 1850707"/>
                <a:gd name="connsiteX322" fmla="*/ 1765935 w 1849755"/>
                <a:gd name="connsiteY322" fmla="*/ 871538 h 1850707"/>
                <a:gd name="connsiteX323" fmla="*/ 1764983 w 1849755"/>
                <a:gd name="connsiteY323" fmla="*/ 864870 h 1850707"/>
                <a:gd name="connsiteX324" fmla="*/ 1763078 w 1849755"/>
                <a:gd name="connsiteY324" fmla="*/ 858203 h 1850707"/>
                <a:gd name="connsiteX325" fmla="*/ 1759268 w 1849755"/>
                <a:gd name="connsiteY325" fmla="*/ 854393 h 1850707"/>
                <a:gd name="connsiteX326" fmla="*/ 1753553 w 1849755"/>
                <a:gd name="connsiteY326" fmla="*/ 853440 h 1850707"/>
                <a:gd name="connsiteX327" fmla="*/ 1667828 w 1849755"/>
                <a:gd name="connsiteY327" fmla="*/ 862013 h 1850707"/>
                <a:gd name="connsiteX328" fmla="*/ 1662113 w 1849755"/>
                <a:gd name="connsiteY328" fmla="*/ 863918 h 1850707"/>
                <a:gd name="connsiteX329" fmla="*/ 1659255 w 1849755"/>
                <a:gd name="connsiteY329" fmla="*/ 868680 h 1850707"/>
                <a:gd name="connsiteX330" fmla="*/ 1658303 w 1849755"/>
                <a:gd name="connsiteY330" fmla="*/ 874395 h 1850707"/>
                <a:gd name="connsiteX331" fmla="*/ 1658303 w 1849755"/>
                <a:gd name="connsiteY331" fmla="*/ 881063 h 1850707"/>
                <a:gd name="connsiteX332" fmla="*/ 1651635 w 1849755"/>
                <a:gd name="connsiteY332" fmla="*/ 883920 h 1850707"/>
                <a:gd name="connsiteX333" fmla="*/ 1644968 w 1849755"/>
                <a:gd name="connsiteY333" fmla="*/ 816293 h 1850707"/>
                <a:gd name="connsiteX334" fmla="*/ 1651635 w 1849755"/>
                <a:gd name="connsiteY334" fmla="*/ 815340 h 1850707"/>
                <a:gd name="connsiteX335" fmla="*/ 1652588 w 1849755"/>
                <a:gd name="connsiteY335" fmla="*/ 822008 h 1850707"/>
                <a:gd name="connsiteX336" fmla="*/ 1654493 w 1849755"/>
                <a:gd name="connsiteY336" fmla="*/ 827723 h 1850707"/>
                <a:gd name="connsiteX337" fmla="*/ 1658303 w 1849755"/>
                <a:gd name="connsiteY337" fmla="*/ 831533 h 1850707"/>
                <a:gd name="connsiteX338" fmla="*/ 1664018 w 1849755"/>
                <a:gd name="connsiteY338" fmla="*/ 832485 h 1850707"/>
                <a:gd name="connsiteX339" fmla="*/ 1749743 w 1849755"/>
                <a:gd name="connsiteY339" fmla="*/ 823913 h 1850707"/>
                <a:gd name="connsiteX340" fmla="*/ 1754505 w 1849755"/>
                <a:gd name="connsiteY340" fmla="*/ 822008 h 1850707"/>
                <a:gd name="connsiteX341" fmla="*/ 1757363 w 1849755"/>
                <a:gd name="connsiteY341" fmla="*/ 817245 h 1850707"/>
                <a:gd name="connsiteX342" fmla="*/ 1758315 w 1849755"/>
                <a:gd name="connsiteY342" fmla="*/ 810578 h 1850707"/>
                <a:gd name="connsiteX343" fmla="*/ 1759268 w 1849755"/>
                <a:gd name="connsiteY343" fmla="*/ 803910 h 1850707"/>
                <a:gd name="connsiteX344" fmla="*/ 94297 w 1849755"/>
                <a:gd name="connsiteY344" fmla="*/ 735330 h 1850707"/>
                <a:gd name="connsiteX345" fmla="*/ 100965 w 1849755"/>
                <a:gd name="connsiteY345" fmla="*/ 736282 h 1850707"/>
                <a:gd name="connsiteX346" fmla="*/ 101917 w 1849755"/>
                <a:gd name="connsiteY346" fmla="*/ 752475 h 1850707"/>
                <a:gd name="connsiteX347" fmla="*/ 108585 w 1849755"/>
                <a:gd name="connsiteY347" fmla="*/ 766762 h 1850707"/>
                <a:gd name="connsiteX348" fmla="*/ 120967 w 1849755"/>
                <a:gd name="connsiteY348" fmla="*/ 783907 h 1850707"/>
                <a:gd name="connsiteX349" fmla="*/ 134302 w 1849755"/>
                <a:gd name="connsiteY349" fmla="*/ 801052 h 1850707"/>
                <a:gd name="connsiteX350" fmla="*/ 161925 w 1849755"/>
                <a:gd name="connsiteY350" fmla="*/ 784860 h 1850707"/>
                <a:gd name="connsiteX351" fmla="*/ 193357 w 1849755"/>
                <a:gd name="connsiteY351" fmla="*/ 765810 h 1850707"/>
                <a:gd name="connsiteX352" fmla="*/ 200977 w 1849755"/>
                <a:gd name="connsiteY352" fmla="*/ 760095 h 1850707"/>
                <a:gd name="connsiteX353" fmla="*/ 207645 w 1849755"/>
                <a:gd name="connsiteY353" fmla="*/ 752475 h 1850707"/>
                <a:gd name="connsiteX354" fmla="*/ 209550 w 1849755"/>
                <a:gd name="connsiteY354" fmla="*/ 747712 h 1850707"/>
                <a:gd name="connsiteX355" fmla="*/ 210502 w 1849755"/>
                <a:gd name="connsiteY355" fmla="*/ 742950 h 1850707"/>
                <a:gd name="connsiteX356" fmla="*/ 218122 w 1849755"/>
                <a:gd name="connsiteY356" fmla="*/ 745807 h 1850707"/>
                <a:gd name="connsiteX357" fmla="*/ 211455 w 1849755"/>
                <a:gd name="connsiteY357" fmla="*/ 793432 h 1850707"/>
                <a:gd name="connsiteX358" fmla="*/ 180975 w 1849755"/>
                <a:gd name="connsiteY358" fmla="*/ 808672 h 1850707"/>
                <a:gd name="connsiteX359" fmla="*/ 149542 w 1849755"/>
                <a:gd name="connsiteY359" fmla="*/ 826770 h 1850707"/>
                <a:gd name="connsiteX360" fmla="*/ 148590 w 1849755"/>
                <a:gd name="connsiteY360" fmla="*/ 831532 h 1850707"/>
                <a:gd name="connsiteX361" fmla="*/ 186690 w 1849755"/>
                <a:gd name="connsiteY361" fmla="*/ 837247 h 1850707"/>
                <a:gd name="connsiteX362" fmla="*/ 192405 w 1849755"/>
                <a:gd name="connsiteY362" fmla="*/ 837247 h 1850707"/>
                <a:gd name="connsiteX363" fmla="*/ 196215 w 1849755"/>
                <a:gd name="connsiteY363" fmla="*/ 833437 h 1850707"/>
                <a:gd name="connsiteX364" fmla="*/ 198120 w 1849755"/>
                <a:gd name="connsiteY364" fmla="*/ 829627 h 1850707"/>
                <a:gd name="connsiteX365" fmla="*/ 200025 w 1849755"/>
                <a:gd name="connsiteY365" fmla="*/ 823912 h 1850707"/>
                <a:gd name="connsiteX366" fmla="*/ 206692 w 1849755"/>
                <a:gd name="connsiteY366" fmla="*/ 824865 h 1850707"/>
                <a:gd name="connsiteX367" fmla="*/ 197167 w 1849755"/>
                <a:gd name="connsiteY367" fmla="*/ 888682 h 1850707"/>
                <a:gd name="connsiteX368" fmla="*/ 190500 w 1849755"/>
                <a:gd name="connsiteY368" fmla="*/ 886777 h 1850707"/>
                <a:gd name="connsiteX369" fmla="*/ 190500 w 1849755"/>
                <a:gd name="connsiteY369" fmla="*/ 880110 h 1850707"/>
                <a:gd name="connsiteX370" fmla="*/ 190500 w 1849755"/>
                <a:gd name="connsiteY370" fmla="*/ 874395 h 1850707"/>
                <a:gd name="connsiteX371" fmla="*/ 187642 w 1849755"/>
                <a:gd name="connsiteY371" fmla="*/ 869632 h 1850707"/>
                <a:gd name="connsiteX372" fmla="*/ 182880 w 1849755"/>
                <a:gd name="connsiteY372" fmla="*/ 867727 h 1850707"/>
                <a:gd name="connsiteX373" fmla="*/ 97155 w 1849755"/>
                <a:gd name="connsiteY373" fmla="*/ 855345 h 1850707"/>
                <a:gd name="connsiteX374" fmla="*/ 92392 w 1849755"/>
                <a:gd name="connsiteY374" fmla="*/ 855345 h 1850707"/>
                <a:gd name="connsiteX375" fmla="*/ 88582 w 1849755"/>
                <a:gd name="connsiteY375" fmla="*/ 859155 h 1850707"/>
                <a:gd name="connsiteX376" fmla="*/ 85725 w 1849755"/>
                <a:gd name="connsiteY376" fmla="*/ 864870 h 1850707"/>
                <a:gd name="connsiteX377" fmla="*/ 83820 w 1849755"/>
                <a:gd name="connsiteY377" fmla="*/ 870585 h 1850707"/>
                <a:gd name="connsiteX378" fmla="*/ 76200 w 1849755"/>
                <a:gd name="connsiteY378" fmla="*/ 869632 h 1850707"/>
                <a:gd name="connsiteX379" fmla="*/ 85725 w 1849755"/>
                <a:gd name="connsiteY379" fmla="*/ 802957 h 1850707"/>
                <a:gd name="connsiteX380" fmla="*/ 92392 w 1849755"/>
                <a:gd name="connsiteY380" fmla="*/ 803910 h 1850707"/>
                <a:gd name="connsiteX381" fmla="*/ 92392 w 1849755"/>
                <a:gd name="connsiteY381" fmla="*/ 810577 h 1850707"/>
                <a:gd name="connsiteX382" fmla="*/ 92392 w 1849755"/>
                <a:gd name="connsiteY382" fmla="*/ 817245 h 1850707"/>
                <a:gd name="connsiteX383" fmla="*/ 95250 w 1849755"/>
                <a:gd name="connsiteY383" fmla="*/ 822007 h 1850707"/>
                <a:gd name="connsiteX384" fmla="*/ 100012 w 1849755"/>
                <a:gd name="connsiteY384" fmla="*/ 823912 h 1850707"/>
                <a:gd name="connsiteX385" fmla="*/ 140970 w 1849755"/>
                <a:gd name="connsiteY385" fmla="*/ 829627 h 1850707"/>
                <a:gd name="connsiteX386" fmla="*/ 141922 w 1849755"/>
                <a:gd name="connsiteY386" fmla="*/ 825817 h 1850707"/>
                <a:gd name="connsiteX387" fmla="*/ 129540 w 1849755"/>
                <a:gd name="connsiteY387" fmla="*/ 808672 h 1850707"/>
                <a:gd name="connsiteX388" fmla="*/ 117157 w 1849755"/>
                <a:gd name="connsiteY388" fmla="*/ 792480 h 1850707"/>
                <a:gd name="connsiteX389" fmla="*/ 106680 w 1849755"/>
                <a:gd name="connsiteY389" fmla="*/ 781050 h 1850707"/>
                <a:gd name="connsiteX390" fmla="*/ 99060 w 1849755"/>
                <a:gd name="connsiteY390" fmla="*/ 776287 h 1850707"/>
                <a:gd name="connsiteX391" fmla="*/ 96202 w 1849755"/>
                <a:gd name="connsiteY391" fmla="*/ 779145 h 1850707"/>
                <a:gd name="connsiteX392" fmla="*/ 93345 w 1849755"/>
                <a:gd name="connsiteY392" fmla="*/ 788670 h 1850707"/>
                <a:gd name="connsiteX393" fmla="*/ 86677 w 1849755"/>
                <a:gd name="connsiteY393" fmla="*/ 787717 h 1850707"/>
                <a:gd name="connsiteX394" fmla="*/ 1698308 w 1849755"/>
                <a:gd name="connsiteY394" fmla="*/ 618173 h 1850707"/>
                <a:gd name="connsiteX395" fmla="*/ 1712595 w 1849755"/>
                <a:gd name="connsiteY395" fmla="*/ 622935 h 1850707"/>
                <a:gd name="connsiteX396" fmla="*/ 1724978 w 1849755"/>
                <a:gd name="connsiteY396" fmla="*/ 634365 h 1850707"/>
                <a:gd name="connsiteX397" fmla="*/ 1734503 w 1849755"/>
                <a:gd name="connsiteY397" fmla="*/ 651510 h 1850707"/>
                <a:gd name="connsiteX398" fmla="*/ 1738313 w 1849755"/>
                <a:gd name="connsiteY398" fmla="*/ 670560 h 1850707"/>
                <a:gd name="connsiteX399" fmla="*/ 1737360 w 1849755"/>
                <a:gd name="connsiteY399" fmla="*/ 685800 h 1850707"/>
                <a:gd name="connsiteX400" fmla="*/ 1744028 w 1849755"/>
                <a:gd name="connsiteY400" fmla="*/ 688658 h 1850707"/>
                <a:gd name="connsiteX401" fmla="*/ 1746885 w 1849755"/>
                <a:gd name="connsiteY401" fmla="*/ 695325 h 1850707"/>
                <a:gd name="connsiteX402" fmla="*/ 1707833 w 1849755"/>
                <a:gd name="connsiteY402" fmla="*/ 709613 h 1850707"/>
                <a:gd name="connsiteX403" fmla="*/ 1705928 w 1849755"/>
                <a:gd name="connsiteY403" fmla="*/ 702945 h 1850707"/>
                <a:gd name="connsiteX404" fmla="*/ 1717358 w 1849755"/>
                <a:gd name="connsiteY404" fmla="*/ 692468 h 1850707"/>
                <a:gd name="connsiteX405" fmla="*/ 1725930 w 1849755"/>
                <a:gd name="connsiteY405" fmla="*/ 681990 h 1850707"/>
                <a:gd name="connsiteX406" fmla="*/ 1730693 w 1849755"/>
                <a:gd name="connsiteY406" fmla="*/ 670560 h 1850707"/>
                <a:gd name="connsiteX407" fmla="*/ 1729740 w 1849755"/>
                <a:gd name="connsiteY407" fmla="*/ 657225 h 1850707"/>
                <a:gd name="connsiteX408" fmla="*/ 1720215 w 1849755"/>
                <a:gd name="connsiteY408" fmla="*/ 644843 h 1850707"/>
                <a:gd name="connsiteX409" fmla="*/ 1705928 w 1849755"/>
                <a:gd name="connsiteY409" fmla="*/ 642938 h 1850707"/>
                <a:gd name="connsiteX410" fmla="*/ 1696403 w 1849755"/>
                <a:gd name="connsiteY410" fmla="*/ 651510 h 1850707"/>
                <a:gd name="connsiteX411" fmla="*/ 1693545 w 1849755"/>
                <a:gd name="connsiteY411" fmla="*/ 669608 h 1850707"/>
                <a:gd name="connsiteX412" fmla="*/ 1693545 w 1849755"/>
                <a:gd name="connsiteY412" fmla="*/ 682943 h 1850707"/>
                <a:gd name="connsiteX413" fmla="*/ 1693545 w 1849755"/>
                <a:gd name="connsiteY413" fmla="*/ 695325 h 1850707"/>
                <a:gd name="connsiteX414" fmla="*/ 1686878 w 1849755"/>
                <a:gd name="connsiteY414" fmla="*/ 717233 h 1850707"/>
                <a:gd name="connsiteX415" fmla="*/ 1668780 w 1849755"/>
                <a:gd name="connsiteY415" fmla="*/ 730568 h 1850707"/>
                <a:gd name="connsiteX416" fmla="*/ 1653540 w 1849755"/>
                <a:gd name="connsiteY416" fmla="*/ 731520 h 1850707"/>
                <a:gd name="connsiteX417" fmla="*/ 1638300 w 1849755"/>
                <a:gd name="connsiteY417" fmla="*/ 725805 h 1850707"/>
                <a:gd name="connsiteX418" fmla="*/ 1624965 w 1849755"/>
                <a:gd name="connsiteY418" fmla="*/ 713423 h 1850707"/>
                <a:gd name="connsiteX419" fmla="*/ 1611630 w 1849755"/>
                <a:gd name="connsiteY419" fmla="*/ 696278 h 1850707"/>
                <a:gd name="connsiteX420" fmla="*/ 1607820 w 1849755"/>
                <a:gd name="connsiteY420" fmla="*/ 675323 h 1850707"/>
                <a:gd name="connsiteX421" fmla="*/ 1608773 w 1849755"/>
                <a:gd name="connsiteY421" fmla="*/ 658178 h 1850707"/>
                <a:gd name="connsiteX422" fmla="*/ 1601153 w 1849755"/>
                <a:gd name="connsiteY422" fmla="*/ 654368 h 1850707"/>
                <a:gd name="connsiteX423" fmla="*/ 1599248 w 1849755"/>
                <a:gd name="connsiteY423" fmla="*/ 647700 h 1850707"/>
                <a:gd name="connsiteX424" fmla="*/ 1641158 w 1849755"/>
                <a:gd name="connsiteY424" fmla="*/ 632460 h 1850707"/>
                <a:gd name="connsiteX425" fmla="*/ 1643063 w 1849755"/>
                <a:gd name="connsiteY425" fmla="*/ 639128 h 1850707"/>
                <a:gd name="connsiteX426" fmla="*/ 1632585 w 1849755"/>
                <a:gd name="connsiteY426" fmla="*/ 649605 h 1850707"/>
                <a:gd name="connsiteX427" fmla="*/ 1624013 w 1849755"/>
                <a:gd name="connsiteY427" fmla="*/ 661988 h 1850707"/>
                <a:gd name="connsiteX428" fmla="*/ 1619250 w 1849755"/>
                <a:gd name="connsiteY428" fmla="*/ 676275 h 1850707"/>
                <a:gd name="connsiteX429" fmla="*/ 1620203 w 1849755"/>
                <a:gd name="connsiteY429" fmla="*/ 691515 h 1850707"/>
                <a:gd name="connsiteX430" fmla="*/ 1631633 w 1849755"/>
                <a:gd name="connsiteY430" fmla="*/ 706755 h 1850707"/>
                <a:gd name="connsiteX431" fmla="*/ 1646873 w 1849755"/>
                <a:gd name="connsiteY431" fmla="*/ 707708 h 1850707"/>
                <a:gd name="connsiteX432" fmla="*/ 1656398 w 1849755"/>
                <a:gd name="connsiteY432" fmla="*/ 699135 h 1850707"/>
                <a:gd name="connsiteX433" fmla="*/ 1659255 w 1849755"/>
                <a:gd name="connsiteY433" fmla="*/ 681038 h 1850707"/>
                <a:gd name="connsiteX434" fmla="*/ 1659255 w 1849755"/>
                <a:gd name="connsiteY434" fmla="*/ 666750 h 1850707"/>
                <a:gd name="connsiteX435" fmla="*/ 1659255 w 1849755"/>
                <a:gd name="connsiteY435" fmla="*/ 654368 h 1850707"/>
                <a:gd name="connsiteX436" fmla="*/ 1666875 w 1849755"/>
                <a:gd name="connsiteY436" fmla="*/ 632460 h 1850707"/>
                <a:gd name="connsiteX437" fmla="*/ 1684020 w 1849755"/>
                <a:gd name="connsiteY437" fmla="*/ 620078 h 1850707"/>
                <a:gd name="connsiteX438" fmla="*/ 1698308 w 1849755"/>
                <a:gd name="connsiteY438" fmla="*/ 618173 h 1850707"/>
                <a:gd name="connsiteX439" fmla="*/ 148590 w 1849755"/>
                <a:gd name="connsiteY439" fmla="*/ 579120 h 1850707"/>
                <a:gd name="connsiteX440" fmla="*/ 155257 w 1849755"/>
                <a:gd name="connsiteY440" fmla="*/ 581977 h 1850707"/>
                <a:gd name="connsiteX441" fmla="*/ 153352 w 1849755"/>
                <a:gd name="connsiteY441" fmla="*/ 588645 h 1850707"/>
                <a:gd name="connsiteX442" fmla="*/ 152400 w 1849755"/>
                <a:gd name="connsiteY442" fmla="*/ 595312 h 1850707"/>
                <a:gd name="connsiteX443" fmla="*/ 154305 w 1849755"/>
                <a:gd name="connsiteY443" fmla="*/ 601027 h 1850707"/>
                <a:gd name="connsiteX444" fmla="*/ 159067 w 1849755"/>
                <a:gd name="connsiteY444" fmla="*/ 603885 h 1850707"/>
                <a:gd name="connsiteX445" fmla="*/ 239077 w 1849755"/>
                <a:gd name="connsiteY445" fmla="*/ 636270 h 1850707"/>
                <a:gd name="connsiteX446" fmla="*/ 243840 w 1849755"/>
                <a:gd name="connsiteY446" fmla="*/ 637222 h 1850707"/>
                <a:gd name="connsiteX447" fmla="*/ 248602 w 1849755"/>
                <a:gd name="connsiteY447" fmla="*/ 634365 h 1850707"/>
                <a:gd name="connsiteX448" fmla="*/ 252412 w 1849755"/>
                <a:gd name="connsiteY448" fmla="*/ 629602 h 1850707"/>
                <a:gd name="connsiteX449" fmla="*/ 256222 w 1849755"/>
                <a:gd name="connsiteY449" fmla="*/ 622935 h 1850707"/>
                <a:gd name="connsiteX450" fmla="*/ 263842 w 1849755"/>
                <a:gd name="connsiteY450" fmla="*/ 624840 h 1850707"/>
                <a:gd name="connsiteX451" fmla="*/ 238125 w 1849755"/>
                <a:gd name="connsiteY451" fmla="*/ 687705 h 1850707"/>
                <a:gd name="connsiteX452" fmla="*/ 231457 w 1849755"/>
                <a:gd name="connsiteY452" fmla="*/ 684847 h 1850707"/>
                <a:gd name="connsiteX453" fmla="*/ 233362 w 1849755"/>
                <a:gd name="connsiteY453" fmla="*/ 678180 h 1850707"/>
                <a:gd name="connsiteX454" fmla="*/ 234315 w 1849755"/>
                <a:gd name="connsiteY454" fmla="*/ 672465 h 1850707"/>
                <a:gd name="connsiteX455" fmla="*/ 232410 w 1849755"/>
                <a:gd name="connsiteY455" fmla="*/ 667702 h 1850707"/>
                <a:gd name="connsiteX456" fmla="*/ 227647 w 1849755"/>
                <a:gd name="connsiteY456" fmla="*/ 664845 h 1850707"/>
                <a:gd name="connsiteX457" fmla="*/ 147637 w 1849755"/>
                <a:gd name="connsiteY457" fmla="*/ 632460 h 1850707"/>
                <a:gd name="connsiteX458" fmla="*/ 142875 w 1849755"/>
                <a:gd name="connsiteY458" fmla="*/ 631507 h 1850707"/>
                <a:gd name="connsiteX459" fmla="*/ 138112 w 1849755"/>
                <a:gd name="connsiteY459" fmla="*/ 634365 h 1850707"/>
                <a:gd name="connsiteX460" fmla="*/ 134302 w 1849755"/>
                <a:gd name="connsiteY460" fmla="*/ 639127 h 1850707"/>
                <a:gd name="connsiteX461" fmla="*/ 130492 w 1849755"/>
                <a:gd name="connsiteY461" fmla="*/ 644842 h 1850707"/>
                <a:gd name="connsiteX462" fmla="*/ 123825 w 1849755"/>
                <a:gd name="connsiteY462" fmla="*/ 641985 h 1850707"/>
                <a:gd name="connsiteX463" fmla="*/ 1624013 w 1849755"/>
                <a:gd name="connsiteY463" fmla="*/ 458153 h 1850707"/>
                <a:gd name="connsiteX464" fmla="*/ 1581150 w 1849755"/>
                <a:gd name="connsiteY464" fmla="*/ 485775 h 1850707"/>
                <a:gd name="connsiteX465" fmla="*/ 1584960 w 1849755"/>
                <a:gd name="connsiteY465" fmla="*/ 491490 h 1850707"/>
                <a:gd name="connsiteX466" fmla="*/ 1601153 w 1849755"/>
                <a:gd name="connsiteY466" fmla="*/ 503873 h 1850707"/>
                <a:gd name="connsiteX467" fmla="*/ 1622108 w 1849755"/>
                <a:gd name="connsiteY467" fmla="*/ 498158 h 1850707"/>
                <a:gd name="connsiteX468" fmla="*/ 1633538 w 1849755"/>
                <a:gd name="connsiteY468" fmla="*/ 482918 h 1850707"/>
                <a:gd name="connsiteX469" fmla="*/ 1627823 w 1849755"/>
                <a:gd name="connsiteY469" fmla="*/ 463868 h 1850707"/>
                <a:gd name="connsiteX470" fmla="*/ 1603058 w 1849755"/>
                <a:gd name="connsiteY470" fmla="*/ 412433 h 1850707"/>
                <a:gd name="connsiteX471" fmla="*/ 1640205 w 1849755"/>
                <a:gd name="connsiteY471" fmla="*/ 469583 h 1850707"/>
                <a:gd name="connsiteX472" fmla="*/ 1653540 w 1849755"/>
                <a:gd name="connsiteY472" fmla="*/ 502920 h 1850707"/>
                <a:gd name="connsiteX473" fmla="*/ 1642110 w 1849755"/>
                <a:gd name="connsiteY473" fmla="*/ 524828 h 1850707"/>
                <a:gd name="connsiteX474" fmla="*/ 1621155 w 1849755"/>
                <a:gd name="connsiteY474" fmla="*/ 529590 h 1850707"/>
                <a:gd name="connsiteX475" fmla="*/ 1599248 w 1849755"/>
                <a:gd name="connsiteY475" fmla="*/ 517208 h 1850707"/>
                <a:gd name="connsiteX476" fmla="*/ 1591628 w 1849755"/>
                <a:gd name="connsiteY476" fmla="*/ 538163 h 1850707"/>
                <a:gd name="connsiteX477" fmla="*/ 1583055 w 1849755"/>
                <a:gd name="connsiteY477" fmla="*/ 562928 h 1850707"/>
                <a:gd name="connsiteX478" fmla="*/ 1580198 w 1849755"/>
                <a:gd name="connsiteY478" fmla="*/ 573405 h 1850707"/>
                <a:gd name="connsiteX479" fmla="*/ 1579245 w 1849755"/>
                <a:gd name="connsiteY479" fmla="*/ 583883 h 1850707"/>
                <a:gd name="connsiteX480" fmla="*/ 1581150 w 1849755"/>
                <a:gd name="connsiteY480" fmla="*/ 588645 h 1850707"/>
                <a:gd name="connsiteX481" fmla="*/ 1583055 w 1849755"/>
                <a:gd name="connsiteY481" fmla="*/ 592455 h 1850707"/>
                <a:gd name="connsiteX482" fmla="*/ 1577340 w 1849755"/>
                <a:gd name="connsiteY482" fmla="*/ 596265 h 1850707"/>
                <a:gd name="connsiteX483" fmla="*/ 1551623 w 1849755"/>
                <a:gd name="connsiteY483" fmla="*/ 557213 h 1850707"/>
                <a:gd name="connsiteX484" fmla="*/ 1565910 w 1849755"/>
                <a:gd name="connsiteY484" fmla="*/ 524828 h 1850707"/>
                <a:gd name="connsiteX485" fmla="*/ 1576388 w 1849755"/>
                <a:gd name="connsiteY485" fmla="*/ 494348 h 1850707"/>
                <a:gd name="connsiteX486" fmla="*/ 1573530 w 1849755"/>
                <a:gd name="connsiteY486" fmla="*/ 490538 h 1850707"/>
                <a:gd name="connsiteX487" fmla="*/ 1542098 w 1849755"/>
                <a:gd name="connsiteY487" fmla="*/ 510540 h 1850707"/>
                <a:gd name="connsiteX488" fmla="*/ 1538288 w 1849755"/>
                <a:gd name="connsiteY488" fmla="*/ 514350 h 1850707"/>
                <a:gd name="connsiteX489" fmla="*/ 1537335 w 1849755"/>
                <a:gd name="connsiteY489" fmla="*/ 520065 h 1850707"/>
                <a:gd name="connsiteX490" fmla="*/ 1539240 w 1849755"/>
                <a:gd name="connsiteY490" fmla="*/ 524828 h 1850707"/>
                <a:gd name="connsiteX491" fmla="*/ 1541145 w 1849755"/>
                <a:gd name="connsiteY491" fmla="*/ 530543 h 1850707"/>
                <a:gd name="connsiteX492" fmla="*/ 1535430 w 1849755"/>
                <a:gd name="connsiteY492" fmla="*/ 534353 h 1850707"/>
                <a:gd name="connsiteX493" fmla="*/ 1500188 w 1849755"/>
                <a:gd name="connsiteY493" fmla="*/ 479108 h 1850707"/>
                <a:gd name="connsiteX494" fmla="*/ 1505903 w 1849755"/>
                <a:gd name="connsiteY494" fmla="*/ 475298 h 1850707"/>
                <a:gd name="connsiteX495" fmla="*/ 1509713 w 1849755"/>
                <a:gd name="connsiteY495" fmla="*/ 481013 h 1850707"/>
                <a:gd name="connsiteX496" fmla="*/ 1513523 w 1849755"/>
                <a:gd name="connsiteY496" fmla="*/ 484823 h 1850707"/>
                <a:gd name="connsiteX497" fmla="*/ 1519238 w 1849755"/>
                <a:gd name="connsiteY497" fmla="*/ 486728 h 1850707"/>
                <a:gd name="connsiteX498" fmla="*/ 1524000 w 1849755"/>
                <a:gd name="connsiteY498" fmla="*/ 484823 h 1850707"/>
                <a:gd name="connsiteX499" fmla="*/ 1596390 w 1849755"/>
                <a:gd name="connsiteY499" fmla="*/ 438150 h 1850707"/>
                <a:gd name="connsiteX500" fmla="*/ 1600200 w 1849755"/>
                <a:gd name="connsiteY500" fmla="*/ 434340 h 1850707"/>
                <a:gd name="connsiteX501" fmla="*/ 1601153 w 1849755"/>
                <a:gd name="connsiteY501" fmla="*/ 428625 h 1850707"/>
                <a:gd name="connsiteX502" fmla="*/ 1599248 w 1849755"/>
                <a:gd name="connsiteY502" fmla="*/ 421958 h 1850707"/>
                <a:gd name="connsiteX503" fmla="*/ 1597343 w 1849755"/>
                <a:gd name="connsiteY503" fmla="*/ 416243 h 1850707"/>
                <a:gd name="connsiteX504" fmla="*/ 1016318 w 1849755"/>
                <a:gd name="connsiteY504" fmla="*/ 398145 h 1850707"/>
                <a:gd name="connsiteX505" fmla="*/ 968693 w 1849755"/>
                <a:gd name="connsiteY505" fmla="*/ 447675 h 1850707"/>
                <a:gd name="connsiteX506" fmla="*/ 968693 w 1849755"/>
                <a:gd name="connsiteY506" fmla="*/ 449580 h 1850707"/>
                <a:gd name="connsiteX507" fmla="*/ 968693 w 1849755"/>
                <a:gd name="connsiteY507" fmla="*/ 733425 h 1850707"/>
                <a:gd name="connsiteX508" fmla="*/ 968693 w 1849755"/>
                <a:gd name="connsiteY508" fmla="*/ 758190 h 1850707"/>
                <a:gd name="connsiteX509" fmla="*/ 1005840 w 1849755"/>
                <a:gd name="connsiteY509" fmla="*/ 803910 h 1850707"/>
                <a:gd name="connsiteX510" fmla="*/ 1188720 w 1849755"/>
                <a:gd name="connsiteY510" fmla="*/ 899160 h 1850707"/>
                <a:gd name="connsiteX511" fmla="*/ 1351598 w 1849755"/>
                <a:gd name="connsiteY511" fmla="*/ 1087755 h 1850707"/>
                <a:gd name="connsiteX512" fmla="*/ 1418273 w 1849755"/>
                <a:gd name="connsiteY512" fmla="*/ 1102043 h 1850707"/>
                <a:gd name="connsiteX513" fmla="*/ 1440180 w 1849755"/>
                <a:gd name="connsiteY513" fmla="*/ 1062038 h 1850707"/>
                <a:gd name="connsiteX514" fmla="*/ 1432560 w 1849755"/>
                <a:gd name="connsiteY514" fmla="*/ 1035368 h 1850707"/>
                <a:gd name="connsiteX515" fmla="*/ 1249680 w 1849755"/>
                <a:gd name="connsiteY515" fmla="*/ 825818 h 1850707"/>
                <a:gd name="connsiteX516" fmla="*/ 1066800 w 1849755"/>
                <a:gd name="connsiteY516" fmla="*/ 721995 h 1850707"/>
                <a:gd name="connsiteX517" fmla="*/ 1066800 w 1849755"/>
                <a:gd name="connsiteY517" fmla="*/ 611505 h 1850707"/>
                <a:gd name="connsiteX518" fmla="*/ 1331595 w 1849755"/>
                <a:gd name="connsiteY518" fmla="*/ 757238 h 1850707"/>
                <a:gd name="connsiteX519" fmla="*/ 1399223 w 1849755"/>
                <a:gd name="connsiteY519" fmla="*/ 751523 h 1850707"/>
                <a:gd name="connsiteX520" fmla="*/ 1393508 w 1849755"/>
                <a:gd name="connsiteY520" fmla="*/ 683895 h 1850707"/>
                <a:gd name="connsiteX521" fmla="*/ 1223010 w 1849755"/>
                <a:gd name="connsiteY521" fmla="*/ 570548 h 1850707"/>
                <a:gd name="connsiteX522" fmla="*/ 1065848 w 1849755"/>
                <a:gd name="connsiteY522" fmla="*/ 512445 h 1850707"/>
                <a:gd name="connsiteX523" fmla="*/ 1065848 w 1849755"/>
                <a:gd name="connsiteY523" fmla="*/ 447675 h 1850707"/>
                <a:gd name="connsiteX524" fmla="*/ 1016318 w 1849755"/>
                <a:gd name="connsiteY524" fmla="*/ 398145 h 1850707"/>
                <a:gd name="connsiteX525" fmla="*/ 833438 w 1849755"/>
                <a:gd name="connsiteY525" fmla="*/ 398145 h 1850707"/>
                <a:gd name="connsiteX526" fmla="*/ 783908 w 1849755"/>
                <a:gd name="connsiteY526" fmla="*/ 447675 h 1850707"/>
                <a:gd name="connsiteX527" fmla="*/ 783908 w 1849755"/>
                <a:gd name="connsiteY527" fmla="*/ 512445 h 1850707"/>
                <a:gd name="connsiteX528" fmla="*/ 626745 w 1849755"/>
                <a:gd name="connsiteY528" fmla="*/ 570548 h 1850707"/>
                <a:gd name="connsiteX529" fmla="*/ 456248 w 1849755"/>
                <a:gd name="connsiteY529" fmla="*/ 683895 h 1850707"/>
                <a:gd name="connsiteX530" fmla="*/ 451485 w 1849755"/>
                <a:gd name="connsiteY530" fmla="*/ 751523 h 1850707"/>
                <a:gd name="connsiteX531" fmla="*/ 519113 w 1849755"/>
                <a:gd name="connsiteY531" fmla="*/ 757238 h 1850707"/>
                <a:gd name="connsiteX532" fmla="*/ 783908 w 1849755"/>
                <a:gd name="connsiteY532" fmla="*/ 611505 h 1850707"/>
                <a:gd name="connsiteX533" fmla="*/ 783908 w 1849755"/>
                <a:gd name="connsiteY533" fmla="*/ 721995 h 1850707"/>
                <a:gd name="connsiteX534" fmla="*/ 601028 w 1849755"/>
                <a:gd name="connsiteY534" fmla="*/ 825818 h 1850707"/>
                <a:gd name="connsiteX535" fmla="*/ 418148 w 1849755"/>
                <a:gd name="connsiteY535" fmla="*/ 1035368 h 1850707"/>
                <a:gd name="connsiteX536" fmla="*/ 410528 w 1849755"/>
                <a:gd name="connsiteY536" fmla="*/ 1062038 h 1850707"/>
                <a:gd name="connsiteX537" fmla="*/ 432435 w 1849755"/>
                <a:gd name="connsiteY537" fmla="*/ 1102043 h 1850707"/>
                <a:gd name="connsiteX538" fmla="*/ 499110 w 1849755"/>
                <a:gd name="connsiteY538" fmla="*/ 1087755 h 1850707"/>
                <a:gd name="connsiteX539" fmla="*/ 661988 w 1849755"/>
                <a:gd name="connsiteY539" fmla="*/ 899160 h 1850707"/>
                <a:gd name="connsiteX540" fmla="*/ 844868 w 1849755"/>
                <a:gd name="connsiteY540" fmla="*/ 803910 h 1850707"/>
                <a:gd name="connsiteX541" fmla="*/ 882015 w 1849755"/>
                <a:gd name="connsiteY541" fmla="*/ 758190 h 1850707"/>
                <a:gd name="connsiteX542" fmla="*/ 882015 w 1849755"/>
                <a:gd name="connsiteY542" fmla="*/ 733425 h 1850707"/>
                <a:gd name="connsiteX543" fmla="*/ 882015 w 1849755"/>
                <a:gd name="connsiteY543" fmla="*/ 449580 h 1850707"/>
                <a:gd name="connsiteX544" fmla="*/ 882015 w 1849755"/>
                <a:gd name="connsiteY544" fmla="*/ 447675 h 1850707"/>
                <a:gd name="connsiteX545" fmla="*/ 833438 w 1849755"/>
                <a:gd name="connsiteY545" fmla="*/ 398145 h 1850707"/>
                <a:gd name="connsiteX546" fmla="*/ 278130 w 1849755"/>
                <a:gd name="connsiteY546" fmla="*/ 373380 h 1850707"/>
                <a:gd name="connsiteX547" fmla="*/ 283845 w 1849755"/>
                <a:gd name="connsiteY547" fmla="*/ 377190 h 1850707"/>
                <a:gd name="connsiteX548" fmla="*/ 280987 w 1849755"/>
                <a:gd name="connsiteY548" fmla="*/ 382905 h 1850707"/>
                <a:gd name="connsiteX549" fmla="*/ 279082 w 1849755"/>
                <a:gd name="connsiteY549" fmla="*/ 391477 h 1850707"/>
                <a:gd name="connsiteX550" fmla="*/ 282892 w 1849755"/>
                <a:gd name="connsiteY550" fmla="*/ 400050 h 1850707"/>
                <a:gd name="connsiteX551" fmla="*/ 295275 w 1849755"/>
                <a:gd name="connsiteY551" fmla="*/ 410527 h 1850707"/>
                <a:gd name="connsiteX552" fmla="*/ 366712 w 1849755"/>
                <a:gd name="connsiteY552" fmla="*/ 461962 h 1850707"/>
                <a:gd name="connsiteX553" fmla="*/ 358140 w 1849755"/>
                <a:gd name="connsiteY553" fmla="*/ 474345 h 1850707"/>
                <a:gd name="connsiteX554" fmla="*/ 237172 w 1849755"/>
                <a:gd name="connsiteY554" fmla="*/ 481012 h 1850707"/>
                <a:gd name="connsiteX555" fmla="*/ 283845 w 1849755"/>
                <a:gd name="connsiteY555" fmla="*/ 514350 h 1850707"/>
                <a:gd name="connsiteX556" fmla="*/ 298132 w 1849755"/>
                <a:gd name="connsiteY556" fmla="*/ 522922 h 1850707"/>
                <a:gd name="connsiteX557" fmla="*/ 307657 w 1849755"/>
                <a:gd name="connsiteY557" fmla="*/ 523875 h 1850707"/>
                <a:gd name="connsiteX558" fmla="*/ 314325 w 1849755"/>
                <a:gd name="connsiteY558" fmla="*/ 520065 h 1850707"/>
                <a:gd name="connsiteX559" fmla="*/ 320992 w 1849755"/>
                <a:gd name="connsiteY559" fmla="*/ 514350 h 1850707"/>
                <a:gd name="connsiteX560" fmla="*/ 326707 w 1849755"/>
                <a:gd name="connsiteY560" fmla="*/ 518160 h 1850707"/>
                <a:gd name="connsiteX561" fmla="*/ 296227 w 1849755"/>
                <a:gd name="connsiteY561" fmla="*/ 561022 h 1850707"/>
                <a:gd name="connsiteX562" fmla="*/ 290512 w 1849755"/>
                <a:gd name="connsiteY562" fmla="*/ 557212 h 1850707"/>
                <a:gd name="connsiteX563" fmla="*/ 294322 w 1849755"/>
                <a:gd name="connsiteY563" fmla="*/ 550545 h 1850707"/>
                <a:gd name="connsiteX564" fmla="*/ 296227 w 1849755"/>
                <a:gd name="connsiteY564" fmla="*/ 542925 h 1850707"/>
                <a:gd name="connsiteX565" fmla="*/ 292417 w 1849755"/>
                <a:gd name="connsiteY565" fmla="*/ 534352 h 1850707"/>
                <a:gd name="connsiteX566" fmla="*/ 279082 w 1849755"/>
                <a:gd name="connsiteY566" fmla="*/ 523875 h 1850707"/>
                <a:gd name="connsiteX567" fmla="*/ 232410 w 1849755"/>
                <a:gd name="connsiteY567" fmla="*/ 490537 h 1850707"/>
                <a:gd name="connsiteX568" fmla="*/ 224790 w 1849755"/>
                <a:gd name="connsiteY568" fmla="*/ 486727 h 1850707"/>
                <a:gd name="connsiteX569" fmla="*/ 217170 w 1849755"/>
                <a:gd name="connsiteY569" fmla="*/ 485775 h 1850707"/>
                <a:gd name="connsiteX570" fmla="*/ 209550 w 1849755"/>
                <a:gd name="connsiteY570" fmla="*/ 488632 h 1850707"/>
                <a:gd name="connsiteX571" fmla="*/ 201930 w 1849755"/>
                <a:gd name="connsiteY571" fmla="*/ 494347 h 1850707"/>
                <a:gd name="connsiteX572" fmla="*/ 196215 w 1849755"/>
                <a:gd name="connsiteY572" fmla="*/ 490537 h 1850707"/>
                <a:gd name="connsiteX573" fmla="*/ 222885 w 1849755"/>
                <a:gd name="connsiteY573" fmla="*/ 453390 h 1850707"/>
                <a:gd name="connsiteX574" fmla="*/ 328612 w 1849755"/>
                <a:gd name="connsiteY574" fmla="*/ 447675 h 1850707"/>
                <a:gd name="connsiteX575" fmla="*/ 290512 w 1849755"/>
                <a:gd name="connsiteY575" fmla="*/ 421005 h 1850707"/>
                <a:gd name="connsiteX576" fmla="*/ 276225 w 1849755"/>
                <a:gd name="connsiteY576" fmla="*/ 412432 h 1850707"/>
                <a:gd name="connsiteX577" fmla="*/ 266700 w 1849755"/>
                <a:gd name="connsiteY577" fmla="*/ 411480 h 1850707"/>
                <a:gd name="connsiteX578" fmla="*/ 260032 w 1849755"/>
                <a:gd name="connsiteY578" fmla="*/ 415290 h 1850707"/>
                <a:gd name="connsiteX579" fmla="*/ 253365 w 1849755"/>
                <a:gd name="connsiteY579" fmla="*/ 420052 h 1850707"/>
                <a:gd name="connsiteX580" fmla="*/ 247650 w 1849755"/>
                <a:gd name="connsiteY580" fmla="*/ 415290 h 1850707"/>
                <a:gd name="connsiteX581" fmla="*/ 925830 w 1849755"/>
                <a:gd name="connsiteY581" fmla="*/ 296228 h 1850707"/>
                <a:gd name="connsiteX582" fmla="*/ 1555433 w 1849755"/>
                <a:gd name="connsiteY582" fmla="*/ 925830 h 1850707"/>
                <a:gd name="connsiteX583" fmla="*/ 925830 w 1849755"/>
                <a:gd name="connsiteY583" fmla="*/ 1555433 h 1850707"/>
                <a:gd name="connsiteX584" fmla="*/ 296228 w 1849755"/>
                <a:gd name="connsiteY584" fmla="*/ 925830 h 1850707"/>
                <a:gd name="connsiteX585" fmla="*/ 925830 w 1849755"/>
                <a:gd name="connsiteY585" fmla="*/ 296228 h 1850707"/>
                <a:gd name="connsiteX586" fmla="*/ 925830 w 1849755"/>
                <a:gd name="connsiteY586" fmla="*/ 261937 h 1850707"/>
                <a:gd name="connsiteX587" fmla="*/ 667702 w 1849755"/>
                <a:gd name="connsiteY587" fmla="*/ 314325 h 1850707"/>
                <a:gd name="connsiteX588" fmla="*/ 456247 w 1849755"/>
                <a:gd name="connsiteY588" fmla="*/ 456247 h 1850707"/>
                <a:gd name="connsiteX589" fmla="*/ 314325 w 1849755"/>
                <a:gd name="connsiteY589" fmla="*/ 667702 h 1850707"/>
                <a:gd name="connsiteX590" fmla="*/ 261937 w 1849755"/>
                <a:gd name="connsiteY590" fmla="*/ 925830 h 1850707"/>
                <a:gd name="connsiteX591" fmla="*/ 314325 w 1849755"/>
                <a:gd name="connsiteY591" fmla="*/ 1183957 h 1850707"/>
                <a:gd name="connsiteX592" fmla="*/ 456247 w 1849755"/>
                <a:gd name="connsiteY592" fmla="*/ 1395412 h 1850707"/>
                <a:gd name="connsiteX593" fmla="*/ 667702 w 1849755"/>
                <a:gd name="connsiteY593" fmla="*/ 1537335 h 1850707"/>
                <a:gd name="connsiteX594" fmla="*/ 925830 w 1849755"/>
                <a:gd name="connsiteY594" fmla="*/ 1589722 h 1850707"/>
                <a:gd name="connsiteX595" fmla="*/ 1183957 w 1849755"/>
                <a:gd name="connsiteY595" fmla="*/ 1537335 h 1850707"/>
                <a:gd name="connsiteX596" fmla="*/ 1395412 w 1849755"/>
                <a:gd name="connsiteY596" fmla="*/ 1395412 h 1850707"/>
                <a:gd name="connsiteX597" fmla="*/ 1537335 w 1849755"/>
                <a:gd name="connsiteY597" fmla="*/ 1183957 h 1850707"/>
                <a:gd name="connsiteX598" fmla="*/ 1589722 w 1849755"/>
                <a:gd name="connsiteY598" fmla="*/ 925830 h 1850707"/>
                <a:gd name="connsiteX599" fmla="*/ 1537335 w 1849755"/>
                <a:gd name="connsiteY599" fmla="*/ 667702 h 1850707"/>
                <a:gd name="connsiteX600" fmla="*/ 1395412 w 1849755"/>
                <a:gd name="connsiteY600" fmla="*/ 456247 h 1850707"/>
                <a:gd name="connsiteX601" fmla="*/ 1183957 w 1849755"/>
                <a:gd name="connsiteY601" fmla="*/ 314325 h 1850707"/>
                <a:gd name="connsiteX602" fmla="*/ 925830 w 1849755"/>
                <a:gd name="connsiteY602" fmla="*/ 261937 h 1850707"/>
                <a:gd name="connsiteX603" fmla="*/ 1454467 w 1849755"/>
                <a:gd name="connsiteY603" fmla="*/ 259080 h 1850707"/>
                <a:gd name="connsiteX604" fmla="*/ 1534477 w 1849755"/>
                <a:gd name="connsiteY604" fmla="*/ 331470 h 1850707"/>
                <a:gd name="connsiteX605" fmla="*/ 1514475 w 1849755"/>
                <a:gd name="connsiteY605" fmla="*/ 356235 h 1850707"/>
                <a:gd name="connsiteX606" fmla="*/ 1509712 w 1849755"/>
                <a:gd name="connsiteY606" fmla="*/ 351472 h 1850707"/>
                <a:gd name="connsiteX607" fmla="*/ 1512570 w 1849755"/>
                <a:gd name="connsiteY607" fmla="*/ 335280 h 1850707"/>
                <a:gd name="connsiteX608" fmla="*/ 1509712 w 1849755"/>
                <a:gd name="connsiteY608" fmla="*/ 320992 h 1850707"/>
                <a:gd name="connsiteX609" fmla="*/ 1504950 w 1849755"/>
                <a:gd name="connsiteY609" fmla="*/ 315277 h 1850707"/>
                <a:gd name="connsiteX610" fmla="*/ 1499235 w 1849755"/>
                <a:gd name="connsiteY610" fmla="*/ 309562 h 1850707"/>
                <a:gd name="connsiteX611" fmla="*/ 1485900 w 1849755"/>
                <a:gd name="connsiteY611" fmla="*/ 298132 h 1850707"/>
                <a:gd name="connsiteX612" fmla="*/ 1454467 w 1849755"/>
                <a:gd name="connsiteY612" fmla="*/ 332422 h 1850707"/>
                <a:gd name="connsiteX613" fmla="*/ 1463992 w 1849755"/>
                <a:gd name="connsiteY613" fmla="*/ 340995 h 1850707"/>
                <a:gd name="connsiteX614" fmla="*/ 1470660 w 1849755"/>
                <a:gd name="connsiteY614" fmla="*/ 345757 h 1850707"/>
                <a:gd name="connsiteX615" fmla="*/ 1479232 w 1849755"/>
                <a:gd name="connsiteY615" fmla="*/ 347662 h 1850707"/>
                <a:gd name="connsiteX616" fmla="*/ 1486852 w 1849755"/>
                <a:gd name="connsiteY616" fmla="*/ 344805 h 1850707"/>
                <a:gd name="connsiteX617" fmla="*/ 1494472 w 1849755"/>
                <a:gd name="connsiteY617" fmla="*/ 340042 h 1850707"/>
                <a:gd name="connsiteX618" fmla="*/ 1499235 w 1849755"/>
                <a:gd name="connsiteY618" fmla="*/ 344805 h 1850707"/>
                <a:gd name="connsiteX619" fmla="*/ 1464945 w 1849755"/>
                <a:gd name="connsiteY619" fmla="*/ 381952 h 1850707"/>
                <a:gd name="connsiteX620" fmla="*/ 1460182 w 1849755"/>
                <a:gd name="connsiteY620" fmla="*/ 377190 h 1850707"/>
                <a:gd name="connsiteX621" fmla="*/ 1463992 w 1849755"/>
                <a:gd name="connsiteY621" fmla="*/ 368617 h 1850707"/>
                <a:gd name="connsiteX622" fmla="*/ 1465897 w 1849755"/>
                <a:gd name="connsiteY622" fmla="*/ 360045 h 1850707"/>
                <a:gd name="connsiteX623" fmla="*/ 1463992 w 1849755"/>
                <a:gd name="connsiteY623" fmla="*/ 352425 h 1850707"/>
                <a:gd name="connsiteX624" fmla="*/ 1458277 w 1849755"/>
                <a:gd name="connsiteY624" fmla="*/ 345757 h 1850707"/>
                <a:gd name="connsiteX625" fmla="*/ 1448752 w 1849755"/>
                <a:gd name="connsiteY625" fmla="*/ 337185 h 1850707"/>
                <a:gd name="connsiteX626" fmla="*/ 1424940 w 1849755"/>
                <a:gd name="connsiteY626" fmla="*/ 362902 h 1850707"/>
                <a:gd name="connsiteX627" fmla="*/ 1419225 w 1849755"/>
                <a:gd name="connsiteY627" fmla="*/ 369570 h 1850707"/>
                <a:gd name="connsiteX628" fmla="*/ 1418272 w 1849755"/>
                <a:gd name="connsiteY628" fmla="*/ 375285 h 1850707"/>
                <a:gd name="connsiteX629" fmla="*/ 1421130 w 1849755"/>
                <a:gd name="connsiteY629" fmla="*/ 381000 h 1850707"/>
                <a:gd name="connsiteX630" fmla="*/ 1428750 w 1849755"/>
                <a:gd name="connsiteY630" fmla="*/ 388620 h 1850707"/>
                <a:gd name="connsiteX631" fmla="*/ 1434465 w 1849755"/>
                <a:gd name="connsiteY631" fmla="*/ 393382 h 1850707"/>
                <a:gd name="connsiteX632" fmla="*/ 1440180 w 1849755"/>
                <a:gd name="connsiteY632" fmla="*/ 398145 h 1850707"/>
                <a:gd name="connsiteX633" fmla="*/ 1445895 w 1849755"/>
                <a:gd name="connsiteY633" fmla="*/ 401955 h 1850707"/>
                <a:gd name="connsiteX634" fmla="*/ 1450657 w 1849755"/>
                <a:gd name="connsiteY634" fmla="*/ 402907 h 1850707"/>
                <a:gd name="connsiteX635" fmla="*/ 1465897 w 1849755"/>
                <a:gd name="connsiteY635" fmla="*/ 400050 h 1850707"/>
                <a:gd name="connsiteX636" fmla="*/ 1479232 w 1849755"/>
                <a:gd name="connsiteY636" fmla="*/ 395287 h 1850707"/>
                <a:gd name="connsiteX637" fmla="*/ 1483995 w 1849755"/>
                <a:gd name="connsiteY637" fmla="*/ 399097 h 1850707"/>
                <a:gd name="connsiteX638" fmla="*/ 1456372 w 1849755"/>
                <a:gd name="connsiteY638" fmla="*/ 425767 h 1850707"/>
                <a:gd name="connsiteX639" fmla="*/ 1371600 w 1849755"/>
                <a:gd name="connsiteY639" fmla="*/ 348615 h 1850707"/>
                <a:gd name="connsiteX640" fmla="*/ 1376362 w 1849755"/>
                <a:gd name="connsiteY640" fmla="*/ 343852 h 1850707"/>
                <a:gd name="connsiteX641" fmla="*/ 1382077 w 1849755"/>
                <a:gd name="connsiteY641" fmla="*/ 347662 h 1850707"/>
                <a:gd name="connsiteX642" fmla="*/ 1386840 w 1849755"/>
                <a:gd name="connsiteY642" fmla="*/ 350520 h 1850707"/>
                <a:gd name="connsiteX643" fmla="*/ 1392555 w 1849755"/>
                <a:gd name="connsiteY643" fmla="*/ 351472 h 1850707"/>
                <a:gd name="connsiteX644" fmla="*/ 1397317 w 1849755"/>
                <a:gd name="connsiteY644" fmla="*/ 348615 h 1850707"/>
                <a:gd name="connsiteX645" fmla="*/ 1455420 w 1849755"/>
                <a:gd name="connsiteY645" fmla="*/ 284797 h 1850707"/>
                <a:gd name="connsiteX646" fmla="*/ 1458277 w 1849755"/>
                <a:gd name="connsiteY646" fmla="*/ 280035 h 1850707"/>
                <a:gd name="connsiteX647" fmla="*/ 1457325 w 1849755"/>
                <a:gd name="connsiteY647" fmla="*/ 274320 h 1850707"/>
                <a:gd name="connsiteX648" fmla="*/ 1453515 w 1849755"/>
                <a:gd name="connsiteY648" fmla="*/ 268605 h 1850707"/>
                <a:gd name="connsiteX649" fmla="*/ 1449705 w 1849755"/>
                <a:gd name="connsiteY649" fmla="*/ 263842 h 1850707"/>
                <a:gd name="connsiteX650" fmla="*/ 925830 w 1849755"/>
                <a:gd name="connsiteY650" fmla="*/ 241935 h 1850707"/>
                <a:gd name="connsiteX651" fmla="*/ 1192530 w 1849755"/>
                <a:gd name="connsiteY651" fmla="*/ 295275 h 1850707"/>
                <a:gd name="connsiteX652" fmla="*/ 1409700 w 1849755"/>
                <a:gd name="connsiteY652" fmla="*/ 441960 h 1850707"/>
                <a:gd name="connsiteX653" fmla="*/ 1556385 w 1849755"/>
                <a:gd name="connsiteY653" fmla="*/ 659130 h 1850707"/>
                <a:gd name="connsiteX654" fmla="*/ 1610677 w 1849755"/>
                <a:gd name="connsiteY654" fmla="*/ 925830 h 1850707"/>
                <a:gd name="connsiteX655" fmla="*/ 1556385 w 1849755"/>
                <a:gd name="connsiteY655" fmla="*/ 1192530 h 1850707"/>
                <a:gd name="connsiteX656" fmla="*/ 1409700 w 1849755"/>
                <a:gd name="connsiteY656" fmla="*/ 1409700 h 1850707"/>
                <a:gd name="connsiteX657" fmla="*/ 1192530 w 1849755"/>
                <a:gd name="connsiteY657" fmla="*/ 1556385 h 1850707"/>
                <a:gd name="connsiteX658" fmla="*/ 925830 w 1849755"/>
                <a:gd name="connsiteY658" fmla="*/ 1610677 h 1850707"/>
                <a:gd name="connsiteX659" fmla="*/ 659130 w 1849755"/>
                <a:gd name="connsiteY659" fmla="*/ 1556385 h 1850707"/>
                <a:gd name="connsiteX660" fmla="*/ 441960 w 1849755"/>
                <a:gd name="connsiteY660" fmla="*/ 1409700 h 1850707"/>
                <a:gd name="connsiteX661" fmla="*/ 295275 w 1849755"/>
                <a:gd name="connsiteY661" fmla="*/ 1192530 h 1850707"/>
                <a:gd name="connsiteX662" fmla="*/ 241935 w 1849755"/>
                <a:gd name="connsiteY662" fmla="*/ 925830 h 1850707"/>
                <a:gd name="connsiteX663" fmla="*/ 295275 w 1849755"/>
                <a:gd name="connsiteY663" fmla="*/ 659130 h 1850707"/>
                <a:gd name="connsiteX664" fmla="*/ 441960 w 1849755"/>
                <a:gd name="connsiteY664" fmla="*/ 441960 h 1850707"/>
                <a:gd name="connsiteX665" fmla="*/ 659130 w 1849755"/>
                <a:gd name="connsiteY665" fmla="*/ 295275 h 1850707"/>
                <a:gd name="connsiteX666" fmla="*/ 925830 w 1849755"/>
                <a:gd name="connsiteY666" fmla="*/ 241935 h 1850707"/>
                <a:gd name="connsiteX667" fmla="*/ 435292 w 1849755"/>
                <a:gd name="connsiteY667" fmla="*/ 233363 h 1850707"/>
                <a:gd name="connsiteX668" fmla="*/ 463867 w 1849755"/>
                <a:gd name="connsiteY668" fmla="*/ 267653 h 1850707"/>
                <a:gd name="connsiteX669" fmla="*/ 458152 w 1849755"/>
                <a:gd name="connsiteY669" fmla="*/ 272415 h 1850707"/>
                <a:gd name="connsiteX670" fmla="*/ 427672 w 1849755"/>
                <a:gd name="connsiteY670" fmla="*/ 259080 h 1850707"/>
                <a:gd name="connsiteX671" fmla="*/ 403860 w 1849755"/>
                <a:gd name="connsiteY671" fmla="*/ 265748 h 1850707"/>
                <a:gd name="connsiteX672" fmla="*/ 393382 w 1849755"/>
                <a:gd name="connsiteY672" fmla="*/ 293370 h 1850707"/>
                <a:gd name="connsiteX673" fmla="*/ 411480 w 1849755"/>
                <a:gd name="connsiteY673" fmla="*/ 329565 h 1850707"/>
                <a:gd name="connsiteX674" fmla="*/ 444817 w 1849755"/>
                <a:gd name="connsiteY674" fmla="*/ 357188 h 1850707"/>
                <a:gd name="connsiteX675" fmla="*/ 473392 w 1849755"/>
                <a:gd name="connsiteY675" fmla="*/ 353378 h 1850707"/>
                <a:gd name="connsiteX676" fmla="*/ 481965 w 1849755"/>
                <a:gd name="connsiteY676" fmla="*/ 342900 h 1850707"/>
                <a:gd name="connsiteX677" fmla="*/ 485775 w 1849755"/>
                <a:gd name="connsiteY677" fmla="*/ 333375 h 1850707"/>
                <a:gd name="connsiteX678" fmla="*/ 470535 w 1849755"/>
                <a:gd name="connsiteY678" fmla="*/ 314325 h 1850707"/>
                <a:gd name="connsiteX679" fmla="*/ 466725 w 1849755"/>
                <a:gd name="connsiteY679" fmla="*/ 311468 h 1850707"/>
                <a:gd name="connsiteX680" fmla="*/ 461010 w 1849755"/>
                <a:gd name="connsiteY680" fmla="*/ 311468 h 1850707"/>
                <a:gd name="connsiteX681" fmla="*/ 454342 w 1849755"/>
                <a:gd name="connsiteY681" fmla="*/ 314325 h 1850707"/>
                <a:gd name="connsiteX682" fmla="*/ 448627 w 1849755"/>
                <a:gd name="connsiteY682" fmla="*/ 317183 h 1850707"/>
                <a:gd name="connsiteX683" fmla="*/ 444817 w 1849755"/>
                <a:gd name="connsiteY683" fmla="*/ 312420 h 1850707"/>
                <a:gd name="connsiteX684" fmla="*/ 494347 w 1849755"/>
                <a:gd name="connsiteY684" fmla="*/ 272415 h 1850707"/>
                <a:gd name="connsiteX685" fmla="*/ 495300 w 1849755"/>
                <a:gd name="connsiteY685" fmla="*/ 276225 h 1850707"/>
                <a:gd name="connsiteX686" fmla="*/ 492442 w 1849755"/>
                <a:gd name="connsiteY686" fmla="*/ 280035 h 1850707"/>
                <a:gd name="connsiteX687" fmla="*/ 489585 w 1849755"/>
                <a:gd name="connsiteY687" fmla="*/ 283845 h 1850707"/>
                <a:gd name="connsiteX688" fmla="*/ 488632 w 1849755"/>
                <a:gd name="connsiteY688" fmla="*/ 289560 h 1850707"/>
                <a:gd name="connsiteX689" fmla="*/ 491490 w 1849755"/>
                <a:gd name="connsiteY689" fmla="*/ 294323 h 1850707"/>
                <a:gd name="connsiteX690" fmla="*/ 500062 w 1849755"/>
                <a:gd name="connsiteY690" fmla="*/ 305753 h 1850707"/>
                <a:gd name="connsiteX691" fmla="*/ 504825 w 1849755"/>
                <a:gd name="connsiteY691" fmla="*/ 311468 h 1850707"/>
                <a:gd name="connsiteX692" fmla="*/ 508635 w 1849755"/>
                <a:gd name="connsiteY692" fmla="*/ 316230 h 1850707"/>
                <a:gd name="connsiteX693" fmla="*/ 495300 w 1849755"/>
                <a:gd name="connsiteY693" fmla="*/ 340043 h 1850707"/>
                <a:gd name="connsiteX694" fmla="*/ 474345 w 1849755"/>
                <a:gd name="connsiteY694" fmla="*/ 362903 h 1850707"/>
                <a:gd name="connsiteX695" fmla="*/ 452437 w 1849755"/>
                <a:gd name="connsiteY695" fmla="*/ 375285 h 1850707"/>
                <a:gd name="connsiteX696" fmla="*/ 428625 w 1849755"/>
                <a:gd name="connsiteY696" fmla="*/ 378143 h 1850707"/>
                <a:gd name="connsiteX697" fmla="*/ 405765 w 1849755"/>
                <a:gd name="connsiteY697" fmla="*/ 371475 h 1850707"/>
                <a:gd name="connsiteX698" fmla="*/ 384810 w 1849755"/>
                <a:gd name="connsiteY698" fmla="*/ 353378 h 1850707"/>
                <a:gd name="connsiteX699" fmla="*/ 372427 w 1849755"/>
                <a:gd name="connsiteY699" fmla="*/ 329565 h 1850707"/>
                <a:gd name="connsiteX700" fmla="*/ 369570 w 1849755"/>
                <a:gd name="connsiteY700" fmla="*/ 304800 h 1850707"/>
                <a:gd name="connsiteX701" fmla="*/ 378142 w 1849755"/>
                <a:gd name="connsiteY701" fmla="*/ 280988 h 1850707"/>
                <a:gd name="connsiteX702" fmla="*/ 397192 w 1849755"/>
                <a:gd name="connsiteY702" fmla="*/ 260033 h 1850707"/>
                <a:gd name="connsiteX703" fmla="*/ 413385 w 1849755"/>
                <a:gd name="connsiteY703" fmla="*/ 249555 h 1850707"/>
                <a:gd name="connsiteX704" fmla="*/ 428625 w 1849755"/>
                <a:gd name="connsiteY704" fmla="*/ 244793 h 1850707"/>
                <a:gd name="connsiteX705" fmla="*/ 429577 w 1849755"/>
                <a:gd name="connsiteY705" fmla="*/ 238125 h 1850707"/>
                <a:gd name="connsiteX706" fmla="*/ 1258252 w 1849755"/>
                <a:gd name="connsiteY706" fmla="*/ 140970 h 1850707"/>
                <a:gd name="connsiteX707" fmla="*/ 1316355 w 1849755"/>
                <a:gd name="connsiteY707" fmla="*/ 172402 h 1850707"/>
                <a:gd name="connsiteX708" fmla="*/ 1313497 w 1849755"/>
                <a:gd name="connsiteY708" fmla="*/ 178117 h 1850707"/>
                <a:gd name="connsiteX709" fmla="*/ 1301115 w 1849755"/>
                <a:gd name="connsiteY709" fmla="*/ 174307 h 1850707"/>
                <a:gd name="connsiteX710" fmla="*/ 1296352 w 1849755"/>
                <a:gd name="connsiteY710" fmla="*/ 175260 h 1850707"/>
                <a:gd name="connsiteX711" fmla="*/ 1295400 w 1849755"/>
                <a:gd name="connsiteY711" fmla="*/ 177165 h 1850707"/>
                <a:gd name="connsiteX712" fmla="*/ 1294447 w 1849755"/>
                <a:gd name="connsiteY712" fmla="*/ 180022 h 1850707"/>
                <a:gd name="connsiteX713" fmla="*/ 1291590 w 1849755"/>
                <a:gd name="connsiteY713" fmla="*/ 206692 h 1850707"/>
                <a:gd name="connsiteX714" fmla="*/ 1285875 w 1849755"/>
                <a:gd name="connsiteY714" fmla="*/ 263842 h 1850707"/>
                <a:gd name="connsiteX715" fmla="*/ 1316355 w 1849755"/>
                <a:gd name="connsiteY715" fmla="*/ 238125 h 1850707"/>
                <a:gd name="connsiteX716" fmla="*/ 1337310 w 1849755"/>
                <a:gd name="connsiteY716" fmla="*/ 220027 h 1850707"/>
                <a:gd name="connsiteX717" fmla="*/ 1344930 w 1849755"/>
                <a:gd name="connsiteY717" fmla="*/ 212407 h 1850707"/>
                <a:gd name="connsiteX718" fmla="*/ 1349692 w 1849755"/>
                <a:gd name="connsiteY718" fmla="*/ 206692 h 1850707"/>
                <a:gd name="connsiteX719" fmla="*/ 1347787 w 1849755"/>
                <a:gd name="connsiteY719" fmla="*/ 200977 h 1850707"/>
                <a:gd name="connsiteX720" fmla="*/ 1336357 w 1849755"/>
                <a:gd name="connsiteY720" fmla="*/ 191452 h 1850707"/>
                <a:gd name="connsiteX721" fmla="*/ 1339215 w 1849755"/>
                <a:gd name="connsiteY721" fmla="*/ 185737 h 1850707"/>
                <a:gd name="connsiteX722" fmla="*/ 1383030 w 1849755"/>
                <a:gd name="connsiteY722" fmla="*/ 208597 h 1850707"/>
                <a:gd name="connsiteX723" fmla="*/ 1381125 w 1849755"/>
                <a:gd name="connsiteY723" fmla="*/ 214312 h 1850707"/>
                <a:gd name="connsiteX724" fmla="*/ 1375410 w 1849755"/>
                <a:gd name="connsiteY724" fmla="*/ 212407 h 1850707"/>
                <a:gd name="connsiteX725" fmla="*/ 1369695 w 1849755"/>
                <a:gd name="connsiteY725" fmla="*/ 212407 h 1850707"/>
                <a:gd name="connsiteX726" fmla="*/ 1362075 w 1849755"/>
                <a:gd name="connsiteY726" fmla="*/ 213360 h 1850707"/>
                <a:gd name="connsiteX727" fmla="*/ 1355407 w 1849755"/>
                <a:gd name="connsiteY727" fmla="*/ 217170 h 1850707"/>
                <a:gd name="connsiteX728" fmla="*/ 1341120 w 1849755"/>
                <a:gd name="connsiteY728" fmla="*/ 228600 h 1850707"/>
                <a:gd name="connsiteX729" fmla="*/ 1319212 w 1849755"/>
                <a:gd name="connsiteY729" fmla="*/ 246697 h 1850707"/>
                <a:gd name="connsiteX730" fmla="*/ 1295400 w 1849755"/>
                <a:gd name="connsiteY730" fmla="*/ 266700 h 1850707"/>
                <a:gd name="connsiteX731" fmla="*/ 1270635 w 1849755"/>
                <a:gd name="connsiteY731" fmla="*/ 287655 h 1850707"/>
                <a:gd name="connsiteX732" fmla="*/ 1255395 w 1849755"/>
                <a:gd name="connsiteY732" fmla="*/ 280035 h 1850707"/>
                <a:gd name="connsiteX733" fmla="*/ 1262062 w 1849755"/>
                <a:gd name="connsiteY733" fmla="*/ 215265 h 1850707"/>
                <a:gd name="connsiteX734" fmla="*/ 1266825 w 1849755"/>
                <a:gd name="connsiteY734" fmla="*/ 169545 h 1850707"/>
                <a:gd name="connsiteX735" fmla="*/ 1266825 w 1849755"/>
                <a:gd name="connsiteY735" fmla="*/ 161925 h 1850707"/>
                <a:gd name="connsiteX736" fmla="*/ 1263967 w 1849755"/>
                <a:gd name="connsiteY736" fmla="*/ 155257 h 1850707"/>
                <a:gd name="connsiteX737" fmla="*/ 1260157 w 1849755"/>
                <a:gd name="connsiteY737" fmla="*/ 150495 h 1850707"/>
                <a:gd name="connsiteX738" fmla="*/ 1255395 w 1849755"/>
                <a:gd name="connsiteY738" fmla="*/ 146685 h 1850707"/>
                <a:gd name="connsiteX739" fmla="*/ 1105853 w 1849755"/>
                <a:gd name="connsiteY739" fmla="*/ 95250 h 1850707"/>
                <a:gd name="connsiteX740" fmla="*/ 1171575 w 1849755"/>
                <a:gd name="connsiteY740" fmla="*/ 112395 h 1850707"/>
                <a:gd name="connsiteX741" fmla="*/ 1169670 w 1849755"/>
                <a:gd name="connsiteY741" fmla="*/ 119062 h 1850707"/>
                <a:gd name="connsiteX742" fmla="*/ 1163003 w 1849755"/>
                <a:gd name="connsiteY742" fmla="*/ 118110 h 1850707"/>
                <a:gd name="connsiteX743" fmla="*/ 1156335 w 1849755"/>
                <a:gd name="connsiteY743" fmla="*/ 118110 h 1850707"/>
                <a:gd name="connsiteX744" fmla="*/ 1151573 w 1849755"/>
                <a:gd name="connsiteY744" fmla="*/ 120015 h 1850707"/>
                <a:gd name="connsiteX745" fmla="*/ 1148715 w 1849755"/>
                <a:gd name="connsiteY745" fmla="*/ 124777 h 1850707"/>
                <a:gd name="connsiteX746" fmla="*/ 1126808 w 1849755"/>
                <a:gd name="connsiteY746" fmla="*/ 208597 h 1850707"/>
                <a:gd name="connsiteX747" fmla="*/ 1126808 w 1849755"/>
                <a:gd name="connsiteY747" fmla="*/ 214312 h 1850707"/>
                <a:gd name="connsiteX748" fmla="*/ 1130618 w 1849755"/>
                <a:gd name="connsiteY748" fmla="*/ 219075 h 1850707"/>
                <a:gd name="connsiteX749" fmla="*/ 1136333 w 1849755"/>
                <a:gd name="connsiteY749" fmla="*/ 221932 h 1850707"/>
                <a:gd name="connsiteX750" fmla="*/ 1143000 w 1849755"/>
                <a:gd name="connsiteY750" fmla="*/ 224790 h 1850707"/>
                <a:gd name="connsiteX751" fmla="*/ 1141095 w 1849755"/>
                <a:gd name="connsiteY751" fmla="*/ 230505 h 1850707"/>
                <a:gd name="connsiteX752" fmla="*/ 1075373 w 1849755"/>
                <a:gd name="connsiteY752" fmla="*/ 213360 h 1850707"/>
                <a:gd name="connsiteX753" fmla="*/ 1077278 w 1849755"/>
                <a:gd name="connsiteY753" fmla="*/ 206692 h 1850707"/>
                <a:gd name="connsiteX754" fmla="*/ 1083945 w 1849755"/>
                <a:gd name="connsiteY754" fmla="*/ 207645 h 1850707"/>
                <a:gd name="connsiteX755" fmla="*/ 1090613 w 1849755"/>
                <a:gd name="connsiteY755" fmla="*/ 208597 h 1850707"/>
                <a:gd name="connsiteX756" fmla="*/ 1095375 w 1849755"/>
                <a:gd name="connsiteY756" fmla="*/ 206692 h 1850707"/>
                <a:gd name="connsiteX757" fmla="*/ 1098233 w 1849755"/>
                <a:gd name="connsiteY757" fmla="*/ 201930 h 1850707"/>
                <a:gd name="connsiteX758" fmla="*/ 1120140 w 1849755"/>
                <a:gd name="connsiteY758" fmla="*/ 118110 h 1850707"/>
                <a:gd name="connsiteX759" fmla="*/ 1120140 w 1849755"/>
                <a:gd name="connsiteY759" fmla="*/ 112395 h 1850707"/>
                <a:gd name="connsiteX760" fmla="*/ 1116330 w 1849755"/>
                <a:gd name="connsiteY760" fmla="*/ 107632 h 1850707"/>
                <a:gd name="connsiteX761" fmla="*/ 1110615 w 1849755"/>
                <a:gd name="connsiteY761" fmla="*/ 104775 h 1850707"/>
                <a:gd name="connsiteX762" fmla="*/ 1103948 w 1849755"/>
                <a:gd name="connsiteY762" fmla="*/ 101917 h 1850707"/>
                <a:gd name="connsiteX763" fmla="*/ 777240 w 1849755"/>
                <a:gd name="connsiteY763" fmla="*/ 88583 h 1850707"/>
                <a:gd name="connsiteX764" fmla="*/ 779145 w 1849755"/>
                <a:gd name="connsiteY764" fmla="*/ 93345 h 1850707"/>
                <a:gd name="connsiteX765" fmla="*/ 772477 w 1849755"/>
                <a:gd name="connsiteY765" fmla="*/ 96203 h 1850707"/>
                <a:gd name="connsiteX766" fmla="*/ 765810 w 1849755"/>
                <a:gd name="connsiteY766" fmla="*/ 100965 h 1850707"/>
                <a:gd name="connsiteX767" fmla="*/ 762952 w 1849755"/>
                <a:gd name="connsiteY767" fmla="*/ 109538 h 1850707"/>
                <a:gd name="connsiteX768" fmla="*/ 765810 w 1849755"/>
                <a:gd name="connsiteY768" fmla="*/ 125730 h 1850707"/>
                <a:gd name="connsiteX769" fmla="*/ 777240 w 1849755"/>
                <a:gd name="connsiteY769" fmla="*/ 169545 h 1850707"/>
                <a:gd name="connsiteX770" fmla="*/ 772477 w 1849755"/>
                <a:gd name="connsiteY770" fmla="*/ 203835 h 1850707"/>
                <a:gd name="connsiteX771" fmla="*/ 741045 w 1849755"/>
                <a:gd name="connsiteY771" fmla="*/ 224790 h 1850707"/>
                <a:gd name="connsiteX772" fmla="*/ 699135 w 1849755"/>
                <a:gd name="connsiteY772" fmla="*/ 223838 h 1850707"/>
                <a:gd name="connsiteX773" fmla="*/ 677227 w 1849755"/>
                <a:gd name="connsiteY773" fmla="*/ 196215 h 1850707"/>
                <a:gd name="connsiteX774" fmla="*/ 661035 w 1849755"/>
                <a:gd name="connsiteY774" fmla="*/ 136208 h 1850707"/>
                <a:gd name="connsiteX775" fmla="*/ 658177 w 1849755"/>
                <a:gd name="connsiteY775" fmla="*/ 131445 h 1850707"/>
                <a:gd name="connsiteX776" fmla="*/ 653415 w 1849755"/>
                <a:gd name="connsiteY776" fmla="*/ 128588 h 1850707"/>
                <a:gd name="connsiteX777" fmla="*/ 647700 w 1849755"/>
                <a:gd name="connsiteY777" fmla="*/ 128588 h 1850707"/>
                <a:gd name="connsiteX778" fmla="*/ 641985 w 1849755"/>
                <a:gd name="connsiteY778" fmla="*/ 129540 h 1850707"/>
                <a:gd name="connsiteX779" fmla="*/ 640080 w 1849755"/>
                <a:gd name="connsiteY779" fmla="*/ 123825 h 1850707"/>
                <a:gd name="connsiteX780" fmla="*/ 701992 w 1849755"/>
                <a:gd name="connsiteY780" fmla="*/ 107633 h 1850707"/>
                <a:gd name="connsiteX781" fmla="*/ 703897 w 1849755"/>
                <a:gd name="connsiteY781" fmla="*/ 114300 h 1850707"/>
                <a:gd name="connsiteX782" fmla="*/ 699135 w 1849755"/>
                <a:gd name="connsiteY782" fmla="*/ 116205 h 1850707"/>
                <a:gd name="connsiteX783" fmla="*/ 694372 w 1849755"/>
                <a:gd name="connsiteY783" fmla="*/ 119063 h 1850707"/>
                <a:gd name="connsiteX784" fmla="*/ 690562 w 1849755"/>
                <a:gd name="connsiteY784" fmla="*/ 123825 h 1850707"/>
                <a:gd name="connsiteX785" fmla="*/ 690562 w 1849755"/>
                <a:gd name="connsiteY785" fmla="*/ 129540 h 1850707"/>
                <a:gd name="connsiteX786" fmla="*/ 706755 w 1849755"/>
                <a:gd name="connsiteY786" fmla="*/ 188595 h 1850707"/>
                <a:gd name="connsiteX787" fmla="*/ 721042 w 1849755"/>
                <a:gd name="connsiteY787" fmla="*/ 212408 h 1850707"/>
                <a:gd name="connsiteX788" fmla="*/ 745807 w 1849755"/>
                <a:gd name="connsiteY788" fmla="*/ 214313 h 1850707"/>
                <a:gd name="connsiteX789" fmla="*/ 765810 w 1849755"/>
                <a:gd name="connsiteY789" fmla="*/ 199073 h 1850707"/>
                <a:gd name="connsiteX790" fmla="*/ 766762 w 1849755"/>
                <a:gd name="connsiteY790" fmla="*/ 171450 h 1850707"/>
                <a:gd name="connsiteX791" fmla="*/ 756285 w 1849755"/>
                <a:gd name="connsiteY791" fmla="*/ 131445 h 1850707"/>
                <a:gd name="connsiteX792" fmla="*/ 750570 w 1849755"/>
                <a:gd name="connsiteY792" fmla="*/ 116205 h 1850707"/>
                <a:gd name="connsiteX793" fmla="*/ 743902 w 1849755"/>
                <a:gd name="connsiteY793" fmla="*/ 109538 h 1850707"/>
                <a:gd name="connsiteX794" fmla="*/ 735330 w 1849755"/>
                <a:gd name="connsiteY794" fmla="*/ 108585 h 1850707"/>
                <a:gd name="connsiteX795" fmla="*/ 727710 w 1849755"/>
                <a:gd name="connsiteY795" fmla="*/ 108585 h 1850707"/>
                <a:gd name="connsiteX796" fmla="*/ 725805 w 1849755"/>
                <a:gd name="connsiteY796" fmla="*/ 101918 h 1850707"/>
                <a:gd name="connsiteX797" fmla="*/ 867728 w 1849755"/>
                <a:gd name="connsiteY797" fmla="*/ 76200 h 1850707"/>
                <a:gd name="connsiteX798" fmla="*/ 913448 w 1849755"/>
                <a:gd name="connsiteY798" fmla="*/ 77152 h 1850707"/>
                <a:gd name="connsiteX799" fmla="*/ 979170 w 1849755"/>
                <a:gd name="connsiteY799" fmla="*/ 160972 h 1850707"/>
                <a:gd name="connsiteX800" fmla="*/ 980123 w 1849755"/>
                <a:gd name="connsiteY800" fmla="*/ 114300 h 1850707"/>
                <a:gd name="connsiteX801" fmla="*/ 979170 w 1849755"/>
                <a:gd name="connsiteY801" fmla="*/ 98107 h 1850707"/>
                <a:gd name="connsiteX802" fmla="*/ 974408 w 1849755"/>
                <a:gd name="connsiteY802" fmla="*/ 90487 h 1850707"/>
                <a:gd name="connsiteX803" fmla="*/ 966788 w 1849755"/>
                <a:gd name="connsiteY803" fmla="*/ 86677 h 1850707"/>
                <a:gd name="connsiteX804" fmla="*/ 959168 w 1849755"/>
                <a:gd name="connsiteY804" fmla="*/ 84772 h 1850707"/>
                <a:gd name="connsiteX805" fmla="*/ 959168 w 1849755"/>
                <a:gd name="connsiteY805" fmla="*/ 78105 h 1850707"/>
                <a:gd name="connsiteX806" fmla="*/ 1011555 w 1849755"/>
                <a:gd name="connsiteY806" fmla="*/ 79057 h 1850707"/>
                <a:gd name="connsiteX807" fmla="*/ 1009650 w 1849755"/>
                <a:gd name="connsiteY807" fmla="*/ 84772 h 1850707"/>
                <a:gd name="connsiteX808" fmla="*/ 1002983 w 1849755"/>
                <a:gd name="connsiteY808" fmla="*/ 85725 h 1850707"/>
                <a:gd name="connsiteX809" fmla="*/ 995363 w 1849755"/>
                <a:gd name="connsiteY809" fmla="*/ 88582 h 1850707"/>
                <a:gd name="connsiteX810" fmla="*/ 990600 w 1849755"/>
                <a:gd name="connsiteY810" fmla="*/ 96202 h 1850707"/>
                <a:gd name="connsiteX811" fmla="*/ 988695 w 1849755"/>
                <a:gd name="connsiteY811" fmla="*/ 112395 h 1850707"/>
                <a:gd name="connsiteX812" fmla="*/ 987743 w 1849755"/>
                <a:gd name="connsiteY812" fmla="*/ 200025 h 1850707"/>
                <a:gd name="connsiteX813" fmla="*/ 972503 w 1849755"/>
                <a:gd name="connsiteY813" fmla="*/ 200025 h 1850707"/>
                <a:gd name="connsiteX814" fmla="*/ 898208 w 1849755"/>
                <a:gd name="connsiteY814" fmla="*/ 104775 h 1850707"/>
                <a:gd name="connsiteX815" fmla="*/ 897255 w 1849755"/>
                <a:gd name="connsiteY815" fmla="*/ 161925 h 1850707"/>
                <a:gd name="connsiteX816" fmla="*/ 898208 w 1849755"/>
                <a:gd name="connsiteY816" fmla="*/ 178117 h 1850707"/>
                <a:gd name="connsiteX817" fmla="*/ 902970 w 1849755"/>
                <a:gd name="connsiteY817" fmla="*/ 186690 h 1850707"/>
                <a:gd name="connsiteX818" fmla="*/ 910590 w 1849755"/>
                <a:gd name="connsiteY818" fmla="*/ 190500 h 1850707"/>
                <a:gd name="connsiteX819" fmla="*/ 918210 w 1849755"/>
                <a:gd name="connsiteY819" fmla="*/ 192405 h 1850707"/>
                <a:gd name="connsiteX820" fmla="*/ 918210 w 1849755"/>
                <a:gd name="connsiteY820" fmla="*/ 199072 h 1850707"/>
                <a:gd name="connsiteX821" fmla="*/ 865823 w 1849755"/>
                <a:gd name="connsiteY821" fmla="*/ 198120 h 1850707"/>
                <a:gd name="connsiteX822" fmla="*/ 865823 w 1849755"/>
                <a:gd name="connsiteY822" fmla="*/ 191452 h 1850707"/>
                <a:gd name="connsiteX823" fmla="*/ 873443 w 1849755"/>
                <a:gd name="connsiteY823" fmla="*/ 190500 h 1850707"/>
                <a:gd name="connsiteX824" fmla="*/ 881063 w 1849755"/>
                <a:gd name="connsiteY824" fmla="*/ 187642 h 1850707"/>
                <a:gd name="connsiteX825" fmla="*/ 885825 w 1849755"/>
                <a:gd name="connsiteY825" fmla="*/ 180022 h 1850707"/>
                <a:gd name="connsiteX826" fmla="*/ 886778 w 1849755"/>
                <a:gd name="connsiteY826" fmla="*/ 162877 h 1850707"/>
                <a:gd name="connsiteX827" fmla="*/ 887730 w 1849755"/>
                <a:gd name="connsiteY827" fmla="*/ 104775 h 1850707"/>
                <a:gd name="connsiteX828" fmla="*/ 886778 w 1849755"/>
                <a:gd name="connsiteY828" fmla="*/ 96202 h 1850707"/>
                <a:gd name="connsiteX829" fmla="*/ 882968 w 1849755"/>
                <a:gd name="connsiteY829" fmla="*/ 89535 h 1850707"/>
                <a:gd name="connsiteX830" fmla="*/ 876300 w 1849755"/>
                <a:gd name="connsiteY830" fmla="*/ 84772 h 1850707"/>
                <a:gd name="connsiteX831" fmla="*/ 867728 w 1849755"/>
                <a:gd name="connsiteY831" fmla="*/ 81915 h 1850707"/>
                <a:gd name="connsiteX832" fmla="*/ 925830 w 1849755"/>
                <a:gd name="connsiteY832" fmla="*/ 29527 h 1850707"/>
                <a:gd name="connsiteX833" fmla="*/ 577215 w 1849755"/>
                <a:gd name="connsiteY833" fmla="*/ 100012 h 1850707"/>
                <a:gd name="connsiteX834" fmla="*/ 292417 w 1849755"/>
                <a:gd name="connsiteY834" fmla="*/ 292417 h 1850707"/>
                <a:gd name="connsiteX835" fmla="*/ 100965 w 1849755"/>
                <a:gd name="connsiteY835" fmla="*/ 577215 h 1850707"/>
                <a:gd name="connsiteX836" fmla="*/ 30480 w 1849755"/>
                <a:gd name="connsiteY836" fmla="*/ 925830 h 1850707"/>
                <a:gd name="connsiteX837" fmla="*/ 100965 w 1849755"/>
                <a:gd name="connsiteY837" fmla="*/ 1274445 h 1850707"/>
                <a:gd name="connsiteX838" fmla="*/ 292417 w 1849755"/>
                <a:gd name="connsiteY838" fmla="*/ 1559242 h 1850707"/>
                <a:gd name="connsiteX839" fmla="*/ 577215 w 1849755"/>
                <a:gd name="connsiteY839" fmla="*/ 1750695 h 1850707"/>
                <a:gd name="connsiteX840" fmla="*/ 925830 w 1849755"/>
                <a:gd name="connsiteY840" fmla="*/ 1821180 h 1850707"/>
                <a:gd name="connsiteX841" fmla="*/ 1274445 w 1849755"/>
                <a:gd name="connsiteY841" fmla="*/ 1750695 h 1850707"/>
                <a:gd name="connsiteX842" fmla="*/ 1559242 w 1849755"/>
                <a:gd name="connsiteY842" fmla="*/ 1559242 h 1850707"/>
                <a:gd name="connsiteX843" fmla="*/ 1750695 w 1849755"/>
                <a:gd name="connsiteY843" fmla="*/ 1274445 h 1850707"/>
                <a:gd name="connsiteX844" fmla="*/ 1821180 w 1849755"/>
                <a:gd name="connsiteY844" fmla="*/ 925830 h 1850707"/>
                <a:gd name="connsiteX845" fmla="*/ 1750695 w 1849755"/>
                <a:gd name="connsiteY845" fmla="*/ 577215 h 1850707"/>
                <a:gd name="connsiteX846" fmla="*/ 1559242 w 1849755"/>
                <a:gd name="connsiteY846" fmla="*/ 292417 h 1850707"/>
                <a:gd name="connsiteX847" fmla="*/ 1274445 w 1849755"/>
                <a:gd name="connsiteY847" fmla="*/ 100012 h 1850707"/>
                <a:gd name="connsiteX848" fmla="*/ 925830 w 1849755"/>
                <a:gd name="connsiteY848" fmla="*/ 29527 h 1850707"/>
                <a:gd name="connsiteX849" fmla="*/ 925830 w 1849755"/>
                <a:gd name="connsiteY849" fmla="*/ 0 h 1850707"/>
                <a:gd name="connsiteX850" fmla="*/ 1285875 w 1849755"/>
                <a:gd name="connsiteY850" fmla="*/ 72390 h 1850707"/>
                <a:gd name="connsiteX851" fmla="*/ 1579245 w 1849755"/>
                <a:gd name="connsiteY851" fmla="*/ 271462 h 1850707"/>
                <a:gd name="connsiteX852" fmla="*/ 1777365 w 1849755"/>
                <a:gd name="connsiteY852" fmla="*/ 565785 h 1850707"/>
                <a:gd name="connsiteX853" fmla="*/ 1849755 w 1849755"/>
                <a:gd name="connsiteY853" fmla="*/ 925830 h 1850707"/>
                <a:gd name="connsiteX854" fmla="*/ 1777365 w 1849755"/>
                <a:gd name="connsiteY854" fmla="*/ 1285875 h 1850707"/>
                <a:gd name="connsiteX855" fmla="*/ 1579245 w 1849755"/>
                <a:gd name="connsiteY855" fmla="*/ 1580197 h 1850707"/>
                <a:gd name="connsiteX856" fmla="*/ 1284922 w 1849755"/>
                <a:gd name="connsiteY856" fmla="*/ 1778317 h 1850707"/>
                <a:gd name="connsiteX857" fmla="*/ 924877 w 1849755"/>
                <a:gd name="connsiteY857" fmla="*/ 1850707 h 1850707"/>
                <a:gd name="connsiteX858" fmla="*/ 564832 w 1849755"/>
                <a:gd name="connsiteY858" fmla="*/ 1778317 h 1850707"/>
                <a:gd name="connsiteX859" fmla="*/ 270510 w 1849755"/>
                <a:gd name="connsiteY859" fmla="*/ 1580197 h 1850707"/>
                <a:gd name="connsiteX860" fmla="*/ 72390 w 1849755"/>
                <a:gd name="connsiteY860" fmla="*/ 1285875 h 1850707"/>
                <a:gd name="connsiteX861" fmla="*/ 0 w 1849755"/>
                <a:gd name="connsiteY861" fmla="*/ 925830 h 1850707"/>
                <a:gd name="connsiteX862" fmla="*/ 73342 w 1849755"/>
                <a:gd name="connsiteY862" fmla="*/ 564832 h 1850707"/>
                <a:gd name="connsiteX863" fmla="*/ 271462 w 1849755"/>
                <a:gd name="connsiteY863" fmla="*/ 270510 h 1850707"/>
                <a:gd name="connsiteX864" fmla="*/ 565785 w 1849755"/>
                <a:gd name="connsiteY864" fmla="*/ 72390 h 1850707"/>
                <a:gd name="connsiteX865" fmla="*/ 925830 w 1849755"/>
                <a:gd name="connsiteY865" fmla="*/ 0 h 185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</a:cxnLst>
              <a:rect l="l" t="t" r="r" b="b"/>
              <a:pathLst>
                <a:path w="1849755" h="1850707">
                  <a:moveTo>
                    <a:pt x="807720" y="1710690"/>
                  </a:moveTo>
                  <a:cubicBezTo>
                    <a:pt x="797242" y="1716405"/>
                    <a:pt x="791527" y="1724025"/>
                    <a:pt x="789622" y="1733550"/>
                  </a:cubicBezTo>
                  <a:cubicBezTo>
                    <a:pt x="788670" y="1739265"/>
                    <a:pt x="789622" y="1744027"/>
                    <a:pt x="791527" y="1747837"/>
                  </a:cubicBezTo>
                  <a:cubicBezTo>
                    <a:pt x="795337" y="1756410"/>
                    <a:pt x="802957" y="1761172"/>
                    <a:pt x="812482" y="1763077"/>
                  </a:cubicBezTo>
                  <a:cubicBezTo>
                    <a:pt x="819150" y="1764030"/>
                    <a:pt x="824865" y="1762125"/>
                    <a:pt x="829627" y="1759267"/>
                  </a:cubicBezTo>
                  <a:cubicBezTo>
                    <a:pt x="834390" y="1755457"/>
                    <a:pt x="837247" y="1750695"/>
                    <a:pt x="838200" y="1744027"/>
                  </a:cubicBezTo>
                  <a:cubicBezTo>
                    <a:pt x="839152" y="1735455"/>
                    <a:pt x="836295" y="1727835"/>
                    <a:pt x="827722" y="1722120"/>
                  </a:cubicBezTo>
                  <a:cubicBezTo>
                    <a:pt x="822007" y="1718310"/>
                    <a:pt x="816292" y="1715452"/>
                    <a:pt x="810577" y="1711642"/>
                  </a:cubicBezTo>
                  <a:close/>
                  <a:moveTo>
                    <a:pt x="1232535" y="1657350"/>
                  </a:moveTo>
                  <a:cubicBezTo>
                    <a:pt x="1225868" y="1666875"/>
                    <a:pt x="1224915" y="1677353"/>
                    <a:pt x="1229678" y="1685925"/>
                  </a:cubicBezTo>
                  <a:cubicBezTo>
                    <a:pt x="1231583" y="1691640"/>
                    <a:pt x="1235393" y="1695450"/>
                    <a:pt x="1238250" y="1697355"/>
                  </a:cubicBezTo>
                  <a:cubicBezTo>
                    <a:pt x="1246822" y="1703070"/>
                    <a:pt x="1254443" y="1703070"/>
                    <a:pt x="1263968" y="1699260"/>
                  </a:cubicBezTo>
                  <a:cubicBezTo>
                    <a:pt x="1269683" y="1696403"/>
                    <a:pt x="1274445" y="1692593"/>
                    <a:pt x="1276350" y="1686878"/>
                  </a:cubicBezTo>
                  <a:cubicBezTo>
                    <a:pt x="1278255" y="1682115"/>
                    <a:pt x="1278255" y="1676400"/>
                    <a:pt x="1275397" y="1670685"/>
                  </a:cubicBezTo>
                  <a:cubicBezTo>
                    <a:pt x="1271588" y="1663065"/>
                    <a:pt x="1264920" y="1658303"/>
                    <a:pt x="1255395" y="1657350"/>
                  </a:cubicBezTo>
                  <a:cubicBezTo>
                    <a:pt x="1248728" y="1657350"/>
                    <a:pt x="1242060" y="1657350"/>
                    <a:pt x="1235393" y="1657350"/>
                  </a:cubicBezTo>
                  <a:close/>
                  <a:moveTo>
                    <a:pt x="1024890" y="1654493"/>
                  </a:moveTo>
                  <a:cubicBezTo>
                    <a:pt x="1017270" y="1655445"/>
                    <a:pt x="1012507" y="1660208"/>
                    <a:pt x="1010602" y="1667828"/>
                  </a:cubicBezTo>
                  <a:cubicBezTo>
                    <a:pt x="1009650" y="1671638"/>
                    <a:pt x="1009650" y="1677353"/>
                    <a:pt x="1010602" y="1683068"/>
                  </a:cubicBezTo>
                  <a:cubicBezTo>
                    <a:pt x="1011555" y="1692593"/>
                    <a:pt x="1015365" y="1699260"/>
                    <a:pt x="1019175" y="1704023"/>
                  </a:cubicBezTo>
                  <a:cubicBezTo>
                    <a:pt x="1022985" y="1707833"/>
                    <a:pt x="1028700" y="1709738"/>
                    <a:pt x="1035367" y="1708785"/>
                  </a:cubicBezTo>
                  <a:cubicBezTo>
                    <a:pt x="1042987" y="1707833"/>
                    <a:pt x="1048702" y="1704023"/>
                    <a:pt x="1049655" y="1697355"/>
                  </a:cubicBezTo>
                  <a:cubicBezTo>
                    <a:pt x="1049655" y="1693545"/>
                    <a:pt x="1049655" y="1688783"/>
                    <a:pt x="1049655" y="1684020"/>
                  </a:cubicBezTo>
                  <a:cubicBezTo>
                    <a:pt x="1047750" y="1672590"/>
                    <a:pt x="1044892" y="1664970"/>
                    <a:pt x="1041082" y="1660208"/>
                  </a:cubicBezTo>
                  <a:cubicBezTo>
                    <a:pt x="1036320" y="1655445"/>
                    <a:pt x="1031557" y="1653540"/>
                    <a:pt x="1024890" y="1654493"/>
                  </a:cubicBezTo>
                  <a:close/>
                  <a:moveTo>
                    <a:pt x="827722" y="1653540"/>
                  </a:moveTo>
                  <a:cubicBezTo>
                    <a:pt x="822007" y="1652587"/>
                    <a:pt x="816292" y="1653540"/>
                    <a:pt x="812482" y="1656397"/>
                  </a:cubicBezTo>
                  <a:cubicBezTo>
                    <a:pt x="808672" y="1659255"/>
                    <a:pt x="806767" y="1663065"/>
                    <a:pt x="805815" y="1667827"/>
                  </a:cubicBezTo>
                  <a:cubicBezTo>
                    <a:pt x="804862" y="1672590"/>
                    <a:pt x="806767" y="1677352"/>
                    <a:pt x="810577" y="1681162"/>
                  </a:cubicBezTo>
                  <a:cubicBezTo>
                    <a:pt x="812482" y="1684020"/>
                    <a:pt x="816292" y="1685925"/>
                    <a:pt x="820102" y="1688782"/>
                  </a:cubicBezTo>
                  <a:cubicBezTo>
                    <a:pt x="822007" y="1689735"/>
                    <a:pt x="823912" y="1690687"/>
                    <a:pt x="826770" y="1692592"/>
                  </a:cubicBezTo>
                  <a:lnTo>
                    <a:pt x="831532" y="1695450"/>
                  </a:lnTo>
                  <a:cubicBezTo>
                    <a:pt x="840105" y="1692592"/>
                    <a:pt x="844867" y="1685925"/>
                    <a:pt x="846772" y="1676400"/>
                  </a:cubicBezTo>
                  <a:cubicBezTo>
                    <a:pt x="847725" y="1670685"/>
                    <a:pt x="845820" y="1665922"/>
                    <a:pt x="842962" y="1661160"/>
                  </a:cubicBezTo>
                  <a:cubicBezTo>
                    <a:pt x="839152" y="1657350"/>
                    <a:pt x="834390" y="1654492"/>
                    <a:pt x="827722" y="1653540"/>
                  </a:cubicBezTo>
                  <a:close/>
                  <a:moveTo>
                    <a:pt x="831532" y="1644967"/>
                  </a:moveTo>
                  <a:cubicBezTo>
                    <a:pt x="842962" y="1646872"/>
                    <a:pt x="851535" y="1650682"/>
                    <a:pt x="858202" y="1656397"/>
                  </a:cubicBezTo>
                  <a:cubicBezTo>
                    <a:pt x="863917" y="1662112"/>
                    <a:pt x="865822" y="1668780"/>
                    <a:pt x="864870" y="1677352"/>
                  </a:cubicBezTo>
                  <a:cubicBezTo>
                    <a:pt x="862965" y="1687830"/>
                    <a:pt x="855345" y="1696402"/>
                    <a:pt x="842010" y="1701165"/>
                  </a:cubicBezTo>
                  <a:cubicBezTo>
                    <a:pt x="850582" y="1705927"/>
                    <a:pt x="857250" y="1711642"/>
                    <a:pt x="860107" y="1717357"/>
                  </a:cubicBezTo>
                  <a:cubicBezTo>
                    <a:pt x="862012" y="1722120"/>
                    <a:pt x="862965" y="1728787"/>
                    <a:pt x="862012" y="1736407"/>
                  </a:cubicBezTo>
                  <a:cubicBezTo>
                    <a:pt x="861060" y="1743075"/>
                    <a:pt x="859155" y="1749742"/>
                    <a:pt x="855345" y="1754505"/>
                  </a:cubicBezTo>
                  <a:cubicBezTo>
                    <a:pt x="848677" y="1764030"/>
                    <a:pt x="839152" y="1770697"/>
                    <a:pt x="825817" y="1772602"/>
                  </a:cubicBezTo>
                  <a:cubicBezTo>
                    <a:pt x="821055" y="1773555"/>
                    <a:pt x="814387" y="1773555"/>
                    <a:pt x="807720" y="1772602"/>
                  </a:cubicBezTo>
                  <a:cubicBezTo>
                    <a:pt x="792480" y="1770697"/>
                    <a:pt x="781050" y="1764030"/>
                    <a:pt x="774382" y="1752600"/>
                  </a:cubicBezTo>
                  <a:cubicBezTo>
                    <a:pt x="771525" y="1747837"/>
                    <a:pt x="770572" y="1741170"/>
                    <a:pt x="771525" y="1733550"/>
                  </a:cubicBezTo>
                  <a:cubicBezTo>
                    <a:pt x="772477" y="1724025"/>
                    <a:pt x="777240" y="1717357"/>
                    <a:pt x="784860" y="1712595"/>
                  </a:cubicBezTo>
                  <a:cubicBezTo>
                    <a:pt x="787717" y="1710690"/>
                    <a:pt x="792480" y="1708785"/>
                    <a:pt x="800100" y="1705927"/>
                  </a:cubicBezTo>
                  <a:cubicBezTo>
                    <a:pt x="787717" y="1697355"/>
                    <a:pt x="782002" y="1686877"/>
                    <a:pt x="783907" y="1674495"/>
                  </a:cubicBezTo>
                  <a:cubicBezTo>
                    <a:pt x="785812" y="1660207"/>
                    <a:pt x="794385" y="1650682"/>
                    <a:pt x="809625" y="1645920"/>
                  </a:cubicBezTo>
                  <a:cubicBezTo>
                    <a:pt x="816292" y="1644015"/>
                    <a:pt x="823912" y="1643062"/>
                    <a:pt x="831532" y="1644967"/>
                  </a:cubicBezTo>
                  <a:close/>
                  <a:moveTo>
                    <a:pt x="1028700" y="1644015"/>
                  </a:moveTo>
                  <a:cubicBezTo>
                    <a:pt x="1046797" y="1641158"/>
                    <a:pt x="1061085" y="1646873"/>
                    <a:pt x="1070610" y="1661160"/>
                  </a:cubicBezTo>
                  <a:cubicBezTo>
                    <a:pt x="1072515" y="1667828"/>
                    <a:pt x="1075372" y="1677353"/>
                    <a:pt x="1077277" y="1689735"/>
                  </a:cubicBezTo>
                  <a:cubicBezTo>
                    <a:pt x="1079182" y="1705928"/>
                    <a:pt x="1078230" y="1719263"/>
                    <a:pt x="1073467" y="1730693"/>
                  </a:cubicBezTo>
                  <a:cubicBezTo>
                    <a:pt x="1068705" y="1743075"/>
                    <a:pt x="1060132" y="1752600"/>
                    <a:pt x="1050607" y="1761173"/>
                  </a:cubicBezTo>
                  <a:cubicBezTo>
                    <a:pt x="1040130" y="1769745"/>
                    <a:pt x="1027747" y="1774508"/>
                    <a:pt x="1014412" y="1776413"/>
                  </a:cubicBezTo>
                  <a:lnTo>
                    <a:pt x="1005840" y="1771650"/>
                  </a:lnTo>
                  <a:lnTo>
                    <a:pt x="1007745" y="1767840"/>
                  </a:lnTo>
                  <a:cubicBezTo>
                    <a:pt x="1009650" y="1767840"/>
                    <a:pt x="1012507" y="1767840"/>
                    <a:pt x="1015365" y="1767840"/>
                  </a:cubicBezTo>
                  <a:cubicBezTo>
                    <a:pt x="1025842" y="1765935"/>
                    <a:pt x="1034415" y="1761173"/>
                    <a:pt x="1042035" y="1753553"/>
                  </a:cubicBezTo>
                  <a:cubicBezTo>
                    <a:pt x="1044892" y="1750695"/>
                    <a:pt x="1046797" y="1745933"/>
                    <a:pt x="1049655" y="1741170"/>
                  </a:cubicBezTo>
                  <a:cubicBezTo>
                    <a:pt x="1052512" y="1733550"/>
                    <a:pt x="1054417" y="1722120"/>
                    <a:pt x="1054417" y="1706880"/>
                  </a:cubicBezTo>
                  <a:cubicBezTo>
                    <a:pt x="1045845" y="1716405"/>
                    <a:pt x="1040130" y="1722120"/>
                    <a:pt x="1039177" y="1722120"/>
                  </a:cubicBezTo>
                  <a:cubicBezTo>
                    <a:pt x="1035367" y="1724025"/>
                    <a:pt x="1030605" y="1725930"/>
                    <a:pt x="1024890" y="1725930"/>
                  </a:cubicBezTo>
                  <a:cubicBezTo>
                    <a:pt x="1015365" y="1726883"/>
                    <a:pt x="1007745" y="1724978"/>
                    <a:pt x="1002030" y="1720215"/>
                  </a:cubicBezTo>
                  <a:cubicBezTo>
                    <a:pt x="995362" y="1714500"/>
                    <a:pt x="990600" y="1705928"/>
                    <a:pt x="989647" y="1695450"/>
                  </a:cubicBezTo>
                  <a:cubicBezTo>
                    <a:pt x="986790" y="1677353"/>
                    <a:pt x="992505" y="1664018"/>
                    <a:pt x="1004887" y="1653540"/>
                  </a:cubicBezTo>
                  <a:cubicBezTo>
                    <a:pt x="1010602" y="1648778"/>
                    <a:pt x="1018222" y="1645920"/>
                    <a:pt x="1028700" y="1644015"/>
                  </a:cubicBezTo>
                  <a:close/>
                  <a:moveTo>
                    <a:pt x="1236345" y="1598295"/>
                  </a:moveTo>
                  <a:cubicBezTo>
                    <a:pt x="1231583" y="1596390"/>
                    <a:pt x="1225868" y="1597343"/>
                    <a:pt x="1219200" y="1600200"/>
                  </a:cubicBezTo>
                  <a:cubicBezTo>
                    <a:pt x="1213485" y="1603058"/>
                    <a:pt x="1209675" y="1605915"/>
                    <a:pt x="1207770" y="1610678"/>
                  </a:cubicBezTo>
                  <a:cubicBezTo>
                    <a:pt x="1205865" y="1615440"/>
                    <a:pt x="1205865" y="1619250"/>
                    <a:pt x="1207770" y="1624013"/>
                  </a:cubicBezTo>
                  <a:cubicBezTo>
                    <a:pt x="1209675" y="1628775"/>
                    <a:pt x="1213485" y="1631633"/>
                    <a:pt x="1219200" y="1633538"/>
                  </a:cubicBezTo>
                  <a:cubicBezTo>
                    <a:pt x="1222058" y="1634490"/>
                    <a:pt x="1225868" y="1634490"/>
                    <a:pt x="1230630" y="1634490"/>
                  </a:cubicBezTo>
                  <a:cubicBezTo>
                    <a:pt x="1232535" y="1634490"/>
                    <a:pt x="1235393" y="1634490"/>
                    <a:pt x="1238250" y="1634490"/>
                  </a:cubicBezTo>
                  <a:lnTo>
                    <a:pt x="1243965" y="1634490"/>
                  </a:lnTo>
                  <a:cubicBezTo>
                    <a:pt x="1250633" y="1625918"/>
                    <a:pt x="1251585" y="1617345"/>
                    <a:pt x="1247775" y="1608773"/>
                  </a:cubicBezTo>
                  <a:cubicBezTo>
                    <a:pt x="1244918" y="1603058"/>
                    <a:pt x="1241108" y="1599248"/>
                    <a:pt x="1236345" y="1598295"/>
                  </a:cubicBezTo>
                  <a:close/>
                  <a:moveTo>
                    <a:pt x="580073" y="1586865"/>
                  </a:moveTo>
                  <a:cubicBezTo>
                    <a:pt x="597218" y="1589722"/>
                    <a:pt x="617220" y="1591627"/>
                    <a:pt x="639128" y="1592580"/>
                  </a:cubicBezTo>
                  <a:lnTo>
                    <a:pt x="640080" y="1594485"/>
                  </a:lnTo>
                  <a:cubicBezTo>
                    <a:pt x="638175" y="1597342"/>
                    <a:pt x="636270" y="1602105"/>
                    <a:pt x="632460" y="1608772"/>
                  </a:cubicBezTo>
                  <a:cubicBezTo>
                    <a:pt x="631508" y="1610677"/>
                    <a:pt x="627698" y="1617345"/>
                    <a:pt x="622935" y="1627822"/>
                  </a:cubicBezTo>
                  <a:lnTo>
                    <a:pt x="607695" y="1660207"/>
                  </a:lnTo>
                  <a:cubicBezTo>
                    <a:pt x="597218" y="1684020"/>
                    <a:pt x="591503" y="1696402"/>
                    <a:pt x="591503" y="1698307"/>
                  </a:cubicBezTo>
                  <a:cubicBezTo>
                    <a:pt x="591503" y="1700212"/>
                    <a:pt x="591503" y="1701165"/>
                    <a:pt x="593408" y="1702117"/>
                  </a:cubicBezTo>
                  <a:cubicBezTo>
                    <a:pt x="595313" y="1704022"/>
                    <a:pt x="600075" y="1706880"/>
                    <a:pt x="608648" y="1710690"/>
                  </a:cubicBezTo>
                  <a:lnTo>
                    <a:pt x="609600" y="1711642"/>
                  </a:lnTo>
                  <a:lnTo>
                    <a:pt x="609600" y="1717357"/>
                  </a:lnTo>
                  <a:lnTo>
                    <a:pt x="608648" y="1718310"/>
                  </a:lnTo>
                  <a:cubicBezTo>
                    <a:pt x="601028" y="1714500"/>
                    <a:pt x="591503" y="1709737"/>
                    <a:pt x="580073" y="1704975"/>
                  </a:cubicBezTo>
                  <a:cubicBezTo>
                    <a:pt x="569595" y="1700212"/>
                    <a:pt x="557213" y="1695450"/>
                    <a:pt x="544830" y="1689735"/>
                  </a:cubicBezTo>
                  <a:lnTo>
                    <a:pt x="543878" y="1688782"/>
                  </a:lnTo>
                  <a:lnTo>
                    <a:pt x="545783" y="1684020"/>
                  </a:lnTo>
                  <a:lnTo>
                    <a:pt x="546735" y="1684020"/>
                  </a:lnTo>
                  <a:cubicBezTo>
                    <a:pt x="549593" y="1684972"/>
                    <a:pt x="552450" y="1685925"/>
                    <a:pt x="555308" y="1686877"/>
                  </a:cubicBezTo>
                  <a:cubicBezTo>
                    <a:pt x="560070" y="1688782"/>
                    <a:pt x="563880" y="1689735"/>
                    <a:pt x="564833" y="1689735"/>
                  </a:cubicBezTo>
                  <a:cubicBezTo>
                    <a:pt x="565785" y="1689735"/>
                    <a:pt x="567690" y="1688782"/>
                    <a:pt x="568643" y="1687830"/>
                  </a:cubicBezTo>
                  <a:cubicBezTo>
                    <a:pt x="570548" y="1685925"/>
                    <a:pt x="576263" y="1675447"/>
                    <a:pt x="584835" y="1656397"/>
                  </a:cubicBezTo>
                  <a:lnTo>
                    <a:pt x="594360" y="1635442"/>
                  </a:lnTo>
                  <a:cubicBezTo>
                    <a:pt x="597218" y="1628775"/>
                    <a:pt x="601028" y="1621155"/>
                    <a:pt x="604838" y="1611630"/>
                  </a:cubicBezTo>
                  <a:lnTo>
                    <a:pt x="607695" y="1604962"/>
                  </a:lnTo>
                  <a:cubicBezTo>
                    <a:pt x="608648" y="1602105"/>
                    <a:pt x="608648" y="1600200"/>
                    <a:pt x="607695" y="1600200"/>
                  </a:cubicBezTo>
                  <a:cubicBezTo>
                    <a:pt x="607695" y="1600200"/>
                    <a:pt x="604838" y="1600200"/>
                    <a:pt x="601980" y="1600200"/>
                  </a:cubicBezTo>
                  <a:cubicBezTo>
                    <a:pt x="592455" y="1600200"/>
                    <a:pt x="584835" y="1600200"/>
                    <a:pt x="578168" y="1600200"/>
                  </a:cubicBezTo>
                  <a:lnTo>
                    <a:pt x="577215" y="1599247"/>
                  </a:lnTo>
                  <a:cubicBezTo>
                    <a:pt x="578168" y="1596390"/>
                    <a:pt x="579120" y="1592580"/>
                    <a:pt x="580073" y="1587817"/>
                  </a:cubicBezTo>
                  <a:close/>
                  <a:moveTo>
                    <a:pt x="1245870" y="1585913"/>
                  </a:moveTo>
                  <a:cubicBezTo>
                    <a:pt x="1253490" y="1587818"/>
                    <a:pt x="1259205" y="1592580"/>
                    <a:pt x="1263015" y="1600200"/>
                  </a:cubicBezTo>
                  <a:cubicBezTo>
                    <a:pt x="1267778" y="1610678"/>
                    <a:pt x="1264920" y="1621155"/>
                    <a:pt x="1256347" y="1632585"/>
                  </a:cubicBezTo>
                  <a:cubicBezTo>
                    <a:pt x="1266825" y="1631633"/>
                    <a:pt x="1274445" y="1633538"/>
                    <a:pt x="1280160" y="1636395"/>
                  </a:cubicBezTo>
                  <a:cubicBezTo>
                    <a:pt x="1284922" y="1639253"/>
                    <a:pt x="1288733" y="1644968"/>
                    <a:pt x="1292543" y="1651635"/>
                  </a:cubicBezTo>
                  <a:cubicBezTo>
                    <a:pt x="1295400" y="1658303"/>
                    <a:pt x="1296353" y="1664970"/>
                    <a:pt x="1296353" y="1670685"/>
                  </a:cubicBezTo>
                  <a:cubicBezTo>
                    <a:pt x="1295400" y="1682115"/>
                    <a:pt x="1290638" y="1692593"/>
                    <a:pt x="1280160" y="1701165"/>
                  </a:cubicBezTo>
                  <a:cubicBezTo>
                    <a:pt x="1276350" y="1704975"/>
                    <a:pt x="1270635" y="1707833"/>
                    <a:pt x="1263968" y="1710690"/>
                  </a:cubicBezTo>
                  <a:cubicBezTo>
                    <a:pt x="1249680" y="1716405"/>
                    <a:pt x="1237297" y="1716405"/>
                    <a:pt x="1224915" y="1710690"/>
                  </a:cubicBezTo>
                  <a:cubicBezTo>
                    <a:pt x="1219200" y="1707833"/>
                    <a:pt x="1215390" y="1703070"/>
                    <a:pt x="1212533" y="1696403"/>
                  </a:cubicBezTo>
                  <a:cubicBezTo>
                    <a:pt x="1208723" y="1687830"/>
                    <a:pt x="1208723" y="1679258"/>
                    <a:pt x="1212533" y="1671638"/>
                  </a:cubicBezTo>
                  <a:cubicBezTo>
                    <a:pt x="1213485" y="1668780"/>
                    <a:pt x="1217295" y="1664970"/>
                    <a:pt x="1222058" y="1658303"/>
                  </a:cubicBezTo>
                  <a:cubicBezTo>
                    <a:pt x="1206818" y="1657350"/>
                    <a:pt x="1196340" y="1651635"/>
                    <a:pt x="1191578" y="1639253"/>
                  </a:cubicBezTo>
                  <a:cubicBezTo>
                    <a:pt x="1185863" y="1625918"/>
                    <a:pt x="1188720" y="1613535"/>
                    <a:pt x="1199198" y="1602105"/>
                  </a:cubicBezTo>
                  <a:cubicBezTo>
                    <a:pt x="1203960" y="1597343"/>
                    <a:pt x="1209675" y="1592580"/>
                    <a:pt x="1217295" y="1589723"/>
                  </a:cubicBezTo>
                  <a:cubicBezTo>
                    <a:pt x="1227772" y="1584960"/>
                    <a:pt x="1237297" y="1584008"/>
                    <a:pt x="1245870" y="1585913"/>
                  </a:cubicBezTo>
                  <a:close/>
                  <a:moveTo>
                    <a:pt x="156210" y="1192530"/>
                  </a:moveTo>
                  <a:cubicBezTo>
                    <a:pt x="147638" y="1195387"/>
                    <a:pt x="141923" y="1200150"/>
                    <a:pt x="139065" y="1204912"/>
                  </a:cubicBezTo>
                  <a:cubicBezTo>
                    <a:pt x="136208" y="1209675"/>
                    <a:pt x="136208" y="1217295"/>
                    <a:pt x="140018" y="1225867"/>
                  </a:cubicBezTo>
                  <a:lnTo>
                    <a:pt x="142875" y="1232535"/>
                  </a:lnTo>
                  <a:lnTo>
                    <a:pt x="193358" y="1213485"/>
                  </a:lnTo>
                  <a:lnTo>
                    <a:pt x="192405" y="1209675"/>
                  </a:lnTo>
                  <a:cubicBezTo>
                    <a:pt x="189548" y="1201102"/>
                    <a:pt x="184785" y="1195387"/>
                    <a:pt x="179070" y="1192530"/>
                  </a:cubicBezTo>
                  <a:cubicBezTo>
                    <a:pt x="171450" y="1188720"/>
                    <a:pt x="164783" y="1188720"/>
                    <a:pt x="156210" y="1192530"/>
                  </a:cubicBezTo>
                  <a:close/>
                  <a:moveTo>
                    <a:pt x="159068" y="1161097"/>
                  </a:moveTo>
                  <a:cubicBezTo>
                    <a:pt x="164783" y="1162050"/>
                    <a:pt x="169545" y="1163955"/>
                    <a:pt x="174308" y="1167765"/>
                  </a:cubicBezTo>
                  <a:cubicBezTo>
                    <a:pt x="179070" y="1171575"/>
                    <a:pt x="183833" y="1176337"/>
                    <a:pt x="186690" y="1182052"/>
                  </a:cubicBezTo>
                  <a:cubicBezTo>
                    <a:pt x="190500" y="1187767"/>
                    <a:pt x="193358" y="1194435"/>
                    <a:pt x="196215" y="1202055"/>
                  </a:cubicBezTo>
                  <a:lnTo>
                    <a:pt x="200025" y="1211580"/>
                  </a:lnTo>
                  <a:lnTo>
                    <a:pt x="232410" y="1199197"/>
                  </a:lnTo>
                  <a:cubicBezTo>
                    <a:pt x="234315" y="1198245"/>
                    <a:pt x="236220" y="1197292"/>
                    <a:pt x="237173" y="1196340"/>
                  </a:cubicBezTo>
                  <a:cubicBezTo>
                    <a:pt x="238125" y="1195387"/>
                    <a:pt x="239078" y="1193482"/>
                    <a:pt x="239078" y="1190625"/>
                  </a:cubicBezTo>
                  <a:cubicBezTo>
                    <a:pt x="239078" y="1189672"/>
                    <a:pt x="239078" y="1187767"/>
                    <a:pt x="238125" y="1184910"/>
                  </a:cubicBezTo>
                  <a:cubicBezTo>
                    <a:pt x="238125" y="1182052"/>
                    <a:pt x="237173" y="1180147"/>
                    <a:pt x="237173" y="1178242"/>
                  </a:cubicBezTo>
                  <a:lnTo>
                    <a:pt x="243840" y="1175385"/>
                  </a:lnTo>
                  <a:lnTo>
                    <a:pt x="267653" y="1237297"/>
                  </a:lnTo>
                  <a:lnTo>
                    <a:pt x="260985" y="1239202"/>
                  </a:lnTo>
                  <a:cubicBezTo>
                    <a:pt x="260033" y="1237297"/>
                    <a:pt x="259080" y="1235392"/>
                    <a:pt x="258128" y="1233487"/>
                  </a:cubicBezTo>
                  <a:cubicBezTo>
                    <a:pt x="257175" y="1230630"/>
                    <a:pt x="256223" y="1229677"/>
                    <a:pt x="255270" y="1228725"/>
                  </a:cubicBezTo>
                  <a:cubicBezTo>
                    <a:pt x="253365" y="1226820"/>
                    <a:pt x="252413" y="1225867"/>
                    <a:pt x="250508" y="1225867"/>
                  </a:cubicBezTo>
                  <a:cubicBezTo>
                    <a:pt x="248603" y="1225867"/>
                    <a:pt x="247650" y="1225867"/>
                    <a:pt x="244793" y="1226820"/>
                  </a:cubicBezTo>
                  <a:lnTo>
                    <a:pt x="164783" y="1257300"/>
                  </a:lnTo>
                  <a:cubicBezTo>
                    <a:pt x="162878" y="1258252"/>
                    <a:pt x="160973" y="1259205"/>
                    <a:pt x="160020" y="1260157"/>
                  </a:cubicBezTo>
                  <a:cubicBezTo>
                    <a:pt x="159068" y="1261110"/>
                    <a:pt x="158115" y="1263015"/>
                    <a:pt x="158115" y="1265872"/>
                  </a:cubicBezTo>
                  <a:cubicBezTo>
                    <a:pt x="158115" y="1267777"/>
                    <a:pt x="158115" y="1269682"/>
                    <a:pt x="159068" y="1272540"/>
                  </a:cubicBezTo>
                  <a:cubicBezTo>
                    <a:pt x="159068" y="1275397"/>
                    <a:pt x="160020" y="1277302"/>
                    <a:pt x="160020" y="1278255"/>
                  </a:cubicBezTo>
                  <a:lnTo>
                    <a:pt x="153353" y="1281112"/>
                  </a:lnTo>
                  <a:lnTo>
                    <a:pt x="129540" y="1218247"/>
                  </a:lnTo>
                  <a:cubicBezTo>
                    <a:pt x="123825" y="1203960"/>
                    <a:pt x="121920" y="1191577"/>
                    <a:pt x="123825" y="1183005"/>
                  </a:cubicBezTo>
                  <a:cubicBezTo>
                    <a:pt x="124778" y="1172527"/>
                    <a:pt x="130493" y="1166812"/>
                    <a:pt x="140970" y="1163002"/>
                  </a:cubicBezTo>
                  <a:cubicBezTo>
                    <a:pt x="147638" y="1160145"/>
                    <a:pt x="153353" y="1160145"/>
                    <a:pt x="159068" y="1161097"/>
                  </a:cubicBezTo>
                  <a:close/>
                  <a:moveTo>
                    <a:pt x="1615440" y="1152525"/>
                  </a:moveTo>
                  <a:lnTo>
                    <a:pt x="1622107" y="1154430"/>
                  </a:lnTo>
                  <a:cubicBezTo>
                    <a:pt x="1621155" y="1156335"/>
                    <a:pt x="1621155" y="1158240"/>
                    <a:pt x="1620202" y="1161097"/>
                  </a:cubicBezTo>
                  <a:cubicBezTo>
                    <a:pt x="1619250" y="1163955"/>
                    <a:pt x="1619250" y="1165860"/>
                    <a:pt x="1619250" y="1167765"/>
                  </a:cubicBezTo>
                  <a:cubicBezTo>
                    <a:pt x="1619250" y="1169670"/>
                    <a:pt x="1620202" y="1171575"/>
                    <a:pt x="1621155" y="1173480"/>
                  </a:cubicBezTo>
                  <a:cubicBezTo>
                    <a:pt x="1622107" y="1174432"/>
                    <a:pt x="1624012" y="1175385"/>
                    <a:pt x="1625917" y="1176337"/>
                  </a:cubicBezTo>
                  <a:lnTo>
                    <a:pt x="1645920" y="1183957"/>
                  </a:lnTo>
                  <a:cubicBezTo>
                    <a:pt x="1647825" y="1184910"/>
                    <a:pt x="1648777" y="1184910"/>
                    <a:pt x="1650682" y="1185862"/>
                  </a:cubicBezTo>
                  <a:cubicBezTo>
                    <a:pt x="1651635" y="1185862"/>
                    <a:pt x="1653540" y="1186815"/>
                    <a:pt x="1654492" y="1186815"/>
                  </a:cubicBezTo>
                  <a:cubicBezTo>
                    <a:pt x="1655445" y="1186815"/>
                    <a:pt x="1657350" y="1186815"/>
                    <a:pt x="1659255" y="1186815"/>
                  </a:cubicBezTo>
                  <a:cubicBezTo>
                    <a:pt x="1661160" y="1186815"/>
                    <a:pt x="1664017" y="1185862"/>
                    <a:pt x="1666875" y="1185862"/>
                  </a:cubicBezTo>
                  <a:cubicBezTo>
                    <a:pt x="1675447" y="1184910"/>
                    <a:pt x="1684020" y="1183005"/>
                    <a:pt x="1691640" y="1182052"/>
                  </a:cubicBezTo>
                  <a:cubicBezTo>
                    <a:pt x="1699260" y="1181100"/>
                    <a:pt x="1706880" y="1179195"/>
                    <a:pt x="1714500" y="1178242"/>
                  </a:cubicBezTo>
                  <a:cubicBezTo>
                    <a:pt x="1718310" y="1177290"/>
                    <a:pt x="1721167" y="1176337"/>
                    <a:pt x="1724025" y="1175385"/>
                  </a:cubicBezTo>
                  <a:cubicBezTo>
                    <a:pt x="1726882" y="1174432"/>
                    <a:pt x="1728787" y="1172527"/>
                    <a:pt x="1730692" y="1171575"/>
                  </a:cubicBezTo>
                  <a:cubicBezTo>
                    <a:pt x="1731645" y="1170622"/>
                    <a:pt x="1733550" y="1168717"/>
                    <a:pt x="1734502" y="1166812"/>
                  </a:cubicBezTo>
                  <a:cubicBezTo>
                    <a:pt x="1735455" y="1164907"/>
                    <a:pt x="1736407" y="1163002"/>
                    <a:pt x="1737360" y="1162050"/>
                  </a:cubicBezTo>
                  <a:lnTo>
                    <a:pt x="1744027" y="1164907"/>
                  </a:lnTo>
                  <a:lnTo>
                    <a:pt x="1719262" y="1229677"/>
                  </a:lnTo>
                  <a:lnTo>
                    <a:pt x="1712595" y="1226820"/>
                  </a:lnTo>
                  <a:cubicBezTo>
                    <a:pt x="1714500" y="1221105"/>
                    <a:pt x="1715452" y="1216342"/>
                    <a:pt x="1716405" y="1214437"/>
                  </a:cubicBezTo>
                  <a:cubicBezTo>
                    <a:pt x="1716405" y="1212532"/>
                    <a:pt x="1716405" y="1210627"/>
                    <a:pt x="1714500" y="1210627"/>
                  </a:cubicBezTo>
                  <a:cubicBezTo>
                    <a:pt x="1713547" y="1210627"/>
                    <a:pt x="1712595" y="1210627"/>
                    <a:pt x="1710690" y="1210627"/>
                  </a:cubicBezTo>
                  <a:cubicBezTo>
                    <a:pt x="1708785" y="1210627"/>
                    <a:pt x="1704975" y="1211580"/>
                    <a:pt x="1701165" y="1211580"/>
                  </a:cubicBezTo>
                  <a:cubicBezTo>
                    <a:pt x="1697355" y="1211580"/>
                    <a:pt x="1691640" y="1212532"/>
                    <a:pt x="1684020" y="1214437"/>
                  </a:cubicBezTo>
                  <a:cubicBezTo>
                    <a:pt x="1676400" y="1215390"/>
                    <a:pt x="1667827" y="1217295"/>
                    <a:pt x="1657350" y="1219200"/>
                  </a:cubicBezTo>
                  <a:cubicBezTo>
                    <a:pt x="1669732" y="1235392"/>
                    <a:pt x="1678305" y="1246822"/>
                    <a:pt x="1683067" y="1253490"/>
                  </a:cubicBezTo>
                  <a:cubicBezTo>
                    <a:pt x="1687830" y="1260157"/>
                    <a:pt x="1691640" y="1263015"/>
                    <a:pt x="1692592" y="1263967"/>
                  </a:cubicBezTo>
                  <a:cubicBezTo>
                    <a:pt x="1694497" y="1264920"/>
                    <a:pt x="1696402" y="1263967"/>
                    <a:pt x="1698307" y="1262062"/>
                  </a:cubicBezTo>
                  <a:cubicBezTo>
                    <a:pt x="1700212" y="1260157"/>
                    <a:pt x="1702117" y="1257300"/>
                    <a:pt x="1704022" y="1251585"/>
                  </a:cubicBezTo>
                  <a:lnTo>
                    <a:pt x="1710690" y="1253490"/>
                  </a:lnTo>
                  <a:lnTo>
                    <a:pt x="1694497" y="1295400"/>
                  </a:lnTo>
                  <a:lnTo>
                    <a:pt x="1686877" y="1292542"/>
                  </a:lnTo>
                  <a:cubicBezTo>
                    <a:pt x="1687830" y="1290637"/>
                    <a:pt x="1687830" y="1288732"/>
                    <a:pt x="1687830" y="1286827"/>
                  </a:cubicBezTo>
                  <a:cubicBezTo>
                    <a:pt x="1687830" y="1284922"/>
                    <a:pt x="1687830" y="1283017"/>
                    <a:pt x="1687830" y="1281112"/>
                  </a:cubicBezTo>
                  <a:cubicBezTo>
                    <a:pt x="1687830" y="1278255"/>
                    <a:pt x="1686877" y="1275397"/>
                    <a:pt x="1684972" y="1273492"/>
                  </a:cubicBezTo>
                  <a:cubicBezTo>
                    <a:pt x="1684020" y="1270635"/>
                    <a:pt x="1682115" y="1268730"/>
                    <a:pt x="1680210" y="1265872"/>
                  </a:cubicBezTo>
                  <a:cubicBezTo>
                    <a:pt x="1676400" y="1260157"/>
                    <a:pt x="1672590" y="1254442"/>
                    <a:pt x="1667827" y="1248727"/>
                  </a:cubicBezTo>
                  <a:cubicBezTo>
                    <a:pt x="1663065" y="1243012"/>
                    <a:pt x="1658302" y="1236345"/>
                    <a:pt x="1652587" y="1228725"/>
                  </a:cubicBezTo>
                  <a:cubicBezTo>
                    <a:pt x="1648777" y="1223962"/>
                    <a:pt x="1645920" y="1221105"/>
                    <a:pt x="1644015" y="1219200"/>
                  </a:cubicBezTo>
                  <a:cubicBezTo>
                    <a:pt x="1642110" y="1217295"/>
                    <a:pt x="1637347" y="1215390"/>
                    <a:pt x="1631632" y="1213485"/>
                  </a:cubicBezTo>
                  <a:lnTo>
                    <a:pt x="1615440" y="1206817"/>
                  </a:lnTo>
                  <a:cubicBezTo>
                    <a:pt x="1613535" y="1205865"/>
                    <a:pt x="1611630" y="1205865"/>
                    <a:pt x="1609725" y="1205865"/>
                  </a:cubicBezTo>
                  <a:cubicBezTo>
                    <a:pt x="1607820" y="1205865"/>
                    <a:pt x="1605915" y="1206817"/>
                    <a:pt x="1604962" y="1208722"/>
                  </a:cubicBezTo>
                  <a:cubicBezTo>
                    <a:pt x="1604010" y="1209675"/>
                    <a:pt x="1603057" y="1211580"/>
                    <a:pt x="1601152" y="1213485"/>
                  </a:cubicBezTo>
                  <a:cubicBezTo>
                    <a:pt x="1599247" y="1216342"/>
                    <a:pt x="1598295" y="1218247"/>
                    <a:pt x="1597342" y="1219200"/>
                  </a:cubicBezTo>
                  <a:lnTo>
                    <a:pt x="1590675" y="1216342"/>
                  </a:lnTo>
                  <a:close/>
                  <a:moveTo>
                    <a:pt x="1739265" y="964883"/>
                  </a:moveTo>
                  <a:lnTo>
                    <a:pt x="1773555" y="968693"/>
                  </a:lnTo>
                  <a:lnTo>
                    <a:pt x="1759267" y="1085850"/>
                  </a:lnTo>
                  <a:lnTo>
                    <a:pt x="1726882" y="1081088"/>
                  </a:lnTo>
                  <a:lnTo>
                    <a:pt x="1727835" y="1074420"/>
                  </a:lnTo>
                  <a:cubicBezTo>
                    <a:pt x="1733550" y="1073468"/>
                    <a:pt x="1739265" y="1071563"/>
                    <a:pt x="1744980" y="1067753"/>
                  </a:cubicBezTo>
                  <a:cubicBezTo>
                    <a:pt x="1751647" y="1064895"/>
                    <a:pt x="1755457" y="1061085"/>
                    <a:pt x="1755457" y="1058228"/>
                  </a:cubicBezTo>
                  <a:cubicBezTo>
                    <a:pt x="1755457" y="1056323"/>
                    <a:pt x="1756410" y="1054418"/>
                    <a:pt x="1756410" y="1051560"/>
                  </a:cubicBezTo>
                  <a:cubicBezTo>
                    <a:pt x="1756410" y="1048703"/>
                    <a:pt x="1757362" y="1046798"/>
                    <a:pt x="1757362" y="1044893"/>
                  </a:cubicBezTo>
                  <a:lnTo>
                    <a:pt x="1757362" y="1041083"/>
                  </a:lnTo>
                  <a:lnTo>
                    <a:pt x="1662112" y="1029653"/>
                  </a:lnTo>
                  <a:cubicBezTo>
                    <a:pt x="1660207" y="1029653"/>
                    <a:pt x="1658302" y="1029653"/>
                    <a:pt x="1656397" y="1030605"/>
                  </a:cubicBezTo>
                  <a:cubicBezTo>
                    <a:pt x="1654492" y="1031558"/>
                    <a:pt x="1653540" y="1032510"/>
                    <a:pt x="1652587" y="1034415"/>
                  </a:cubicBezTo>
                  <a:cubicBezTo>
                    <a:pt x="1651635" y="1035368"/>
                    <a:pt x="1651635" y="1037273"/>
                    <a:pt x="1650682" y="1040130"/>
                  </a:cubicBezTo>
                  <a:cubicBezTo>
                    <a:pt x="1649730" y="1042988"/>
                    <a:pt x="1648777" y="1044893"/>
                    <a:pt x="1648777" y="1046798"/>
                  </a:cubicBezTo>
                  <a:lnTo>
                    <a:pt x="1642110" y="1045845"/>
                  </a:lnTo>
                  <a:lnTo>
                    <a:pt x="1649730" y="978218"/>
                  </a:lnTo>
                  <a:lnTo>
                    <a:pt x="1656397" y="979170"/>
                  </a:lnTo>
                  <a:cubicBezTo>
                    <a:pt x="1656397" y="981075"/>
                    <a:pt x="1656397" y="982980"/>
                    <a:pt x="1656397" y="985838"/>
                  </a:cubicBezTo>
                  <a:cubicBezTo>
                    <a:pt x="1656397" y="988695"/>
                    <a:pt x="1656397" y="990600"/>
                    <a:pt x="1656397" y="992505"/>
                  </a:cubicBezTo>
                  <a:cubicBezTo>
                    <a:pt x="1657350" y="994410"/>
                    <a:pt x="1658302" y="996315"/>
                    <a:pt x="1659255" y="997268"/>
                  </a:cubicBezTo>
                  <a:cubicBezTo>
                    <a:pt x="1660207" y="998220"/>
                    <a:pt x="1662112" y="999173"/>
                    <a:pt x="1664970" y="999173"/>
                  </a:cubicBezTo>
                  <a:lnTo>
                    <a:pt x="1761172" y="1010603"/>
                  </a:lnTo>
                  <a:lnTo>
                    <a:pt x="1761172" y="1006793"/>
                  </a:lnTo>
                  <a:cubicBezTo>
                    <a:pt x="1761172" y="1004888"/>
                    <a:pt x="1761172" y="1002983"/>
                    <a:pt x="1762125" y="1000125"/>
                  </a:cubicBezTo>
                  <a:cubicBezTo>
                    <a:pt x="1762125" y="997268"/>
                    <a:pt x="1762125" y="995363"/>
                    <a:pt x="1762125" y="993458"/>
                  </a:cubicBezTo>
                  <a:cubicBezTo>
                    <a:pt x="1762125" y="990600"/>
                    <a:pt x="1759267" y="985838"/>
                    <a:pt x="1753552" y="982028"/>
                  </a:cubicBezTo>
                  <a:cubicBezTo>
                    <a:pt x="1747837" y="977265"/>
                    <a:pt x="1743075" y="974408"/>
                    <a:pt x="1738312" y="971550"/>
                  </a:cubicBezTo>
                  <a:close/>
                  <a:moveTo>
                    <a:pt x="199073" y="952500"/>
                  </a:moveTo>
                  <a:lnTo>
                    <a:pt x="212408" y="1065847"/>
                  </a:lnTo>
                  <a:lnTo>
                    <a:pt x="205740" y="1066800"/>
                  </a:lnTo>
                  <a:cubicBezTo>
                    <a:pt x="205740" y="1064895"/>
                    <a:pt x="204788" y="1062990"/>
                    <a:pt x="203835" y="1060132"/>
                  </a:cubicBezTo>
                  <a:cubicBezTo>
                    <a:pt x="202883" y="1057275"/>
                    <a:pt x="202883" y="1055370"/>
                    <a:pt x="201930" y="1054417"/>
                  </a:cubicBezTo>
                  <a:cubicBezTo>
                    <a:pt x="200978" y="1052512"/>
                    <a:pt x="199073" y="1050607"/>
                    <a:pt x="198120" y="1050607"/>
                  </a:cubicBezTo>
                  <a:cubicBezTo>
                    <a:pt x="196215" y="1049655"/>
                    <a:pt x="195263" y="1049655"/>
                    <a:pt x="192405" y="1050607"/>
                  </a:cubicBezTo>
                  <a:lnTo>
                    <a:pt x="106680" y="1060132"/>
                  </a:lnTo>
                  <a:cubicBezTo>
                    <a:pt x="104775" y="1060132"/>
                    <a:pt x="102870" y="1061085"/>
                    <a:pt x="101918" y="1062037"/>
                  </a:cubicBezTo>
                  <a:cubicBezTo>
                    <a:pt x="100965" y="1062990"/>
                    <a:pt x="100013" y="1064895"/>
                    <a:pt x="99060" y="1066800"/>
                  </a:cubicBezTo>
                  <a:cubicBezTo>
                    <a:pt x="98108" y="1068705"/>
                    <a:pt x="98108" y="1070610"/>
                    <a:pt x="98108" y="1073467"/>
                  </a:cubicBezTo>
                  <a:cubicBezTo>
                    <a:pt x="98108" y="1076325"/>
                    <a:pt x="98108" y="1078230"/>
                    <a:pt x="98108" y="1080135"/>
                  </a:cubicBezTo>
                  <a:lnTo>
                    <a:pt x="91440" y="1081087"/>
                  </a:lnTo>
                  <a:lnTo>
                    <a:pt x="79058" y="973455"/>
                  </a:lnTo>
                  <a:lnTo>
                    <a:pt x="108585" y="971550"/>
                  </a:lnTo>
                  <a:lnTo>
                    <a:pt x="109538" y="978217"/>
                  </a:lnTo>
                  <a:cubicBezTo>
                    <a:pt x="104775" y="980122"/>
                    <a:pt x="100965" y="983932"/>
                    <a:pt x="96203" y="988695"/>
                  </a:cubicBezTo>
                  <a:cubicBezTo>
                    <a:pt x="92393" y="993457"/>
                    <a:pt x="89535" y="997267"/>
                    <a:pt x="89535" y="1002030"/>
                  </a:cubicBezTo>
                  <a:cubicBezTo>
                    <a:pt x="89535" y="1003935"/>
                    <a:pt x="89535" y="1005840"/>
                    <a:pt x="89535" y="1008697"/>
                  </a:cubicBezTo>
                  <a:cubicBezTo>
                    <a:pt x="89535" y="1011555"/>
                    <a:pt x="90488" y="1014412"/>
                    <a:pt x="90488" y="1016317"/>
                  </a:cubicBezTo>
                  <a:lnTo>
                    <a:pt x="92393" y="1033462"/>
                  </a:lnTo>
                  <a:lnTo>
                    <a:pt x="139065" y="1027747"/>
                  </a:lnTo>
                  <a:lnTo>
                    <a:pt x="137160" y="1015365"/>
                  </a:lnTo>
                  <a:cubicBezTo>
                    <a:pt x="137160" y="1012507"/>
                    <a:pt x="136208" y="1009650"/>
                    <a:pt x="135255" y="1006792"/>
                  </a:cubicBezTo>
                  <a:cubicBezTo>
                    <a:pt x="134303" y="1003935"/>
                    <a:pt x="132398" y="1002030"/>
                    <a:pt x="130493" y="1000125"/>
                  </a:cubicBezTo>
                  <a:cubicBezTo>
                    <a:pt x="129540" y="999172"/>
                    <a:pt x="126683" y="998220"/>
                    <a:pt x="122873" y="997267"/>
                  </a:cubicBezTo>
                  <a:cubicBezTo>
                    <a:pt x="119063" y="996315"/>
                    <a:pt x="116205" y="996315"/>
                    <a:pt x="114300" y="995362"/>
                  </a:cubicBezTo>
                  <a:lnTo>
                    <a:pt x="113348" y="988695"/>
                  </a:lnTo>
                  <a:lnTo>
                    <a:pt x="163830" y="982980"/>
                  </a:lnTo>
                  <a:lnTo>
                    <a:pt x="164783" y="989647"/>
                  </a:lnTo>
                  <a:cubicBezTo>
                    <a:pt x="162878" y="989647"/>
                    <a:pt x="159068" y="991552"/>
                    <a:pt x="156210" y="993457"/>
                  </a:cubicBezTo>
                  <a:cubicBezTo>
                    <a:pt x="152400" y="995362"/>
                    <a:pt x="150495" y="997267"/>
                    <a:pt x="149543" y="998220"/>
                  </a:cubicBezTo>
                  <a:cubicBezTo>
                    <a:pt x="147638" y="1000125"/>
                    <a:pt x="146685" y="1002982"/>
                    <a:pt x="145733" y="1004887"/>
                  </a:cubicBezTo>
                  <a:cubicBezTo>
                    <a:pt x="144780" y="1007745"/>
                    <a:pt x="144780" y="1010602"/>
                    <a:pt x="145733" y="1013460"/>
                  </a:cubicBezTo>
                  <a:lnTo>
                    <a:pt x="146685" y="1025842"/>
                  </a:lnTo>
                  <a:lnTo>
                    <a:pt x="181928" y="1022032"/>
                  </a:lnTo>
                  <a:cubicBezTo>
                    <a:pt x="185738" y="1022032"/>
                    <a:pt x="188595" y="1021080"/>
                    <a:pt x="190500" y="1020127"/>
                  </a:cubicBezTo>
                  <a:cubicBezTo>
                    <a:pt x="192405" y="1019175"/>
                    <a:pt x="194310" y="1018222"/>
                    <a:pt x="195263" y="1016317"/>
                  </a:cubicBezTo>
                  <a:cubicBezTo>
                    <a:pt x="196215" y="1014412"/>
                    <a:pt x="196215" y="1012507"/>
                    <a:pt x="196215" y="1010602"/>
                  </a:cubicBezTo>
                  <a:cubicBezTo>
                    <a:pt x="196215" y="1007745"/>
                    <a:pt x="196215" y="1004887"/>
                    <a:pt x="195263" y="1000125"/>
                  </a:cubicBezTo>
                  <a:cubicBezTo>
                    <a:pt x="195263" y="998220"/>
                    <a:pt x="195263" y="995362"/>
                    <a:pt x="194310" y="992505"/>
                  </a:cubicBezTo>
                  <a:cubicBezTo>
                    <a:pt x="194310" y="989647"/>
                    <a:pt x="193358" y="987742"/>
                    <a:pt x="193358" y="984885"/>
                  </a:cubicBezTo>
                  <a:cubicBezTo>
                    <a:pt x="192405" y="982980"/>
                    <a:pt x="192405" y="980122"/>
                    <a:pt x="191453" y="978217"/>
                  </a:cubicBezTo>
                  <a:cubicBezTo>
                    <a:pt x="190500" y="976312"/>
                    <a:pt x="189548" y="974407"/>
                    <a:pt x="188595" y="973455"/>
                  </a:cubicBezTo>
                  <a:cubicBezTo>
                    <a:pt x="185738" y="970597"/>
                    <a:pt x="180975" y="968692"/>
                    <a:pt x="175260" y="965835"/>
                  </a:cubicBezTo>
                  <a:cubicBezTo>
                    <a:pt x="169545" y="962977"/>
                    <a:pt x="164783" y="961072"/>
                    <a:pt x="161925" y="961072"/>
                  </a:cubicBezTo>
                  <a:lnTo>
                    <a:pt x="160973" y="954405"/>
                  </a:lnTo>
                  <a:close/>
                  <a:moveTo>
                    <a:pt x="925830" y="826770"/>
                  </a:moveTo>
                  <a:cubicBezTo>
                    <a:pt x="898208" y="826770"/>
                    <a:pt x="876300" y="848678"/>
                    <a:pt x="876300" y="876300"/>
                  </a:cubicBezTo>
                  <a:lnTo>
                    <a:pt x="876300" y="905828"/>
                  </a:lnTo>
                  <a:cubicBezTo>
                    <a:pt x="850583" y="910590"/>
                    <a:pt x="825818" y="918210"/>
                    <a:pt x="801053" y="929640"/>
                  </a:cubicBezTo>
                  <a:cubicBezTo>
                    <a:pt x="763905" y="946785"/>
                    <a:pt x="727710" y="971550"/>
                    <a:pt x="693420" y="1003935"/>
                  </a:cubicBezTo>
                  <a:cubicBezTo>
                    <a:pt x="661988" y="1034415"/>
                    <a:pt x="632460" y="1070610"/>
                    <a:pt x="604838" y="1112520"/>
                  </a:cubicBezTo>
                  <a:cubicBezTo>
                    <a:pt x="579120" y="1152525"/>
                    <a:pt x="555308" y="1197293"/>
                    <a:pt x="534353" y="1245870"/>
                  </a:cubicBezTo>
                  <a:cubicBezTo>
                    <a:pt x="523875" y="1270635"/>
                    <a:pt x="535305" y="1298258"/>
                    <a:pt x="559118" y="1308735"/>
                  </a:cubicBezTo>
                  <a:cubicBezTo>
                    <a:pt x="583883" y="1319213"/>
                    <a:pt x="611505" y="1307783"/>
                    <a:pt x="621983" y="1283018"/>
                  </a:cubicBezTo>
                  <a:cubicBezTo>
                    <a:pt x="660083" y="1195388"/>
                    <a:pt x="706755" y="1122045"/>
                    <a:pt x="759143" y="1072515"/>
                  </a:cubicBezTo>
                  <a:cubicBezTo>
                    <a:pt x="796290" y="1036320"/>
                    <a:pt x="835343" y="1013460"/>
                    <a:pt x="875348" y="1002983"/>
                  </a:cubicBezTo>
                  <a:lnTo>
                    <a:pt x="875348" y="1081088"/>
                  </a:lnTo>
                  <a:cubicBezTo>
                    <a:pt x="875348" y="1107758"/>
                    <a:pt x="855345" y="1118235"/>
                    <a:pt x="846773" y="1123950"/>
                  </a:cubicBezTo>
                  <a:cubicBezTo>
                    <a:pt x="843915" y="1125855"/>
                    <a:pt x="837248" y="1129665"/>
                    <a:pt x="834390" y="1131570"/>
                  </a:cubicBezTo>
                  <a:cubicBezTo>
                    <a:pt x="816293" y="1143953"/>
                    <a:pt x="794385" y="1162050"/>
                    <a:pt x="775335" y="1187768"/>
                  </a:cubicBezTo>
                  <a:cubicBezTo>
                    <a:pt x="739140" y="1233488"/>
                    <a:pt x="711518" y="1296353"/>
                    <a:pt x="697230" y="1363980"/>
                  </a:cubicBezTo>
                  <a:cubicBezTo>
                    <a:pt x="691515" y="1389698"/>
                    <a:pt x="707708" y="1415415"/>
                    <a:pt x="734378" y="1421130"/>
                  </a:cubicBezTo>
                  <a:cubicBezTo>
                    <a:pt x="760095" y="1426845"/>
                    <a:pt x="785813" y="1410653"/>
                    <a:pt x="791528" y="1383983"/>
                  </a:cubicBezTo>
                  <a:cubicBezTo>
                    <a:pt x="802958" y="1329690"/>
                    <a:pt x="824865" y="1281113"/>
                    <a:pt x="851535" y="1246823"/>
                  </a:cubicBezTo>
                  <a:cubicBezTo>
                    <a:pt x="864870" y="1228725"/>
                    <a:pt x="893445" y="1199198"/>
                    <a:pt x="925830" y="1199198"/>
                  </a:cubicBezTo>
                  <a:cubicBezTo>
                    <a:pt x="958215" y="1199198"/>
                    <a:pt x="986790" y="1228725"/>
                    <a:pt x="1000125" y="1246823"/>
                  </a:cubicBezTo>
                  <a:cubicBezTo>
                    <a:pt x="1026795" y="1281113"/>
                    <a:pt x="1048703" y="1330643"/>
                    <a:pt x="1060133" y="1383983"/>
                  </a:cubicBezTo>
                  <a:cubicBezTo>
                    <a:pt x="1065848" y="1409700"/>
                    <a:pt x="1091565" y="1425893"/>
                    <a:pt x="1117283" y="1421130"/>
                  </a:cubicBezTo>
                  <a:cubicBezTo>
                    <a:pt x="1143000" y="1415415"/>
                    <a:pt x="1160145" y="1389698"/>
                    <a:pt x="1154430" y="1363980"/>
                  </a:cubicBezTo>
                  <a:cubicBezTo>
                    <a:pt x="1140143" y="1296353"/>
                    <a:pt x="1111568" y="1233488"/>
                    <a:pt x="1076325" y="1187768"/>
                  </a:cubicBezTo>
                  <a:cubicBezTo>
                    <a:pt x="1056323" y="1162050"/>
                    <a:pt x="1035368" y="1143953"/>
                    <a:pt x="1017270" y="1131570"/>
                  </a:cubicBezTo>
                  <a:cubicBezTo>
                    <a:pt x="1014413" y="1129665"/>
                    <a:pt x="1007745" y="1125855"/>
                    <a:pt x="1004888" y="1123950"/>
                  </a:cubicBezTo>
                  <a:cubicBezTo>
                    <a:pt x="995363" y="1118235"/>
                    <a:pt x="976313" y="1107758"/>
                    <a:pt x="976313" y="1081088"/>
                  </a:cubicBezTo>
                  <a:lnTo>
                    <a:pt x="976313" y="1002983"/>
                  </a:lnTo>
                  <a:cubicBezTo>
                    <a:pt x="1016318" y="1013460"/>
                    <a:pt x="1055370" y="1036320"/>
                    <a:pt x="1092518" y="1072515"/>
                  </a:cubicBezTo>
                  <a:cubicBezTo>
                    <a:pt x="1144905" y="1122045"/>
                    <a:pt x="1191578" y="1194435"/>
                    <a:pt x="1229678" y="1283018"/>
                  </a:cubicBezTo>
                  <a:cubicBezTo>
                    <a:pt x="1240155" y="1307783"/>
                    <a:pt x="1268730" y="1318260"/>
                    <a:pt x="1292543" y="1308735"/>
                  </a:cubicBezTo>
                  <a:cubicBezTo>
                    <a:pt x="1316355" y="1298258"/>
                    <a:pt x="1327785" y="1270635"/>
                    <a:pt x="1317308" y="1245870"/>
                  </a:cubicBezTo>
                  <a:cubicBezTo>
                    <a:pt x="1296353" y="1197293"/>
                    <a:pt x="1272540" y="1152525"/>
                    <a:pt x="1246823" y="1112520"/>
                  </a:cubicBezTo>
                  <a:cubicBezTo>
                    <a:pt x="1219200" y="1070610"/>
                    <a:pt x="1189673" y="1034415"/>
                    <a:pt x="1158240" y="1003935"/>
                  </a:cubicBezTo>
                  <a:cubicBezTo>
                    <a:pt x="1124903" y="971550"/>
                    <a:pt x="1088708" y="946785"/>
                    <a:pt x="1050608" y="929640"/>
                  </a:cubicBezTo>
                  <a:cubicBezTo>
                    <a:pt x="1025843" y="918210"/>
                    <a:pt x="1001078" y="910590"/>
                    <a:pt x="975360" y="905828"/>
                  </a:cubicBezTo>
                  <a:lnTo>
                    <a:pt x="975360" y="876300"/>
                  </a:lnTo>
                  <a:cubicBezTo>
                    <a:pt x="975360" y="848678"/>
                    <a:pt x="953453" y="826770"/>
                    <a:pt x="925830" y="826770"/>
                  </a:cubicBezTo>
                  <a:close/>
                  <a:moveTo>
                    <a:pt x="1765935" y="802958"/>
                  </a:moveTo>
                  <a:lnTo>
                    <a:pt x="1772603" y="870585"/>
                  </a:lnTo>
                  <a:lnTo>
                    <a:pt x="1765935" y="871538"/>
                  </a:lnTo>
                  <a:cubicBezTo>
                    <a:pt x="1765935" y="869633"/>
                    <a:pt x="1764983" y="867728"/>
                    <a:pt x="1764983" y="864870"/>
                  </a:cubicBezTo>
                  <a:cubicBezTo>
                    <a:pt x="1764030" y="862013"/>
                    <a:pt x="1764030" y="860108"/>
                    <a:pt x="1763078" y="858203"/>
                  </a:cubicBezTo>
                  <a:cubicBezTo>
                    <a:pt x="1762125" y="856298"/>
                    <a:pt x="1761173" y="854393"/>
                    <a:pt x="1759268" y="854393"/>
                  </a:cubicBezTo>
                  <a:cubicBezTo>
                    <a:pt x="1757363" y="853440"/>
                    <a:pt x="1755458" y="853440"/>
                    <a:pt x="1753553" y="853440"/>
                  </a:cubicBezTo>
                  <a:lnTo>
                    <a:pt x="1667828" y="862013"/>
                  </a:lnTo>
                  <a:cubicBezTo>
                    <a:pt x="1665923" y="862013"/>
                    <a:pt x="1664018" y="862965"/>
                    <a:pt x="1662113" y="863918"/>
                  </a:cubicBezTo>
                  <a:cubicBezTo>
                    <a:pt x="1661160" y="864870"/>
                    <a:pt x="1660208" y="866775"/>
                    <a:pt x="1659255" y="868680"/>
                  </a:cubicBezTo>
                  <a:cubicBezTo>
                    <a:pt x="1659255" y="869633"/>
                    <a:pt x="1658303" y="871538"/>
                    <a:pt x="1658303" y="874395"/>
                  </a:cubicBezTo>
                  <a:cubicBezTo>
                    <a:pt x="1658303" y="877253"/>
                    <a:pt x="1658303" y="879158"/>
                    <a:pt x="1658303" y="881063"/>
                  </a:cubicBezTo>
                  <a:lnTo>
                    <a:pt x="1651635" y="883920"/>
                  </a:lnTo>
                  <a:lnTo>
                    <a:pt x="1644968" y="816293"/>
                  </a:lnTo>
                  <a:lnTo>
                    <a:pt x="1651635" y="815340"/>
                  </a:lnTo>
                  <a:cubicBezTo>
                    <a:pt x="1651635" y="817245"/>
                    <a:pt x="1652588" y="819150"/>
                    <a:pt x="1652588" y="822008"/>
                  </a:cubicBezTo>
                  <a:cubicBezTo>
                    <a:pt x="1653540" y="824865"/>
                    <a:pt x="1653540" y="826770"/>
                    <a:pt x="1654493" y="827723"/>
                  </a:cubicBezTo>
                  <a:cubicBezTo>
                    <a:pt x="1655445" y="829628"/>
                    <a:pt x="1656398" y="831533"/>
                    <a:pt x="1658303" y="831533"/>
                  </a:cubicBezTo>
                  <a:cubicBezTo>
                    <a:pt x="1659255" y="832485"/>
                    <a:pt x="1661160" y="832485"/>
                    <a:pt x="1664018" y="832485"/>
                  </a:cubicBezTo>
                  <a:lnTo>
                    <a:pt x="1749743" y="823913"/>
                  </a:lnTo>
                  <a:cubicBezTo>
                    <a:pt x="1751648" y="823913"/>
                    <a:pt x="1753553" y="822960"/>
                    <a:pt x="1754505" y="822008"/>
                  </a:cubicBezTo>
                  <a:cubicBezTo>
                    <a:pt x="1755458" y="821055"/>
                    <a:pt x="1757363" y="819150"/>
                    <a:pt x="1757363" y="817245"/>
                  </a:cubicBezTo>
                  <a:cubicBezTo>
                    <a:pt x="1758315" y="816293"/>
                    <a:pt x="1758315" y="813435"/>
                    <a:pt x="1758315" y="810578"/>
                  </a:cubicBezTo>
                  <a:cubicBezTo>
                    <a:pt x="1758315" y="807720"/>
                    <a:pt x="1759268" y="805815"/>
                    <a:pt x="1759268" y="803910"/>
                  </a:cubicBezTo>
                  <a:close/>
                  <a:moveTo>
                    <a:pt x="94297" y="735330"/>
                  </a:moveTo>
                  <a:lnTo>
                    <a:pt x="100965" y="736282"/>
                  </a:lnTo>
                  <a:cubicBezTo>
                    <a:pt x="100965" y="742950"/>
                    <a:pt x="100965" y="747712"/>
                    <a:pt x="101917" y="752475"/>
                  </a:cubicBezTo>
                  <a:cubicBezTo>
                    <a:pt x="102870" y="757237"/>
                    <a:pt x="104775" y="762000"/>
                    <a:pt x="108585" y="766762"/>
                  </a:cubicBezTo>
                  <a:cubicBezTo>
                    <a:pt x="113347" y="773430"/>
                    <a:pt x="117157" y="779145"/>
                    <a:pt x="120967" y="783907"/>
                  </a:cubicBezTo>
                  <a:cubicBezTo>
                    <a:pt x="124777" y="788670"/>
                    <a:pt x="128587" y="794385"/>
                    <a:pt x="134302" y="801052"/>
                  </a:cubicBezTo>
                  <a:cubicBezTo>
                    <a:pt x="141922" y="796290"/>
                    <a:pt x="150495" y="791527"/>
                    <a:pt x="161925" y="784860"/>
                  </a:cubicBezTo>
                  <a:cubicBezTo>
                    <a:pt x="172402" y="778192"/>
                    <a:pt x="182880" y="772477"/>
                    <a:pt x="193357" y="765810"/>
                  </a:cubicBezTo>
                  <a:cubicBezTo>
                    <a:pt x="196215" y="763905"/>
                    <a:pt x="198120" y="762000"/>
                    <a:pt x="200977" y="760095"/>
                  </a:cubicBezTo>
                  <a:cubicBezTo>
                    <a:pt x="203835" y="758190"/>
                    <a:pt x="205740" y="755332"/>
                    <a:pt x="207645" y="752475"/>
                  </a:cubicBezTo>
                  <a:cubicBezTo>
                    <a:pt x="208597" y="751522"/>
                    <a:pt x="209550" y="749617"/>
                    <a:pt x="209550" y="747712"/>
                  </a:cubicBezTo>
                  <a:cubicBezTo>
                    <a:pt x="210502" y="745807"/>
                    <a:pt x="210502" y="744855"/>
                    <a:pt x="210502" y="742950"/>
                  </a:cubicBezTo>
                  <a:lnTo>
                    <a:pt x="218122" y="745807"/>
                  </a:lnTo>
                  <a:lnTo>
                    <a:pt x="211455" y="793432"/>
                  </a:lnTo>
                  <a:cubicBezTo>
                    <a:pt x="199072" y="799147"/>
                    <a:pt x="189547" y="803910"/>
                    <a:pt x="180975" y="808672"/>
                  </a:cubicBezTo>
                  <a:cubicBezTo>
                    <a:pt x="172402" y="813435"/>
                    <a:pt x="161925" y="819150"/>
                    <a:pt x="149542" y="826770"/>
                  </a:cubicBezTo>
                  <a:lnTo>
                    <a:pt x="148590" y="831532"/>
                  </a:lnTo>
                  <a:lnTo>
                    <a:pt x="186690" y="837247"/>
                  </a:lnTo>
                  <a:cubicBezTo>
                    <a:pt x="188595" y="837247"/>
                    <a:pt x="190500" y="837247"/>
                    <a:pt x="192405" y="837247"/>
                  </a:cubicBezTo>
                  <a:cubicBezTo>
                    <a:pt x="194310" y="836295"/>
                    <a:pt x="195262" y="835342"/>
                    <a:pt x="196215" y="833437"/>
                  </a:cubicBezTo>
                  <a:cubicBezTo>
                    <a:pt x="197167" y="832485"/>
                    <a:pt x="197167" y="831532"/>
                    <a:pt x="198120" y="829627"/>
                  </a:cubicBezTo>
                  <a:cubicBezTo>
                    <a:pt x="199072" y="827722"/>
                    <a:pt x="199072" y="825817"/>
                    <a:pt x="200025" y="823912"/>
                  </a:cubicBezTo>
                  <a:lnTo>
                    <a:pt x="206692" y="824865"/>
                  </a:lnTo>
                  <a:lnTo>
                    <a:pt x="197167" y="888682"/>
                  </a:lnTo>
                  <a:lnTo>
                    <a:pt x="190500" y="886777"/>
                  </a:lnTo>
                  <a:cubicBezTo>
                    <a:pt x="190500" y="884872"/>
                    <a:pt x="190500" y="882967"/>
                    <a:pt x="190500" y="880110"/>
                  </a:cubicBezTo>
                  <a:cubicBezTo>
                    <a:pt x="190500" y="877252"/>
                    <a:pt x="190500" y="875347"/>
                    <a:pt x="190500" y="874395"/>
                  </a:cubicBezTo>
                  <a:cubicBezTo>
                    <a:pt x="189547" y="872490"/>
                    <a:pt x="189547" y="870585"/>
                    <a:pt x="187642" y="869632"/>
                  </a:cubicBezTo>
                  <a:cubicBezTo>
                    <a:pt x="186690" y="868680"/>
                    <a:pt x="184785" y="867727"/>
                    <a:pt x="182880" y="867727"/>
                  </a:cubicBezTo>
                  <a:lnTo>
                    <a:pt x="97155" y="855345"/>
                  </a:lnTo>
                  <a:cubicBezTo>
                    <a:pt x="95250" y="855345"/>
                    <a:pt x="93345" y="855345"/>
                    <a:pt x="92392" y="855345"/>
                  </a:cubicBezTo>
                  <a:cubicBezTo>
                    <a:pt x="90487" y="855345"/>
                    <a:pt x="89535" y="857250"/>
                    <a:pt x="88582" y="859155"/>
                  </a:cubicBezTo>
                  <a:cubicBezTo>
                    <a:pt x="87630" y="861060"/>
                    <a:pt x="86677" y="862965"/>
                    <a:pt x="85725" y="864870"/>
                  </a:cubicBezTo>
                  <a:cubicBezTo>
                    <a:pt x="84772" y="866775"/>
                    <a:pt x="83820" y="869632"/>
                    <a:pt x="83820" y="870585"/>
                  </a:cubicBezTo>
                  <a:lnTo>
                    <a:pt x="76200" y="869632"/>
                  </a:lnTo>
                  <a:lnTo>
                    <a:pt x="85725" y="802957"/>
                  </a:lnTo>
                  <a:lnTo>
                    <a:pt x="92392" y="803910"/>
                  </a:lnTo>
                  <a:cubicBezTo>
                    <a:pt x="92392" y="805815"/>
                    <a:pt x="92392" y="807720"/>
                    <a:pt x="92392" y="810577"/>
                  </a:cubicBezTo>
                  <a:cubicBezTo>
                    <a:pt x="92392" y="813435"/>
                    <a:pt x="92392" y="815340"/>
                    <a:pt x="92392" y="817245"/>
                  </a:cubicBezTo>
                  <a:cubicBezTo>
                    <a:pt x="92392" y="819150"/>
                    <a:pt x="93345" y="821055"/>
                    <a:pt x="95250" y="822007"/>
                  </a:cubicBezTo>
                  <a:cubicBezTo>
                    <a:pt x="97155" y="822960"/>
                    <a:pt x="98107" y="823912"/>
                    <a:pt x="100012" y="823912"/>
                  </a:cubicBezTo>
                  <a:lnTo>
                    <a:pt x="140970" y="829627"/>
                  </a:lnTo>
                  <a:lnTo>
                    <a:pt x="141922" y="825817"/>
                  </a:lnTo>
                  <a:cubicBezTo>
                    <a:pt x="138112" y="821055"/>
                    <a:pt x="134302" y="815340"/>
                    <a:pt x="129540" y="808672"/>
                  </a:cubicBezTo>
                  <a:cubicBezTo>
                    <a:pt x="124777" y="802005"/>
                    <a:pt x="120967" y="796290"/>
                    <a:pt x="117157" y="792480"/>
                  </a:cubicBezTo>
                  <a:cubicBezTo>
                    <a:pt x="112395" y="787717"/>
                    <a:pt x="109537" y="782955"/>
                    <a:pt x="106680" y="781050"/>
                  </a:cubicBezTo>
                  <a:cubicBezTo>
                    <a:pt x="103822" y="778192"/>
                    <a:pt x="101917" y="777240"/>
                    <a:pt x="99060" y="776287"/>
                  </a:cubicBezTo>
                  <a:cubicBezTo>
                    <a:pt x="98107" y="776287"/>
                    <a:pt x="97155" y="777240"/>
                    <a:pt x="96202" y="779145"/>
                  </a:cubicBezTo>
                  <a:cubicBezTo>
                    <a:pt x="95250" y="781050"/>
                    <a:pt x="94297" y="783907"/>
                    <a:pt x="93345" y="788670"/>
                  </a:cubicBezTo>
                  <a:lnTo>
                    <a:pt x="86677" y="787717"/>
                  </a:lnTo>
                  <a:close/>
                  <a:moveTo>
                    <a:pt x="1698308" y="618173"/>
                  </a:moveTo>
                  <a:cubicBezTo>
                    <a:pt x="1703070" y="619125"/>
                    <a:pt x="1707833" y="620078"/>
                    <a:pt x="1712595" y="622935"/>
                  </a:cubicBezTo>
                  <a:cubicBezTo>
                    <a:pt x="1717358" y="625793"/>
                    <a:pt x="1721168" y="629603"/>
                    <a:pt x="1724978" y="634365"/>
                  </a:cubicBezTo>
                  <a:cubicBezTo>
                    <a:pt x="1728788" y="639128"/>
                    <a:pt x="1731645" y="644843"/>
                    <a:pt x="1734503" y="651510"/>
                  </a:cubicBezTo>
                  <a:cubicBezTo>
                    <a:pt x="1736408" y="658178"/>
                    <a:pt x="1737360" y="663893"/>
                    <a:pt x="1738313" y="670560"/>
                  </a:cubicBezTo>
                  <a:cubicBezTo>
                    <a:pt x="1738313" y="677228"/>
                    <a:pt x="1738313" y="681990"/>
                    <a:pt x="1737360" y="685800"/>
                  </a:cubicBezTo>
                  <a:lnTo>
                    <a:pt x="1744028" y="688658"/>
                  </a:lnTo>
                  <a:lnTo>
                    <a:pt x="1746885" y="695325"/>
                  </a:lnTo>
                  <a:lnTo>
                    <a:pt x="1707833" y="709613"/>
                  </a:lnTo>
                  <a:lnTo>
                    <a:pt x="1705928" y="702945"/>
                  </a:lnTo>
                  <a:cubicBezTo>
                    <a:pt x="1709738" y="700088"/>
                    <a:pt x="1713548" y="696278"/>
                    <a:pt x="1717358" y="692468"/>
                  </a:cubicBezTo>
                  <a:cubicBezTo>
                    <a:pt x="1721168" y="688658"/>
                    <a:pt x="1724025" y="684848"/>
                    <a:pt x="1725930" y="681990"/>
                  </a:cubicBezTo>
                  <a:cubicBezTo>
                    <a:pt x="1727835" y="678180"/>
                    <a:pt x="1729740" y="674370"/>
                    <a:pt x="1730693" y="670560"/>
                  </a:cubicBezTo>
                  <a:cubicBezTo>
                    <a:pt x="1731645" y="666750"/>
                    <a:pt x="1730693" y="661988"/>
                    <a:pt x="1729740" y="657225"/>
                  </a:cubicBezTo>
                  <a:cubicBezTo>
                    <a:pt x="1727835" y="651510"/>
                    <a:pt x="1724978" y="646748"/>
                    <a:pt x="1720215" y="644843"/>
                  </a:cubicBezTo>
                  <a:cubicBezTo>
                    <a:pt x="1715453" y="641985"/>
                    <a:pt x="1710690" y="641985"/>
                    <a:pt x="1705928" y="642938"/>
                  </a:cubicBezTo>
                  <a:cubicBezTo>
                    <a:pt x="1701165" y="644843"/>
                    <a:pt x="1698308" y="647700"/>
                    <a:pt x="1696403" y="651510"/>
                  </a:cubicBezTo>
                  <a:cubicBezTo>
                    <a:pt x="1694498" y="655320"/>
                    <a:pt x="1693545" y="661988"/>
                    <a:pt x="1693545" y="669608"/>
                  </a:cubicBezTo>
                  <a:cubicBezTo>
                    <a:pt x="1693545" y="674370"/>
                    <a:pt x="1693545" y="679133"/>
                    <a:pt x="1693545" y="682943"/>
                  </a:cubicBezTo>
                  <a:cubicBezTo>
                    <a:pt x="1693545" y="687705"/>
                    <a:pt x="1693545" y="691515"/>
                    <a:pt x="1693545" y="695325"/>
                  </a:cubicBezTo>
                  <a:cubicBezTo>
                    <a:pt x="1693545" y="703898"/>
                    <a:pt x="1690688" y="711518"/>
                    <a:pt x="1686878" y="717233"/>
                  </a:cubicBezTo>
                  <a:cubicBezTo>
                    <a:pt x="1683068" y="722948"/>
                    <a:pt x="1677353" y="727710"/>
                    <a:pt x="1668780" y="730568"/>
                  </a:cubicBezTo>
                  <a:cubicBezTo>
                    <a:pt x="1664018" y="732473"/>
                    <a:pt x="1658303" y="732473"/>
                    <a:pt x="1653540" y="731520"/>
                  </a:cubicBezTo>
                  <a:cubicBezTo>
                    <a:pt x="1647825" y="730568"/>
                    <a:pt x="1643063" y="728663"/>
                    <a:pt x="1638300" y="725805"/>
                  </a:cubicBezTo>
                  <a:cubicBezTo>
                    <a:pt x="1633538" y="722948"/>
                    <a:pt x="1628775" y="718185"/>
                    <a:pt x="1624965" y="713423"/>
                  </a:cubicBezTo>
                  <a:cubicBezTo>
                    <a:pt x="1617345" y="710565"/>
                    <a:pt x="1614488" y="703898"/>
                    <a:pt x="1611630" y="696278"/>
                  </a:cubicBezTo>
                  <a:cubicBezTo>
                    <a:pt x="1608773" y="689610"/>
                    <a:pt x="1607820" y="681990"/>
                    <a:pt x="1607820" y="675323"/>
                  </a:cubicBezTo>
                  <a:cubicBezTo>
                    <a:pt x="1607820" y="668655"/>
                    <a:pt x="1607820" y="662940"/>
                    <a:pt x="1608773" y="658178"/>
                  </a:cubicBezTo>
                  <a:lnTo>
                    <a:pt x="1601153" y="654368"/>
                  </a:lnTo>
                  <a:lnTo>
                    <a:pt x="1599248" y="647700"/>
                  </a:lnTo>
                  <a:lnTo>
                    <a:pt x="1641158" y="632460"/>
                  </a:lnTo>
                  <a:lnTo>
                    <a:pt x="1643063" y="639128"/>
                  </a:lnTo>
                  <a:cubicBezTo>
                    <a:pt x="1639253" y="641985"/>
                    <a:pt x="1636395" y="645795"/>
                    <a:pt x="1632585" y="649605"/>
                  </a:cubicBezTo>
                  <a:cubicBezTo>
                    <a:pt x="1628775" y="653415"/>
                    <a:pt x="1625918" y="658178"/>
                    <a:pt x="1624013" y="661988"/>
                  </a:cubicBezTo>
                  <a:cubicBezTo>
                    <a:pt x="1621155" y="666750"/>
                    <a:pt x="1620203" y="671513"/>
                    <a:pt x="1619250" y="676275"/>
                  </a:cubicBezTo>
                  <a:cubicBezTo>
                    <a:pt x="1618298" y="681038"/>
                    <a:pt x="1619250" y="685800"/>
                    <a:pt x="1620203" y="691515"/>
                  </a:cubicBezTo>
                  <a:cubicBezTo>
                    <a:pt x="1623060" y="699135"/>
                    <a:pt x="1625918" y="703898"/>
                    <a:pt x="1631633" y="706755"/>
                  </a:cubicBezTo>
                  <a:cubicBezTo>
                    <a:pt x="1636395" y="709613"/>
                    <a:pt x="1642110" y="709613"/>
                    <a:pt x="1646873" y="707708"/>
                  </a:cubicBezTo>
                  <a:cubicBezTo>
                    <a:pt x="1651635" y="705803"/>
                    <a:pt x="1654493" y="702945"/>
                    <a:pt x="1656398" y="699135"/>
                  </a:cubicBezTo>
                  <a:cubicBezTo>
                    <a:pt x="1658303" y="694373"/>
                    <a:pt x="1659255" y="688658"/>
                    <a:pt x="1659255" y="681038"/>
                  </a:cubicBezTo>
                  <a:cubicBezTo>
                    <a:pt x="1659255" y="676275"/>
                    <a:pt x="1659255" y="671513"/>
                    <a:pt x="1659255" y="666750"/>
                  </a:cubicBezTo>
                  <a:cubicBezTo>
                    <a:pt x="1659255" y="662940"/>
                    <a:pt x="1659255" y="658178"/>
                    <a:pt x="1659255" y="654368"/>
                  </a:cubicBezTo>
                  <a:cubicBezTo>
                    <a:pt x="1660208" y="645795"/>
                    <a:pt x="1662113" y="638175"/>
                    <a:pt x="1666875" y="632460"/>
                  </a:cubicBezTo>
                  <a:cubicBezTo>
                    <a:pt x="1671638" y="626745"/>
                    <a:pt x="1677353" y="622935"/>
                    <a:pt x="1684020" y="620078"/>
                  </a:cubicBezTo>
                  <a:cubicBezTo>
                    <a:pt x="1688783" y="618173"/>
                    <a:pt x="1693545" y="618173"/>
                    <a:pt x="1698308" y="618173"/>
                  </a:cubicBezTo>
                  <a:close/>
                  <a:moveTo>
                    <a:pt x="148590" y="579120"/>
                  </a:moveTo>
                  <a:lnTo>
                    <a:pt x="155257" y="581977"/>
                  </a:lnTo>
                  <a:cubicBezTo>
                    <a:pt x="155257" y="583882"/>
                    <a:pt x="154305" y="585787"/>
                    <a:pt x="153352" y="588645"/>
                  </a:cubicBezTo>
                  <a:cubicBezTo>
                    <a:pt x="152400" y="591502"/>
                    <a:pt x="152400" y="593407"/>
                    <a:pt x="152400" y="595312"/>
                  </a:cubicBezTo>
                  <a:cubicBezTo>
                    <a:pt x="152400" y="598170"/>
                    <a:pt x="152400" y="599122"/>
                    <a:pt x="154305" y="601027"/>
                  </a:cubicBezTo>
                  <a:cubicBezTo>
                    <a:pt x="155257" y="601980"/>
                    <a:pt x="157162" y="602932"/>
                    <a:pt x="159067" y="603885"/>
                  </a:cubicBezTo>
                  <a:lnTo>
                    <a:pt x="239077" y="636270"/>
                  </a:lnTo>
                  <a:cubicBezTo>
                    <a:pt x="240982" y="637222"/>
                    <a:pt x="242887" y="637222"/>
                    <a:pt x="243840" y="637222"/>
                  </a:cubicBezTo>
                  <a:cubicBezTo>
                    <a:pt x="245745" y="637222"/>
                    <a:pt x="247650" y="636270"/>
                    <a:pt x="248602" y="634365"/>
                  </a:cubicBezTo>
                  <a:cubicBezTo>
                    <a:pt x="249555" y="633412"/>
                    <a:pt x="250507" y="631507"/>
                    <a:pt x="252412" y="629602"/>
                  </a:cubicBezTo>
                  <a:cubicBezTo>
                    <a:pt x="254317" y="627697"/>
                    <a:pt x="255270" y="624840"/>
                    <a:pt x="256222" y="622935"/>
                  </a:cubicBezTo>
                  <a:lnTo>
                    <a:pt x="263842" y="624840"/>
                  </a:lnTo>
                  <a:lnTo>
                    <a:pt x="238125" y="687705"/>
                  </a:lnTo>
                  <a:lnTo>
                    <a:pt x="231457" y="684847"/>
                  </a:lnTo>
                  <a:cubicBezTo>
                    <a:pt x="232410" y="682942"/>
                    <a:pt x="232410" y="681037"/>
                    <a:pt x="233362" y="678180"/>
                  </a:cubicBezTo>
                  <a:cubicBezTo>
                    <a:pt x="234315" y="675322"/>
                    <a:pt x="234315" y="673417"/>
                    <a:pt x="234315" y="672465"/>
                  </a:cubicBezTo>
                  <a:cubicBezTo>
                    <a:pt x="234315" y="670560"/>
                    <a:pt x="233362" y="668655"/>
                    <a:pt x="232410" y="667702"/>
                  </a:cubicBezTo>
                  <a:cubicBezTo>
                    <a:pt x="231457" y="666750"/>
                    <a:pt x="229552" y="665797"/>
                    <a:pt x="227647" y="664845"/>
                  </a:cubicBezTo>
                  <a:lnTo>
                    <a:pt x="147637" y="632460"/>
                  </a:lnTo>
                  <a:cubicBezTo>
                    <a:pt x="145732" y="631507"/>
                    <a:pt x="143827" y="631507"/>
                    <a:pt x="142875" y="631507"/>
                  </a:cubicBezTo>
                  <a:cubicBezTo>
                    <a:pt x="140970" y="631507"/>
                    <a:pt x="140017" y="632460"/>
                    <a:pt x="138112" y="634365"/>
                  </a:cubicBezTo>
                  <a:cubicBezTo>
                    <a:pt x="137160" y="635317"/>
                    <a:pt x="136207" y="637222"/>
                    <a:pt x="134302" y="639127"/>
                  </a:cubicBezTo>
                  <a:cubicBezTo>
                    <a:pt x="132397" y="641032"/>
                    <a:pt x="131445" y="643890"/>
                    <a:pt x="130492" y="644842"/>
                  </a:cubicBezTo>
                  <a:lnTo>
                    <a:pt x="123825" y="641985"/>
                  </a:lnTo>
                  <a:close/>
                  <a:moveTo>
                    <a:pt x="1624013" y="458153"/>
                  </a:moveTo>
                  <a:lnTo>
                    <a:pt x="1581150" y="485775"/>
                  </a:lnTo>
                  <a:lnTo>
                    <a:pt x="1584960" y="491490"/>
                  </a:lnTo>
                  <a:cubicBezTo>
                    <a:pt x="1589723" y="498158"/>
                    <a:pt x="1594485" y="502920"/>
                    <a:pt x="1601153" y="503873"/>
                  </a:cubicBezTo>
                  <a:cubicBezTo>
                    <a:pt x="1606868" y="504825"/>
                    <a:pt x="1614488" y="502920"/>
                    <a:pt x="1622108" y="498158"/>
                  </a:cubicBezTo>
                  <a:cubicBezTo>
                    <a:pt x="1628775" y="493395"/>
                    <a:pt x="1632585" y="488633"/>
                    <a:pt x="1633538" y="482918"/>
                  </a:cubicBezTo>
                  <a:cubicBezTo>
                    <a:pt x="1634490" y="477203"/>
                    <a:pt x="1632585" y="470535"/>
                    <a:pt x="1627823" y="463868"/>
                  </a:cubicBezTo>
                  <a:close/>
                  <a:moveTo>
                    <a:pt x="1603058" y="412433"/>
                  </a:moveTo>
                  <a:lnTo>
                    <a:pt x="1640205" y="469583"/>
                  </a:lnTo>
                  <a:cubicBezTo>
                    <a:pt x="1648778" y="482918"/>
                    <a:pt x="1652588" y="493395"/>
                    <a:pt x="1653540" y="502920"/>
                  </a:cubicBezTo>
                  <a:cubicBezTo>
                    <a:pt x="1653540" y="512445"/>
                    <a:pt x="1649730" y="519113"/>
                    <a:pt x="1642110" y="524828"/>
                  </a:cubicBezTo>
                  <a:cubicBezTo>
                    <a:pt x="1634490" y="529590"/>
                    <a:pt x="1627823" y="531495"/>
                    <a:pt x="1621155" y="529590"/>
                  </a:cubicBezTo>
                  <a:cubicBezTo>
                    <a:pt x="1614488" y="528638"/>
                    <a:pt x="1606868" y="523875"/>
                    <a:pt x="1599248" y="517208"/>
                  </a:cubicBezTo>
                  <a:cubicBezTo>
                    <a:pt x="1597343" y="522923"/>
                    <a:pt x="1594485" y="530543"/>
                    <a:pt x="1591628" y="538163"/>
                  </a:cubicBezTo>
                  <a:cubicBezTo>
                    <a:pt x="1588770" y="545783"/>
                    <a:pt x="1585913" y="554355"/>
                    <a:pt x="1583055" y="562928"/>
                  </a:cubicBezTo>
                  <a:cubicBezTo>
                    <a:pt x="1582103" y="565785"/>
                    <a:pt x="1581150" y="569595"/>
                    <a:pt x="1580198" y="573405"/>
                  </a:cubicBezTo>
                  <a:cubicBezTo>
                    <a:pt x="1579245" y="578168"/>
                    <a:pt x="1579245" y="581025"/>
                    <a:pt x="1579245" y="583883"/>
                  </a:cubicBezTo>
                  <a:cubicBezTo>
                    <a:pt x="1579245" y="584835"/>
                    <a:pt x="1580198" y="586740"/>
                    <a:pt x="1581150" y="588645"/>
                  </a:cubicBezTo>
                  <a:cubicBezTo>
                    <a:pt x="1582103" y="590550"/>
                    <a:pt x="1583055" y="591503"/>
                    <a:pt x="1583055" y="592455"/>
                  </a:cubicBezTo>
                  <a:lnTo>
                    <a:pt x="1577340" y="596265"/>
                  </a:lnTo>
                  <a:lnTo>
                    <a:pt x="1551623" y="557213"/>
                  </a:lnTo>
                  <a:cubicBezTo>
                    <a:pt x="1557338" y="543878"/>
                    <a:pt x="1562100" y="532448"/>
                    <a:pt x="1565910" y="524828"/>
                  </a:cubicBezTo>
                  <a:cubicBezTo>
                    <a:pt x="1568768" y="516255"/>
                    <a:pt x="1572578" y="505778"/>
                    <a:pt x="1576388" y="494348"/>
                  </a:cubicBezTo>
                  <a:lnTo>
                    <a:pt x="1573530" y="490538"/>
                  </a:lnTo>
                  <a:lnTo>
                    <a:pt x="1542098" y="510540"/>
                  </a:lnTo>
                  <a:cubicBezTo>
                    <a:pt x="1540193" y="511493"/>
                    <a:pt x="1539240" y="512445"/>
                    <a:pt x="1538288" y="514350"/>
                  </a:cubicBezTo>
                  <a:cubicBezTo>
                    <a:pt x="1537335" y="515303"/>
                    <a:pt x="1537335" y="517208"/>
                    <a:pt x="1537335" y="520065"/>
                  </a:cubicBezTo>
                  <a:cubicBezTo>
                    <a:pt x="1537335" y="521018"/>
                    <a:pt x="1538288" y="522923"/>
                    <a:pt x="1539240" y="524828"/>
                  </a:cubicBezTo>
                  <a:cubicBezTo>
                    <a:pt x="1540193" y="526733"/>
                    <a:pt x="1541145" y="528638"/>
                    <a:pt x="1541145" y="530543"/>
                  </a:cubicBezTo>
                  <a:lnTo>
                    <a:pt x="1535430" y="534353"/>
                  </a:lnTo>
                  <a:lnTo>
                    <a:pt x="1500188" y="479108"/>
                  </a:lnTo>
                  <a:lnTo>
                    <a:pt x="1505903" y="475298"/>
                  </a:lnTo>
                  <a:cubicBezTo>
                    <a:pt x="1506855" y="476250"/>
                    <a:pt x="1508760" y="478155"/>
                    <a:pt x="1509713" y="481013"/>
                  </a:cubicBezTo>
                  <a:cubicBezTo>
                    <a:pt x="1511618" y="482918"/>
                    <a:pt x="1512570" y="484823"/>
                    <a:pt x="1513523" y="484823"/>
                  </a:cubicBezTo>
                  <a:cubicBezTo>
                    <a:pt x="1515428" y="485775"/>
                    <a:pt x="1517333" y="486728"/>
                    <a:pt x="1519238" y="486728"/>
                  </a:cubicBezTo>
                  <a:cubicBezTo>
                    <a:pt x="1521143" y="486728"/>
                    <a:pt x="1523048" y="485775"/>
                    <a:pt x="1524000" y="484823"/>
                  </a:cubicBezTo>
                  <a:lnTo>
                    <a:pt x="1596390" y="438150"/>
                  </a:lnTo>
                  <a:cubicBezTo>
                    <a:pt x="1598295" y="437198"/>
                    <a:pt x="1599248" y="436245"/>
                    <a:pt x="1600200" y="434340"/>
                  </a:cubicBezTo>
                  <a:cubicBezTo>
                    <a:pt x="1601153" y="433388"/>
                    <a:pt x="1601153" y="431483"/>
                    <a:pt x="1601153" y="428625"/>
                  </a:cubicBezTo>
                  <a:cubicBezTo>
                    <a:pt x="1601153" y="426720"/>
                    <a:pt x="1600200" y="424815"/>
                    <a:pt x="1599248" y="421958"/>
                  </a:cubicBezTo>
                  <a:cubicBezTo>
                    <a:pt x="1598295" y="420053"/>
                    <a:pt x="1597343" y="418148"/>
                    <a:pt x="1597343" y="416243"/>
                  </a:cubicBezTo>
                  <a:close/>
                  <a:moveTo>
                    <a:pt x="1016318" y="398145"/>
                  </a:moveTo>
                  <a:cubicBezTo>
                    <a:pt x="990600" y="398145"/>
                    <a:pt x="968693" y="420053"/>
                    <a:pt x="968693" y="447675"/>
                  </a:cubicBezTo>
                  <a:lnTo>
                    <a:pt x="968693" y="449580"/>
                  </a:lnTo>
                  <a:cubicBezTo>
                    <a:pt x="968693" y="449580"/>
                    <a:pt x="968693" y="659130"/>
                    <a:pt x="968693" y="733425"/>
                  </a:cubicBezTo>
                  <a:cubicBezTo>
                    <a:pt x="968693" y="746760"/>
                    <a:pt x="968693" y="756285"/>
                    <a:pt x="968693" y="758190"/>
                  </a:cubicBezTo>
                  <a:cubicBezTo>
                    <a:pt x="968693" y="774383"/>
                    <a:pt x="980123" y="798195"/>
                    <a:pt x="1005840" y="803910"/>
                  </a:cubicBezTo>
                  <a:cubicBezTo>
                    <a:pt x="1063943" y="816293"/>
                    <a:pt x="1129665" y="849630"/>
                    <a:pt x="1188720" y="899160"/>
                  </a:cubicBezTo>
                  <a:cubicBezTo>
                    <a:pt x="1246823" y="947738"/>
                    <a:pt x="1302068" y="1010603"/>
                    <a:pt x="1351598" y="1087755"/>
                  </a:cubicBezTo>
                  <a:cubicBezTo>
                    <a:pt x="1365885" y="1109663"/>
                    <a:pt x="1395413" y="1116330"/>
                    <a:pt x="1418273" y="1102043"/>
                  </a:cubicBezTo>
                  <a:cubicBezTo>
                    <a:pt x="1432560" y="1092518"/>
                    <a:pt x="1440180" y="1077278"/>
                    <a:pt x="1440180" y="1062038"/>
                  </a:cubicBezTo>
                  <a:cubicBezTo>
                    <a:pt x="1440180" y="1053465"/>
                    <a:pt x="1437323" y="1043940"/>
                    <a:pt x="1432560" y="1035368"/>
                  </a:cubicBezTo>
                  <a:cubicBezTo>
                    <a:pt x="1377315" y="950595"/>
                    <a:pt x="1316355" y="880110"/>
                    <a:pt x="1249680" y="825818"/>
                  </a:cubicBezTo>
                  <a:cubicBezTo>
                    <a:pt x="1190625" y="777240"/>
                    <a:pt x="1129665" y="742950"/>
                    <a:pt x="1066800" y="721995"/>
                  </a:cubicBezTo>
                  <a:lnTo>
                    <a:pt x="1066800" y="611505"/>
                  </a:lnTo>
                  <a:cubicBezTo>
                    <a:pt x="1157288" y="636270"/>
                    <a:pt x="1250633" y="687705"/>
                    <a:pt x="1331595" y="757238"/>
                  </a:cubicBezTo>
                  <a:cubicBezTo>
                    <a:pt x="1351598" y="774383"/>
                    <a:pt x="1382078" y="772478"/>
                    <a:pt x="1399223" y="751523"/>
                  </a:cubicBezTo>
                  <a:cubicBezTo>
                    <a:pt x="1416368" y="731520"/>
                    <a:pt x="1414463" y="701040"/>
                    <a:pt x="1393508" y="683895"/>
                  </a:cubicBezTo>
                  <a:cubicBezTo>
                    <a:pt x="1342073" y="639128"/>
                    <a:pt x="1283018" y="600075"/>
                    <a:pt x="1223010" y="570548"/>
                  </a:cubicBezTo>
                  <a:cubicBezTo>
                    <a:pt x="1170623" y="543878"/>
                    <a:pt x="1117283" y="524828"/>
                    <a:pt x="1065848" y="512445"/>
                  </a:cubicBezTo>
                  <a:lnTo>
                    <a:pt x="1065848" y="447675"/>
                  </a:lnTo>
                  <a:cubicBezTo>
                    <a:pt x="1065848" y="420053"/>
                    <a:pt x="1043940" y="398145"/>
                    <a:pt x="1016318" y="398145"/>
                  </a:cubicBezTo>
                  <a:close/>
                  <a:moveTo>
                    <a:pt x="833438" y="398145"/>
                  </a:moveTo>
                  <a:cubicBezTo>
                    <a:pt x="805815" y="398145"/>
                    <a:pt x="783908" y="420053"/>
                    <a:pt x="783908" y="447675"/>
                  </a:cubicBezTo>
                  <a:lnTo>
                    <a:pt x="783908" y="512445"/>
                  </a:lnTo>
                  <a:cubicBezTo>
                    <a:pt x="732473" y="524828"/>
                    <a:pt x="679133" y="543878"/>
                    <a:pt x="626745" y="570548"/>
                  </a:cubicBezTo>
                  <a:cubicBezTo>
                    <a:pt x="566738" y="601028"/>
                    <a:pt x="507683" y="640080"/>
                    <a:pt x="456248" y="683895"/>
                  </a:cubicBezTo>
                  <a:cubicBezTo>
                    <a:pt x="436245" y="701040"/>
                    <a:pt x="433388" y="731520"/>
                    <a:pt x="451485" y="751523"/>
                  </a:cubicBezTo>
                  <a:cubicBezTo>
                    <a:pt x="468630" y="771525"/>
                    <a:pt x="499110" y="774383"/>
                    <a:pt x="519113" y="757238"/>
                  </a:cubicBezTo>
                  <a:cubicBezTo>
                    <a:pt x="600075" y="687705"/>
                    <a:pt x="694373" y="636270"/>
                    <a:pt x="783908" y="611505"/>
                  </a:cubicBezTo>
                  <a:lnTo>
                    <a:pt x="783908" y="721995"/>
                  </a:lnTo>
                  <a:cubicBezTo>
                    <a:pt x="721043" y="741998"/>
                    <a:pt x="660083" y="777240"/>
                    <a:pt x="601028" y="825818"/>
                  </a:cubicBezTo>
                  <a:cubicBezTo>
                    <a:pt x="535305" y="880110"/>
                    <a:pt x="473393" y="950595"/>
                    <a:pt x="418148" y="1035368"/>
                  </a:cubicBezTo>
                  <a:cubicBezTo>
                    <a:pt x="413385" y="1043940"/>
                    <a:pt x="410528" y="1052513"/>
                    <a:pt x="410528" y="1062038"/>
                  </a:cubicBezTo>
                  <a:cubicBezTo>
                    <a:pt x="410528" y="1078230"/>
                    <a:pt x="418148" y="1093470"/>
                    <a:pt x="432435" y="1102043"/>
                  </a:cubicBezTo>
                  <a:cubicBezTo>
                    <a:pt x="454343" y="1116330"/>
                    <a:pt x="484823" y="1110615"/>
                    <a:pt x="499110" y="1087755"/>
                  </a:cubicBezTo>
                  <a:cubicBezTo>
                    <a:pt x="548640" y="1010603"/>
                    <a:pt x="603885" y="947738"/>
                    <a:pt x="661988" y="899160"/>
                  </a:cubicBezTo>
                  <a:cubicBezTo>
                    <a:pt x="721995" y="849630"/>
                    <a:pt x="787718" y="816293"/>
                    <a:pt x="844868" y="803910"/>
                  </a:cubicBezTo>
                  <a:cubicBezTo>
                    <a:pt x="870585" y="798195"/>
                    <a:pt x="882015" y="774383"/>
                    <a:pt x="882015" y="758190"/>
                  </a:cubicBezTo>
                  <a:cubicBezTo>
                    <a:pt x="882015" y="755333"/>
                    <a:pt x="882015" y="746760"/>
                    <a:pt x="882015" y="733425"/>
                  </a:cubicBezTo>
                  <a:cubicBezTo>
                    <a:pt x="882015" y="659130"/>
                    <a:pt x="882015" y="449580"/>
                    <a:pt x="882015" y="449580"/>
                  </a:cubicBezTo>
                  <a:lnTo>
                    <a:pt x="882015" y="447675"/>
                  </a:lnTo>
                  <a:cubicBezTo>
                    <a:pt x="882968" y="420053"/>
                    <a:pt x="861060" y="398145"/>
                    <a:pt x="833438" y="398145"/>
                  </a:cubicBezTo>
                  <a:close/>
                  <a:moveTo>
                    <a:pt x="278130" y="373380"/>
                  </a:moveTo>
                  <a:lnTo>
                    <a:pt x="283845" y="377190"/>
                  </a:lnTo>
                  <a:cubicBezTo>
                    <a:pt x="282892" y="378142"/>
                    <a:pt x="281940" y="380047"/>
                    <a:pt x="280987" y="382905"/>
                  </a:cubicBezTo>
                  <a:cubicBezTo>
                    <a:pt x="280035" y="385762"/>
                    <a:pt x="279082" y="388620"/>
                    <a:pt x="279082" y="391477"/>
                  </a:cubicBezTo>
                  <a:cubicBezTo>
                    <a:pt x="279082" y="394335"/>
                    <a:pt x="280035" y="397192"/>
                    <a:pt x="282892" y="400050"/>
                  </a:cubicBezTo>
                  <a:cubicBezTo>
                    <a:pt x="285750" y="402907"/>
                    <a:pt x="289560" y="406717"/>
                    <a:pt x="295275" y="410527"/>
                  </a:cubicBezTo>
                  <a:lnTo>
                    <a:pt x="366712" y="461962"/>
                  </a:lnTo>
                  <a:lnTo>
                    <a:pt x="358140" y="474345"/>
                  </a:lnTo>
                  <a:lnTo>
                    <a:pt x="237172" y="481012"/>
                  </a:lnTo>
                  <a:lnTo>
                    <a:pt x="283845" y="514350"/>
                  </a:lnTo>
                  <a:cubicBezTo>
                    <a:pt x="289560" y="518160"/>
                    <a:pt x="294322" y="521017"/>
                    <a:pt x="298132" y="522922"/>
                  </a:cubicBezTo>
                  <a:cubicBezTo>
                    <a:pt x="301942" y="523875"/>
                    <a:pt x="304800" y="524827"/>
                    <a:pt x="307657" y="523875"/>
                  </a:cubicBezTo>
                  <a:cubicBezTo>
                    <a:pt x="309562" y="523875"/>
                    <a:pt x="312420" y="521970"/>
                    <a:pt x="314325" y="520065"/>
                  </a:cubicBezTo>
                  <a:cubicBezTo>
                    <a:pt x="317182" y="518160"/>
                    <a:pt x="319087" y="516255"/>
                    <a:pt x="320992" y="514350"/>
                  </a:cubicBezTo>
                  <a:lnTo>
                    <a:pt x="326707" y="518160"/>
                  </a:lnTo>
                  <a:lnTo>
                    <a:pt x="296227" y="561022"/>
                  </a:lnTo>
                  <a:lnTo>
                    <a:pt x="290512" y="557212"/>
                  </a:lnTo>
                  <a:cubicBezTo>
                    <a:pt x="291465" y="555307"/>
                    <a:pt x="292417" y="553402"/>
                    <a:pt x="294322" y="550545"/>
                  </a:cubicBezTo>
                  <a:cubicBezTo>
                    <a:pt x="295275" y="547687"/>
                    <a:pt x="296227" y="544830"/>
                    <a:pt x="296227" y="542925"/>
                  </a:cubicBezTo>
                  <a:cubicBezTo>
                    <a:pt x="296227" y="540067"/>
                    <a:pt x="295275" y="537210"/>
                    <a:pt x="292417" y="534352"/>
                  </a:cubicBezTo>
                  <a:cubicBezTo>
                    <a:pt x="290512" y="531495"/>
                    <a:pt x="285750" y="527685"/>
                    <a:pt x="279082" y="523875"/>
                  </a:cubicBezTo>
                  <a:lnTo>
                    <a:pt x="232410" y="490537"/>
                  </a:lnTo>
                  <a:cubicBezTo>
                    <a:pt x="230505" y="488632"/>
                    <a:pt x="227647" y="487680"/>
                    <a:pt x="224790" y="486727"/>
                  </a:cubicBezTo>
                  <a:cubicBezTo>
                    <a:pt x="221932" y="485775"/>
                    <a:pt x="220027" y="485775"/>
                    <a:pt x="217170" y="485775"/>
                  </a:cubicBezTo>
                  <a:cubicBezTo>
                    <a:pt x="214312" y="486727"/>
                    <a:pt x="211455" y="487680"/>
                    <a:pt x="209550" y="488632"/>
                  </a:cubicBezTo>
                  <a:cubicBezTo>
                    <a:pt x="206692" y="489585"/>
                    <a:pt x="204787" y="491490"/>
                    <a:pt x="201930" y="494347"/>
                  </a:cubicBezTo>
                  <a:lnTo>
                    <a:pt x="196215" y="490537"/>
                  </a:lnTo>
                  <a:lnTo>
                    <a:pt x="222885" y="453390"/>
                  </a:lnTo>
                  <a:lnTo>
                    <a:pt x="328612" y="447675"/>
                  </a:lnTo>
                  <a:lnTo>
                    <a:pt x="290512" y="421005"/>
                  </a:lnTo>
                  <a:cubicBezTo>
                    <a:pt x="284797" y="417195"/>
                    <a:pt x="280035" y="414337"/>
                    <a:pt x="276225" y="412432"/>
                  </a:cubicBezTo>
                  <a:cubicBezTo>
                    <a:pt x="272415" y="411480"/>
                    <a:pt x="269557" y="410527"/>
                    <a:pt x="266700" y="411480"/>
                  </a:cubicBezTo>
                  <a:cubicBezTo>
                    <a:pt x="264795" y="412432"/>
                    <a:pt x="261937" y="413385"/>
                    <a:pt x="260032" y="415290"/>
                  </a:cubicBezTo>
                  <a:cubicBezTo>
                    <a:pt x="257175" y="417195"/>
                    <a:pt x="255270" y="419100"/>
                    <a:pt x="253365" y="420052"/>
                  </a:cubicBezTo>
                  <a:lnTo>
                    <a:pt x="247650" y="415290"/>
                  </a:lnTo>
                  <a:close/>
                  <a:moveTo>
                    <a:pt x="925830" y="296228"/>
                  </a:moveTo>
                  <a:cubicBezTo>
                    <a:pt x="1273493" y="296228"/>
                    <a:pt x="1555433" y="578168"/>
                    <a:pt x="1555433" y="925830"/>
                  </a:cubicBezTo>
                  <a:cubicBezTo>
                    <a:pt x="1555433" y="1273493"/>
                    <a:pt x="1273493" y="1555433"/>
                    <a:pt x="925830" y="1555433"/>
                  </a:cubicBezTo>
                  <a:cubicBezTo>
                    <a:pt x="578168" y="1555433"/>
                    <a:pt x="296228" y="1273493"/>
                    <a:pt x="296228" y="925830"/>
                  </a:cubicBezTo>
                  <a:cubicBezTo>
                    <a:pt x="296228" y="578168"/>
                    <a:pt x="578168" y="296228"/>
                    <a:pt x="925830" y="296228"/>
                  </a:cubicBezTo>
                  <a:close/>
                  <a:moveTo>
                    <a:pt x="925830" y="261937"/>
                  </a:moveTo>
                  <a:cubicBezTo>
                    <a:pt x="836295" y="261937"/>
                    <a:pt x="749617" y="280035"/>
                    <a:pt x="667702" y="314325"/>
                  </a:cubicBezTo>
                  <a:cubicBezTo>
                    <a:pt x="588645" y="347662"/>
                    <a:pt x="517207" y="395287"/>
                    <a:pt x="456247" y="456247"/>
                  </a:cubicBezTo>
                  <a:cubicBezTo>
                    <a:pt x="395287" y="517207"/>
                    <a:pt x="347662" y="588645"/>
                    <a:pt x="314325" y="667702"/>
                  </a:cubicBezTo>
                  <a:cubicBezTo>
                    <a:pt x="279082" y="749617"/>
                    <a:pt x="261937" y="836295"/>
                    <a:pt x="261937" y="925830"/>
                  </a:cubicBezTo>
                  <a:cubicBezTo>
                    <a:pt x="261937" y="1015365"/>
                    <a:pt x="280035" y="1102042"/>
                    <a:pt x="314325" y="1183957"/>
                  </a:cubicBezTo>
                  <a:cubicBezTo>
                    <a:pt x="347662" y="1263015"/>
                    <a:pt x="395287" y="1334452"/>
                    <a:pt x="456247" y="1395412"/>
                  </a:cubicBezTo>
                  <a:cubicBezTo>
                    <a:pt x="517207" y="1456372"/>
                    <a:pt x="588645" y="1503997"/>
                    <a:pt x="667702" y="1537335"/>
                  </a:cubicBezTo>
                  <a:cubicBezTo>
                    <a:pt x="749617" y="1571625"/>
                    <a:pt x="836295" y="1589722"/>
                    <a:pt x="925830" y="1589722"/>
                  </a:cubicBezTo>
                  <a:cubicBezTo>
                    <a:pt x="1015365" y="1589722"/>
                    <a:pt x="1102042" y="1571625"/>
                    <a:pt x="1183957" y="1537335"/>
                  </a:cubicBezTo>
                  <a:cubicBezTo>
                    <a:pt x="1263015" y="1503997"/>
                    <a:pt x="1334452" y="1456372"/>
                    <a:pt x="1395412" y="1395412"/>
                  </a:cubicBezTo>
                  <a:cubicBezTo>
                    <a:pt x="1456372" y="1333500"/>
                    <a:pt x="1503997" y="1263015"/>
                    <a:pt x="1537335" y="1183957"/>
                  </a:cubicBezTo>
                  <a:cubicBezTo>
                    <a:pt x="1572577" y="1102042"/>
                    <a:pt x="1589722" y="1015365"/>
                    <a:pt x="1589722" y="925830"/>
                  </a:cubicBezTo>
                  <a:cubicBezTo>
                    <a:pt x="1589722" y="836295"/>
                    <a:pt x="1571625" y="749617"/>
                    <a:pt x="1537335" y="667702"/>
                  </a:cubicBezTo>
                  <a:cubicBezTo>
                    <a:pt x="1503997" y="587692"/>
                    <a:pt x="1456372" y="517207"/>
                    <a:pt x="1395412" y="456247"/>
                  </a:cubicBezTo>
                  <a:cubicBezTo>
                    <a:pt x="1334452" y="395287"/>
                    <a:pt x="1263015" y="347662"/>
                    <a:pt x="1183957" y="314325"/>
                  </a:cubicBezTo>
                  <a:cubicBezTo>
                    <a:pt x="1102042" y="279082"/>
                    <a:pt x="1015365" y="261937"/>
                    <a:pt x="925830" y="261937"/>
                  </a:cubicBezTo>
                  <a:close/>
                  <a:moveTo>
                    <a:pt x="1454467" y="259080"/>
                  </a:moveTo>
                  <a:lnTo>
                    <a:pt x="1534477" y="331470"/>
                  </a:lnTo>
                  <a:lnTo>
                    <a:pt x="1514475" y="356235"/>
                  </a:lnTo>
                  <a:lnTo>
                    <a:pt x="1509712" y="351472"/>
                  </a:lnTo>
                  <a:cubicBezTo>
                    <a:pt x="1511617" y="346710"/>
                    <a:pt x="1512570" y="341947"/>
                    <a:pt x="1512570" y="335280"/>
                  </a:cubicBezTo>
                  <a:cubicBezTo>
                    <a:pt x="1512570" y="329565"/>
                    <a:pt x="1511617" y="323850"/>
                    <a:pt x="1509712" y="320992"/>
                  </a:cubicBezTo>
                  <a:cubicBezTo>
                    <a:pt x="1508760" y="319087"/>
                    <a:pt x="1506855" y="318135"/>
                    <a:pt x="1504950" y="315277"/>
                  </a:cubicBezTo>
                  <a:cubicBezTo>
                    <a:pt x="1503045" y="313372"/>
                    <a:pt x="1501140" y="311467"/>
                    <a:pt x="1499235" y="309562"/>
                  </a:cubicBezTo>
                  <a:lnTo>
                    <a:pt x="1485900" y="298132"/>
                  </a:lnTo>
                  <a:lnTo>
                    <a:pt x="1454467" y="332422"/>
                  </a:lnTo>
                  <a:lnTo>
                    <a:pt x="1463992" y="340995"/>
                  </a:lnTo>
                  <a:cubicBezTo>
                    <a:pt x="1465897" y="342900"/>
                    <a:pt x="1468755" y="344805"/>
                    <a:pt x="1470660" y="345757"/>
                  </a:cubicBezTo>
                  <a:cubicBezTo>
                    <a:pt x="1472565" y="346710"/>
                    <a:pt x="1475422" y="347662"/>
                    <a:pt x="1479232" y="347662"/>
                  </a:cubicBezTo>
                  <a:cubicBezTo>
                    <a:pt x="1481137" y="347662"/>
                    <a:pt x="1483995" y="346710"/>
                    <a:pt x="1486852" y="344805"/>
                  </a:cubicBezTo>
                  <a:cubicBezTo>
                    <a:pt x="1489710" y="342900"/>
                    <a:pt x="1492567" y="341947"/>
                    <a:pt x="1494472" y="340042"/>
                  </a:cubicBezTo>
                  <a:lnTo>
                    <a:pt x="1499235" y="344805"/>
                  </a:lnTo>
                  <a:lnTo>
                    <a:pt x="1464945" y="381952"/>
                  </a:lnTo>
                  <a:lnTo>
                    <a:pt x="1460182" y="377190"/>
                  </a:lnTo>
                  <a:cubicBezTo>
                    <a:pt x="1461135" y="375285"/>
                    <a:pt x="1463040" y="372427"/>
                    <a:pt x="1463992" y="368617"/>
                  </a:cubicBezTo>
                  <a:cubicBezTo>
                    <a:pt x="1465897" y="364807"/>
                    <a:pt x="1465897" y="361950"/>
                    <a:pt x="1465897" y="360045"/>
                  </a:cubicBezTo>
                  <a:cubicBezTo>
                    <a:pt x="1465897" y="357187"/>
                    <a:pt x="1464945" y="354330"/>
                    <a:pt x="1463992" y="352425"/>
                  </a:cubicBezTo>
                  <a:cubicBezTo>
                    <a:pt x="1463040" y="350520"/>
                    <a:pt x="1461135" y="347662"/>
                    <a:pt x="1458277" y="345757"/>
                  </a:cubicBezTo>
                  <a:lnTo>
                    <a:pt x="1448752" y="337185"/>
                  </a:lnTo>
                  <a:lnTo>
                    <a:pt x="1424940" y="362902"/>
                  </a:lnTo>
                  <a:cubicBezTo>
                    <a:pt x="1422082" y="365760"/>
                    <a:pt x="1421130" y="367665"/>
                    <a:pt x="1419225" y="369570"/>
                  </a:cubicBezTo>
                  <a:cubicBezTo>
                    <a:pt x="1418272" y="371475"/>
                    <a:pt x="1418272" y="373380"/>
                    <a:pt x="1418272" y="375285"/>
                  </a:cubicBezTo>
                  <a:cubicBezTo>
                    <a:pt x="1418272" y="377190"/>
                    <a:pt x="1419225" y="379095"/>
                    <a:pt x="1421130" y="381000"/>
                  </a:cubicBezTo>
                  <a:cubicBezTo>
                    <a:pt x="1423035" y="382905"/>
                    <a:pt x="1424940" y="385762"/>
                    <a:pt x="1428750" y="388620"/>
                  </a:cubicBezTo>
                  <a:cubicBezTo>
                    <a:pt x="1430655" y="389572"/>
                    <a:pt x="1431607" y="391477"/>
                    <a:pt x="1434465" y="393382"/>
                  </a:cubicBezTo>
                  <a:cubicBezTo>
                    <a:pt x="1436370" y="395287"/>
                    <a:pt x="1438275" y="396240"/>
                    <a:pt x="1440180" y="398145"/>
                  </a:cubicBezTo>
                  <a:cubicBezTo>
                    <a:pt x="1442085" y="400050"/>
                    <a:pt x="1443990" y="401002"/>
                    <a:pt x="1445895" y="401955"/>
                  </a:cubicBezTo>
                  <a:cubicBezTo>
                    <a:pt x="1447800" y="402907"/>
                    <a:pt x="1449705" y="402907"/>
                    <a:pt x="1450657" y="402907"/>
                  </a:cubicBezTo>
                  <a:cubicBezTo>
                    <a:pt x="1454467" y="402907"/>
                    <a:pt x="1459230" y="401955"/>
                    <a:pt x="1465897" y="400050"/>
                  </a:cubicBezTo>
                  <a:cubicBezTo>
                    <a:pt x="1472565" y="398145"/>
                    <a:pt x="1477327" y="396240"/>
                    <a:pt x="1479232" y="395287"/>
                  </a:cubicBezTo>
                  <a:lnTo>
                    <a:pt x="1483995" y="399097"/>
                  </a:lnTo>
                  <a:lnTo>
                    <a:pt x="1456372" y="425767"/>
                  </a:lnTo>
                  <a:lnTo>
                    <a:pt x="1371600" y="348615"/>
                  </a:lnTo>
                  <a:lnTo>
                    <a:pt x="1376362" y="343852"/>
                  </a:lnTo>
                  <a:cubicBezTo>
                    <a:pt x="1377315" y="344805"/>
                    <a:pt x="1379220" y="345757"/>
                    <a:pt x="1382077" y="347662"/>
                  </a:cubicBezTo>
                  <a:cubicBezTo>
                    <a:pt x="1383982" y="349567"/>
                    <a:pt x="1385887" y="350520"/>
                    <a:pt x="1386840" y="350520"/>
                  </a:cubicBezTo>
                  <a:cubicBezTo>
                    <a:pt x="1388745" y="351472"/>
                    <a:pt x="1390650" y="351472"/>
                    <a:pt x="1392555" y="351472"/>
                  </a:cubicBezTo>
                  <a:cubicBezTo>
                    <a:pt x="1394460" y="350520"/>
                    <a:pt x="1395412" y="349567"/>
                    <a:pt x="1397317" y="348615"/>
                  </a:cubicBezTo>
                  <a:lnTo>
                    <a:pt x="1455420" y="284797"/>
                  </a:lnTo>
                  <a:cubicBezTo>
                    <a:pt x="1456372" y="282892"/>
                    <a:pt x="1457325" y="281940"/>
                    <a:pt x="1458277" y="280035"/>
                  </a:cubicBezTo>
                  <a:cubicBezTo>
                    <a:pt x="1459230" y="278130"/>
                    <a:pt x="1458277" y="276225"/>
                    <a:pt x="1457325" y="274320"/>
                  </a:cubicBezTo>
                  <a:cubicBezTo>
                    <a:pt x="1456372" y="272415"/>
                    <a:pt x="1455420" y="271462"/>
                    <a:pt x="1453515" y="268605"/>
                  </a:cubicBezTo>
                  <a:cubicBezTo>
                    <a:pt x="1451610" y="266700"/>
                    <a:pt x="1450657" y="264795"/>
                    <a:pt x="1449705" y="263842"/>
                  </a:cubicBezTo>
                  <a:close/>
                  <a:moveTo>
                    <a:pt x="925830" y="241935"/>
                  </a:moveTo>
                  <a:cubicBezTo>
                    <a:pt x="1018222" y="241935"/>
                    <a:pt x="1107757" y="259080"/>
                    <a:pt x="1192530" y="295275"/>
                  </a:cubicBezTo>
                  <a:cubicBezTo>
                    <a:pt x="1273492" y="329565"/>
                    <a:pt x="1346835" y="379095"/>
                    <a:pt x="1409700" y="441960"/>
                  </a:cubicBezTo>
                  <a:cubicBezTo>
                    <a:pt x="1472565" y="504825"/>
                    <a:pt x="1522095" y="577215"/>
                    <a:pt x="1556385" y="659130"/>
                  </a:cubicBezTo>
                  <a:cubicBezTo>
                    <a:pt x="1592580" y="743902"/>
                    <a:pt x="1610677" y="833437"/>
                    <a:pt x="1610677" y="925830"/>
                  </a:cubicBezTo>
                  <a:cubicBezTo>
                    <a:pt x="1610677" y="1018222"/>
                    <a:pt x="1591627" y="1107757"/>
                    <a:pt x="1556385" y="1192530"/>
                  </a:cubicBezTo>
                  <a:cubicBezTo>
                    <a:pt x="1522095" y="1273492"/>
                    <a:pt x="1472565" y="1346835"/>
                    <a:pt x="1409700" y="1409700"/>
                  </a:cubicBezTo>
                  <a:cubicBezTo>
                    <a:pt x="1346835" y="1472565"/>
                    <a:pt x="1274445" y="1522095"/>
                    <a:pt x="1192530" y="1556385"/>
                  </a:cubicBezTo>
                  <a:cubicBezTo>
                    <a:pt x="1107757" y="1592580"/>
                    <a:pt x="1018222" y="1610677"/>
                    <a:pt x="925830" y="1610677"/>
                  </a:cubicBezTo>
                  <a:cubicBezTo>
                    <a:pt x="833437" y="1610677"/>
                    <a:pt x="743902" y="1592580"/>
                    <a:pt x="659130" y="1556385"/>
                  </a:cubicBezTo>
                  <a:cubicBezTo>
                    <a:pt x="578167" y="1522095"/>
                    <a:pt x="504825" y="1472565"/>
                    <a:pt x="441960" y="1409700"/>
                  </a:cubicBezTo>
                  <a:cubicBezTo>
                    <a:pt x="379095" y="1346835"/>
                    <a:pt x="329565" y="1274445"/>
                    <a:pt x="295275" y="1192530"/>
                  </a:cubicBezTo>
                  <a:cubicBezTo>
                    <a:pt x="260032" y="1107757"/>
                    <a:pt x="241935" y="1018222"/>
                    <a:pt x="241935" y="925830"/>
                  </a:cubicBezTo>
                  <a:cubicBezTo>
                    <a:pt x="241935" y="833437"/>
                    <a:pt x="260032" y="743902"/>
                    <a:pt x="295275" y="659130"/>
                  </a:cubicBezTo>
                  <a:cubicBezTo>
                    <a:pt x="329565" y="577215"/>
                    <a:pt x="379095" y="504825"/>
                    <a:pt x="441960" y="441960"/>
                  </a:cubicBezTo>
                  <a:cubicBezTo>
                    <a:pt x="504825" y="379095"/>
                    <a:pt x="577215" y="329565"/>
                    <a:pt x="659130" y="295275"/>
                  </a:cubicBezTo>
                  <a:cubicBezTo>
                    <a:pt x="743902" y="259080"/>
                    <a:pt x="833437" y="241935"/>
                    <a:pt x="925830" y="241935"/>
                  </a:cubicBezTo>
                  <a:close/>
                  <a:moveTo>
                    <a:pt x="435292" y="233363"/>
                  </a:moveTo>
                  <a:lnTo>
                    <a:pt x="463867" y="267653"/>
                  </a:lnTo>
                  <a:lnTo>
                    <a:pt x="458152" y="272415"/>
                  </a:lnTo>
                  <a:cubicBezTo>
                    <a:pt x="446722" y="264795"/>
                    <a:pt x="436245" y="260033"/>
                    <a:pt x="427672" y="259080"/>
                  </a:cubicBezTo>
                  <a:cubicBezTo>
                    <a:pt x="419100" y="258128"/>
                    <a:pt x="410527" y="260033"/>
                    <a:pt x="403860" y="265748"/>
                  </a:cubicBezTo>
                  <a:cubicBezTo>
                    <a:pt x="395287" y="272415"/>
                    <a:pt x="391477" y="281940"/>
                    <a:pt x="393382" y="293370"/>
                  </a:cubicBezTo>
                  <a:cubicBezTo>
                    <a:pt x="394335" y="304800"/>
                    <a:pt x="401002" y="317183"/>
                    <a:pt x="411480" y="329565"/>
                  </a:cubicBezTo>
                  <a:cubicBezTo>
                    <a:pt x="422910" y="343853"/>
                    <a:pt x="433387" y="352425"/>
                    <a:pt x="444817" y="357188"/>
                  </a:cubicBezTo>
                  <a:cubicBezTo>
                    <a:pt x="455295" y="360998"/>
                    <a:pt x="465772" y="360045"/>
                    <a:pt x="473392" y="353378"/>
                  </a:cubicBezTo>
                  <a:cubicBezTo>
                    <a:pt x="477202" y="350520"/>
                    <a:pt x="480060" y="346710"/>
                    <a:pt x="481965" y="342900"/>
                  </a:cubicBezTo>
                  <a:cubicBezTo>
                    <a:pt x="483870" y="339090"/>
                    <a:pt x="484822" y="336233"/>
                    <a:pt x="485775" y="333375"/>
                  </a:cubicBezTo>
                  <a:lnTo>
                    <a:pt x="470535" y="314325"/>
                  </a:lnTo>
                  <a:cubicBezTo>
                    <a:pt x="469582" y="312420"/>
                    <a:pt x="467677" y="311468"/>
                    <a:pt x="466725" y="311468"/>
                  </a:cubicBezTo>
                  <a:cubicBezTo>
                    <a:pt x="464820" y="310515"/>
                    <a:pt x="462915" y="310515"/>
                    <a:pt x="461010" y="311468"/>
                  </a:cubicBezTo>
                  <a:cubicBezTo>
                    <a:pt x="459105" y="312420"/>
                    <a:pt x="457200" y="312420"/>
                    <a:pt x="454342" y="314325"/>
                  </a:cubicBezTo>
                  <a:cubicBezTo>
                    <a:pt x="452437" y="315278"/>
                    <a:pt x="449580" y="316230"/>
                    <a:pt x="448627" y="317183"/>
                  </a:cubicBezTo>
                  <a:lnTo>
                    <a:pt x="444817" y="312420"/>
                  </a:lnTo>
                  <a:lnTo>
                    <a:pt x="494347" y="272415"/>
                  </a:lnTo>
                  <a:lnTo>
                    <a:pt x="495300" y="276225"/>
                  </a:lnTo>
                  <a:cubicBezTo>
                    <a:pt x="494347" y="277178"/>
                    <a:pt x="493395" y="279083"/>
                    <a:pt x="492442" y="280035"/>
                  </a:cubicBezTo>
                  <a:cubicBezTo>
                    <a:pt x="491490" y="280988"/>
                    <a:pt x="490537" y="282893"/>
                    <a:pt x="489585" y="283845"/>
                  </a:cubicBezTo>
                  <a:cubicBezTo>
                    <a:pt x="488632" y="285750"/>
                    <a:pt x="487680" y="287655"/>
                    <a:pt x="488632" y="289560"/>
                  </a:cubicBezTo>
                  <a:cubicBezTo>
                    <a:pt x="489585" y="291465"/>
                    <a:pt x="489585" y="293370"/>
                    <a:pt x="491490" y="294323"/>
                  </a:cubicBezTo>
                  <a:lnTo>
                    <a:pt x="500062" y="305753"/>
                  </a:lnTo>
                  <a:cubicBezTo>
                    <a:pt x="501967" y="307658"/>
                    <a:pt x="502920" y="309563"/>
                    <a:pt x="504825" y="311468"/>
                  </a:cubicBezTo>
                  <a:cubicBezTo>
                    <a:pt x="505777" y="312420"/>
                    <a:pt x="507682" y="314325"/>
                    <a:pt x="508635" y="316230"/>
                  </a:cubicBezTo>
                  <a:cubicBezTo>
                    <a:pt x="506730" y="322898"/>
                    <a:pt x="501967" y="330518"/>
                    <a:pt x="495300" y="340043"/>
                  </a:cubicBezTo>
                  <a:cubicBezTo>
                    <a:pt x="488632" y="349568"/>
                    <a:pt x="481012" y="357188"/>
                    <a:pt x="474345" y="362903"/>
                  </a:cubicBezTo>
                  <a:cubicBezTo>
                    <a:pt x="467677" y="368618"/>
                    <a:pt x="460057" y="372428"/>
                    <a:pt x="452437" y="375285"/>
                  </a:cubicBezTo>
                  <a:cubicBezTo>
                    <a:pt x="444817" y="378143"/>
                    <a:pt x="437197" y="379095"/>
                    <a:pt x="428625" y="378143"/>
                  </a:cubicBezTo>
                  <a:cubicBezTo>
                    <a:pt x="421005" y="377190"/>
                    <a:pt x="413385" y="375285"/>
                    <a:pt x="405765" y="371475"/>
                  </a:cubicBezTo>
                  <a:cubicBezTo>
                    <a:pt x="398145" y="367665"/>
                    <a:pt x="391477" y="361950"/>
                    <a:pt x="384810" y="353378"/>
                  </a:cubicBezTo>
                  <a:cubicBezTo>
                    <a:pt x="379095" y="345758"/>
                    <a:pt x="374332" y="338138"/>
                    <a:pt x="372427" y="329565"/>
                  </a:cubicBezTo>
                  <a:cubicBezTo>
                    <a:pt x="369570" y="320993"/>
                    <a:pt x="368617" y="313373"/>
                    <a:pt x="369570" y="304800"/>
                  </a:cubicBezTo>
                  <a:cubicBezTo>
                    <a:pt x="370522" y="296228"/>
                    <a:pt x="373380" y="288608"/>
                    <a:pt x="378142" y="280988"/>
                  </a:cubicBezTo>
                  <a:cubicBezTo>
                    <a:pt x="382905" y="273368"/>
                    <a:pt x="388620" y="266700"/>
                    <a:pt x="397192" y="260033"/>
                  </a:cubicBezTo>
                  <a:cubicBezTo>
                    <a:pt x="402907" y="255270"/>
                    <a:pt x="408622" y="252413"/>
                    <a:pt x="413385" y="249555"/>
                  </a:cubicBezTo>
                  <a:cubicBezTo>
                    <a:pt x="419100" y="246698"/>
                    <a:pt x="423862" y="245745"/>
                    <a:pt x="428625" y="244793"/>
                  </a:cubicBezTo>
                  <a:lnTo>
                    <a:pt x="429577" y="238125"/>
                  </a:lnTo>
                  <a:close/>
                  <a:moveTo>
                    <a:pt x="1258252" y="140970"/>
                  </a:moveTo>
                  <a:lnTo>
                    <a:pt x="1316355" y="172402"/>
                  </a:lnTo>
                  <a:lnTo>
                    <a:pt x="1313497" y="178117"/>
                  </a:lnTo>
                  <a:cubicBezTo>
                    <a:pt x="1307782" y="176212"/>
                    <a:pt x="1303020" y="174307"/>
                    <a:pt x="1301115" y="174307"/>
                  </a:cubicBezTo>
                  <a:cubicBezTo>
                    <a:pt x="1298257" y="174307"/>
                    <a:pt x="1297305" y="174307"/>
                    <a:pt x="1296352" y="175260"/>
                  </a:cubicBezTo>
                  <a:cubicBezTo>
                    <a:pt x="1296352" y="176212"/>
                    <a:pt x="1296352" y="176212"/>
                    <a:pt x="1295400" y="177165"/>
                  </a:cubicBezTo>
                  <a:cubicBezTo>
                    <a:pt x="1295400" y="178117"/>
                    <a:pt x="1295400" y="179070"/>
                    <a:pt x="1294447" y="180022"/>
                  </a:cubicBezTo>
                  <a:cubicBezTo>
                    <a:pt x="1293495" y="185737"/>
                    <a:pt x="1292542" y="194310"/>
                    <a:pt x="1291590" y="206692"/>
                  </a:cubicBezTo>
                  <a:cubicBezTo>
                    <a:pt x="1290637" y="219075"/>
                    <a:pt x="1288732" y="238125"/>
                    <a:pt x="1285875" y="263842"/>
                  </a:cubicBezTo>
                  <a:cubicBezTo>
                    <a:pt x="1298257" y="253365"/>
                    <a:pt x="1307782" y="245745"/>
                    <a:pt x="1316355" y="238125"/>
                  </a:cubicBezTo>
                  <a:cubicBezTo>
                    <a:pt x="1323975" y="231457"/>
                    <a:pt x="1331595" y="224790"/>
                    <a:pt x="1337310" y="220027"/>
                  </a:cubicBezTo>
                  <a:cubicBezTo>
                    <a:pt x="1340167" y="217170"/>
                    <a:pt x="1343025" y="215265"/>
                    <a:pt x="1344930" y="212407"/>
                  </a:cubicBezTo>
                  <a:cubicBezTo>
                    <a:pt x="1346835" y="210502"/>
                    <a:pt x="1348740" y="208597"/>
                    <a:pt x="1349692" y="206692"/>
                  </a:cubicBezTo>
                  <a:cubicBezTo>
                    <a:pt x="1350645" y="204787"/>
                    <a:pt x="1349692" y="202882"/>
                    <a:pt x="1347787" y="200977"/>
                  </a:cubicBezTo>
                  <a:cubicBezTo>
                    <a:pt x="1345882" y="199072"/>
                    <a:pt x="1342072" y="195262"/>
                    <a:pt x="1336357" y="191452"/>
                  </a:cubicBezTo>
                  <a:lnTo>
                    <a:pt x="1339215" y="185737"/>
                  </a:lnTo>
                  <a:lnTo>
                    <a:pt x="1383030" y="208597"/>
                  </a:lnTo>
                  <a:lnTo>
                    <a:pt x="1381125" y="214312"/>
                  </a:lnTo>
                  <a:cubicBezTo>
                    <a:pt x="1379220" y="213360"/>
                    <a:pt x="1377315" y="213360"/>
                    <a:pt x="1375410" y="212407"/>
                  </a:cubicBezTo>
                  <a:cubicBezTo>
                    <a:pt x="1373505" y="212407"/>
                    <a:pt x="1371600" y="211455"/>
                    <a:pt x="1369695" y="212407"/>
                  </a:cubicBezTo>
                  <a:cubicBezTo>
                    <a:pt x="1366837" y="212407"/>
                    <a:pt x="1364932" y="213360"/>
                    <a:pt x="1362075" y="213360"/>
                  </a:cubicBezTo>
                  <a:cubicBezTo>
                    <a:pt x="1360170" y="214312"/>
                    <a:pt x="1358265" y="215265"/>
                    <a:pt x="1355407" y="217170"/>
                  </a:cubicBezTo>
                  <a:cubicBezTo>
                    <a:pt x="1351597" y="220027"/>
                    <a:pt x="1346835" y="223837"/>
                    <a:pt x="1341120" y="228600"/>
                  </a:cubicBezTo>
                  <a:cubicBezTo>
                    <a:pt x="1334452" y="233362"/>
                    <a:pt x="1327785" y="239077"/>
                    <a:pt x="1319212" y="246697"/>
                  </a:cubicBezTo>
                  <a:cubicBezTo>
                    <a:pt x="1311592" y="252412"/>
                    <a:pt x="1303972" y="259080"/>
                    <a:pt x="1295400" y="266700"/>
                  </a:cubicBezTo>
                  <a:cubicBezTo>
                    <a:pt x="1286827" y="273367"/>
                    <a:pt x="1278255" y="280987"/>
                    <a:pt x="1270635" y="287655"/>
                  </a:cubicBezTo>
                  <a:lnTo>
                    <a:pt x="1255395" y="280035"/>
                  </a:lnTo>
                  <a:cubicBezTo>
                    <a:pt x="1257300" y="259080"/>
                    <a:pt x="1259205" y="237172"/>
                    <a:pt x="1262062" y="215265"/>
                  </a:cubicBezTo>
                  <a:cubicBezTo>
                    <a:pt x="1263967" y="193357"/>
                    <a:pt x="1265872" y="178117"/>
                    <a:pt x="1266825" y="169545"/>
                  </a:cubicBezTo>
                  <a:cubicBezTo>
                    <a:pt x="1266825" y="166687"/>
                    <a:pt x="1266825" y="163830"/>
                    <a:pt x="1266825" y="161925"/>
                  </a:cubicBezTo>
                  <a:cubicBezTo>
                    <a:pt x="1266825" y="160020"/>
                    <a:pt x="1265872" y="158115"/>
                    <a:pt x="1263967" y="155257"/>
                  </a:cubicBezTo>
                  <a:cubicBezTo>
                    <a:pt x="1263015" y="153352"/>
                    <a:pt x="1262062" y="152400"/>
                    <a:pt x="1260157" y="150495"/>
                  </a:cubicBezTo>
                  <a:cubicBezTo>
                    <a:pt x="1259205" y="149542"/>
                    <a:pt x="1257300" y="148590"/>
                    <a:pt x="1255395" y="146685"/>
                  </a:cubicBezTo>
                  <a:close/>
                  <a:moveTo>
                    <a:pt x="1105853" y="95250"/>
                  </a:moveTo>
                  <a:lnTo>
                    <a:pt x="1171575" y="112395"/>
                  </a:lnTo>
                  <a:lnTo>
                    <a:pt x="1169670" y="119062"/>
                  </a:lnTo>
                  <a:cubicBezTo>
                    <a:pt x="1167765" y="119062"/>
                    <a:pt x="1165860" y="118110"/>
                    <a:pt x="1163003" y="118110"/>
                  </a:cubicBezTo>
                  <a:cubicBezTo>
                    <a:pt x="1160145" y="118110"/>
                    <a:pt x="1158240" y="118110"/>
                    <a:pt x="1156335" y="118110"/>
                  </a:cubicBezTo>
                  <a:cubicBezTo>
                    <a:pt x="1154430" y="118110"/>
                    <a:pt x="1152525" y="119062"/>
                    <a:pt x="1151573" y="120015"/>
                  </a:cubicBezTo>
                  <a:cubicBezTo>
                    <a:pt x="1150620" y="120967"/>
                    <a:pt x="1149668" y="122872"/>
                    <a:pt x="1148715" y="124777"/>
                  </a:cubicBezTo>
                  <a:lnTo>
                    <a:pt x="1126808" y="208597"/>
                  </a:lnTo>
                  <a:cubicBezTo>
                    <a:pt x="1125855" y="210502"/>
                    <a:pt x="1125855" y="212407"/>
                    <a:pt x="1126808" y="214312"/>
                  </a:cubicBezTo>
                  <a:cubicBezTo>
                    <a:pt x="1126808" y="216217"/>
                    <a:pt x="1128713" y="217170"/>
                    <a:pt x="1130618" y="219075"/>
                  </a:cubicBezTo>
                  <a:cubicBezTo>
                    <a:pt x="1131570" y="220027"/>
                    <a:pt x="1133475" y="220980"/>
                    <a:pt x="1136333" y="221932"/>
                  </a:cubicBezTo>
                  <a:cubicBezTo>
                    <a:pt x="1139190" y="222885"/>
                    <a:pt x="1141095" y="223837"/>
                    <a:pt x="1143000" y="224790"/>
                  </a:cubicBezTo>
                  <a:lnTo>
                    <a:pt x="1141095" y="230505"/>
                  </a:lnTo>
                  <a:lnTo>
                    <a:pt x="1075373" y="213360"/>
                  </a:lnTo>
                  <a:lnTo>
                    <a:pt x="1077278" y="206692"/>
                  </a:lnTo>
                  <a:cubicBezTo>
                    <a:pt x="1079183" y="206692"/>
                    <a:pt x="1081088" y="207645"/>
                    <a:pt x="1083945" y="207645"/>
                  </a:cubicBezTo>
                  <a:cubicBezTo>
                    <a:pt x="1086803" y="208597"/>
                    <a:pt x="1088708" y="208597"/>
                    <a:pt x="1090613" y="208597"/>
                  </a:cubicBezTo>
                  <a:cubicBezTo>
                    <a:pt x="1092518" y="208597"/>
                    <a:pt x="1094423" y="207645"/>
                    <a:pt x="1095375" y="206692"/>
                  </a:cubicBezTo>
                  <a:cubicBezTo>
                    <a:pt x="1096328" y="205740"/>
                    <a:pt x="1097280" y="203835"/>
                    <a:pt x="1098233" y="201930"/>
                  </a:cubicBezTo>
                  <a:lnTo>
                    <a:pt x="1120140" y="118110"/>
                  </a:lnTo>
                  <a:cubicBezTo>
                    <a:pt x="1120140" y="116205"/>
                    <a:pt x="1121093" y="114300"/>
                    <a:pt x="1120140" y="112395"/>
                  </a:cubicBezTo>
                  <a:cubicBezTo>
                    <a:pt x="1120140" y="110490"/>
                    <a:pt x="1118235" y="109537"/>
                    <a:pt x="1116330" y="107632"/>
                  </a:cubicBezTo>
                  <a:cubicBezTo>
                    <a:pt x="1115378" y="106680"/>
                    <a:pt x="1113473" y="105727"/>
                    <a:pt x="1110615" y="104775"/>
                  </a:cubicBezTo>
                  <a:cubicBezTo>
                    <a:pt x="1107758" y="103822"/>
                    <a:pt x="1105853" y="102870"/>
                    <a:pt x="1103948" y="101917"/>
                  </a:cubicBezTo>
                  <a:close/>
                  <a:moveTo>
                    <a:pt x="777240" y="88583"/>
                  </a:moveTo>
                  <a:lnTo>
                    <a:pt x="779145" y="93345"/>
                  </a:lnTo>
                  <a:cubicBezTo>
                    <a:pt x="777240" y="94298"/>
                    <a:pt x="775335" y="95250"/>
                    <a:pt x="772477" y="96203"/>
                  </a:cubicBezTo>
                  <a:cubicBezTo>
                    <a:pt x="769620" y="97155"/>
                    <a:pt x="767715" y="99060"/>
                    <a:pt x="765810" y="100965"/>
                  </a:cubicBezTo>
                  <a:cubicBezTo>
                    <a:pt x="763905" y="102870"/>
                    <a:pt x="762952" y="105728"/>
                    <a:pt x="762952" y="109538"/>
                  </a:cubicBezTo>
                  <a:cubicBezTo>
                    <a:pt x="762952" y="113348"/>
                    <a:pt x="763905" y="119063"/>
                    <a:pt x="765810" y="125730"/>
                  </a:cubicBezTo>
                  <a:lnTo>
                    <a:pt x="777240" y="169545"/>
                  </a:lnTo>
                  <a:cubicBezTo>
                    <a:pt x="781050" y="182880"/>
                    <a:pt x="779145" y="194310"/>
                    <a:pt x="772477" y="203835"/>
                  </a:cubicBezTo>
                  <a:cubicBezTo>
                    <a:pt x="765810" y="214313"/>
                    <a:pt x="755332" y="220980"/>
                    <a:pt x="741045" y="224790"/>
                  </a:cubicBezTo>
                  <a:cubicBezTo>
                    <a:pt x="723900" y="229553"/>
                    <a:pt x="710565" y="228600"/>
                    <a:pt x="699135" y="223838"/>
                  </a:cubicBezTo>
                  <a:cubicBezTo>
                    <a:pt x="687705" y="219075"/>
                    <a:pt x="680085" y="209550"/>
                    <a:pt x="677227" y="196215"/>
                  </a:cubicBezTo>
                  <a:lnTo>
                    <a:pt x="661035" y="136208"/>
                  </a:lnTo>
                  <a:cubicBezTo>
                    <a:pt x="661035" y="134303"/>
                    <a:pt x="660082" y="132398"/>
                    <a:pt x="658177" y="131445"/>
                  </a:cubicBezTo>
                  <a:cubicBezTo>
                    <a:pt x="657225" y="130493"/>
                    <a:pt x="655320" y="129540"/>
                    <a:pt x="653415" y="128588"/>
                  </a:cubicBezTo>
                  <a:cubicBezTo>
                    <a:pt x="651510" y="128588"/>
                    <a:pt x="649605" y="128588"/>
                    <a:pt x="647700" y="128588"/>
                  </a:cubicBezTo>
                  <a:cubicBezTo>
                    <a:pt x="645795" y="128588"/>
                    <a:pt x="643890" y="128588"/>
                    <a:pt x="641985" y="129540"/>
                  </a:cubicBezTo>
                  <a:lnTo>
                    <a:pt x="640080" y="123825"/>
                  </a:lnTo>
                  <a:lnTo>
                    <a:pt x="701992" y="107633"/>
                  </a:lnTo>
                  <a:lnTo>
                    <a:pt x="703897" y="114300"/>
                  </a:lnTo>
                  <a:cubicBezTo>
                    <a:pt x="701992" y="115253"/>
                    <a:pt x="700087" y="115253"/>
                    <a:pt x="699135" y="116205"/>
                  </a:cubicBezTo>
                  <a:cubicBezTo>
                    <a:pt x="697230" y="117158"/>
                    <a:pt x="695325" y="118110"/>
                    <a:pt x="694372" y="119063"/>
                  </a:cubicBezTo>
                  <a:cubicBezTo>
                    <a:pt x="692467" y="120015"/>
                    <a:pt x="691515" y="121920"/>
                    <a:pt x="690562" y="123825"/>
                  </a:cubicBezTo>
                  <a:cubicBezTo>
                    <a:pt x="690562" y="125730"/>
                    <a:pt x="690562" y="127635"/>
                    <a:pt x="690562" y="129540"/>
                  </a:cubicBezTo>
                  <a:lnTo>
                    <a:pt x="706755" y="188595"/>
                  </a:lnTo>
                  <a:cubicBezTo>
                    <a:pt x="709612" y="200025"/>
                    <a:pt x="714375" y="208598"/>
                    <a:pt x="721042" y="212408"/>
                  </a:cubicBezTo>
                  <a:cubicBezTo>
                    <a:pt x="727710" y="216218"/>
                    <a:pt x="736282" y="217170"/>
                    <a:pt x="745807" y="214313"/>
                  </a:cubicBezTo>
                  <a:cubicBezTo>
                    <a:pt x="755332" y="211455"/>
                    <a:pt x="762000" y="206693"/>
                    <a:pt x="765810" y="199073"/>
                  </a:cubicBezTo>
                  <a:cubicBezTo>
                    <a:pt x="769620" y="191453"/>
                    <a:pt x="770572" y="181928"/>
                    <a:pt x="766762" y="171450"/>
                  </a:cubicBezTo>
                  <a:lnTo>
                    <a:pt x="756285" y="131445"/>
                  </a:lnTo>
                  <a:cubicBezTo>
                    <a:pt x="754380" y="124778"/>
                    <a:pt x="752475" y="119063"/>
                    <a:pt x="750570" y="116205"/>
                  </a:cubicBezTo>
                  <a:cubicBezTo>
                    <a:pt x="748665" y="113348"/>
                    <a:pt x="746760" y="110490"/>
                    <a:pt x="743902" y="109538"/>
                  </a:cubicBezTo>
                  <a:cubicBezTo>
                    <a:pt x="741997" y="108585"/>
                    <a:pt x="739140" y="108585"/>
                    <a:pt x="735330" y="108585"/>
                  </a:cubicBezTo>
                  <a:cubicBezTo>
                    <a:pt x="731520" y="108585"/>
                    <a:pt x="728662" y="108585"/>
                    <a:pt x="727710" y="108585"/>
                  </a:cubicBezTo>
                  <a:lnTo>
                    <a:pt x="725805" y="101918"/>
                  </a:lnTo>
                  <a:close/>
                  <a:moveTo>
                    <a:pt x="867728" y="76200"/>
                  </a:moveTo>
                  <a:lnTo>
                    <a:pt x="913448" y="77152"/>
                  </a:lnTo>
                  <a:lnTo>
                    <a:pt x="979170" y="160972"/>
                  </a:lnTo>
                  <a:lnTo>
                    <a:pt x="980123" y="114300"/>
                  </a:lnTo>
                  <a:cubicBezTo>
                    <a:pt x="980123" y="106680"/>
                    <a:pt x="980123" y="101917"/>
                    <a:pt x="979170" y="98107"/>
                  </a:cubicBezTo>
                  <a:cubicBezTo>
                    <a:pt x="978218" y="94297"/>
                    <a:pt x="976313" y="91440"/>
                    <a:pt x="974408" y="90487"/>
                  </a:cubicBezTo>
                  <a:cubicBezTo>
                    <a:pt x="972503" y="89535"/>
                    <a:pt x="970598" y="87630"/>
                    <a:pt x="966788" y="86677"/>
                  </a:cubicBezTo>
                  <a:cubicBezTo>
                    <a:pt x="963930" y="85725"/>
                    <a:pt x="961073" y="84772"/>
                    <a:pt x="959168" y="84772"/>
                  </a:cubicBezTo>
                  <a:lnTo>
                    <a:pt x="959168" y="78105"/>
                  </a:lnTo>
                  <a:lnTo>
                    <a:pt x="1011555" y="79057"/>
                  </a:lnTo>
                  <a:lnTo>
                    <a:pt x="1009650" y="84772"/>
                  </a:lnTo>
                  <a:cubicBezTo>
                    <a:pt x="1007745" y="84772"/>
                    <a:pt x="1005840" y="84772"/>
                    <a:pt x="1002983" y="85725"/>
                  </a:cubicBezTo>
                  <a:cubicBezTo>
                    <a:pt x="1000125" y="85725"/>
                    <a:pt x="997268" y="87630"/>
                    <a:pt x="995363" y="88582"/>
                  </a:cubicBezTo>
                  <a:cubicBezTo>
                    <a:pt x="993458" y="90487"/>
                    <a:pt x="991553" y="92392"/>
                    <a:pt x="990600" y="96202"/>
                  </a:cubicBezTo>
                  <a:cubicBezTo>
                    <a:pt x="989648" y="100012"/>
                    <a:pt x="988695" y="105727"/>
                    <a:pt x="988695" y="112395"/>
                  </a:cubicBezTo>
                  <a:lnTo>
                    <a:pt x="987743" y="200025"/>
                  </a:lnTo>
                  <a:lnTo>
                    <a:pt x="972503" y="200025"/>
                  </a:lnTo>
                  <a:lnTo>
                    <a:pt x="898208" y="104775"/>
                  </a:lnTo>
                  <a:lnTo>
                    <a:pt x="897255" y="161925"/>
                  </a:lnTo>
                  <a:cubicBezTo>
                    <a:pt x="897255" y="168592"/>
                    <a:pt x="897255" y="174307"/>
                    <a:pt x="898208" y="178117"/>
                  </a:cubicBezTo>
                  <a:cubicBezTo>
                    <a:pt x="899160" y="181927"/>
                    <a:pt x="901065" y="184785"/>
                    <a:pt x="902970" y="186690"/>
                  </a:cubicBezTo>
                  <a:cubicBezTo>
                    <a:pt x="904875" y="187642"/>
                    <a:pt x="906780" y="189547"/>
                    <a:pt x="910590" y="190500"/>
                  </a:cubicBezTo>
                  <a:cubicBezTo>
                    <a:pt x="913448" y="191452"/>
                    <a:pt x="916305" y="192405"/>
                    <a:pt x="918210" y="192405"/>
                  </a:cubicBezTo>
                  <a:lnTo>
                    <a:pt x="918210" y="199072"/>
                  </a:lnTo>
                  <a:lnTo>
                    <a:pt x="865823" y="198120"/>
                  </a:lnTo>
                  <a:lnTo>
                    <a:pt x="865823" y="191452"/>
                  </a:lnTo>
                  <a:cubicBezTo>
                    <a:pt x="867728" y="191452"/>
                    <a:pt x="870585" y="190500"/>
                    <a:pt x="873443" y="190500"/>
                  </a:cubicBezTo>
                  <a:cubicBezTo>
                    <a:pt x="876300" y="189547"/>
                    <a:pt x="879158" y="188595"/>
                    <a:pt x="881063" y="187642"/>
                  </a:cubicBezTo>
                  <a:cubicBezTo>
                    <a:pt x="882968" y="185737"/>
                    <a:pt x="884873" y="183832"/>
                    <a:pt x="885825" y="180022"/>
                  </a:cubicBezTo>
                  <a:cubicBezTo>
                    <a:pt x="886778" y="177165"/>
                    <a:pt x="886778" y="171450"/>
                    <a:pt x="886778" y="162877"/>
                  </a:cubicBezTo>
                  <a:lnTo>
                    <a:pt x="887730" y="104775"/>
                  </a:lnTo>
                  <a:cubicBezTo>
                    <a:pt x="887730" y="101917"/>
                    <a:pt x="887730" y="99060"/>
                    <a:pt x="886778" y="96202"/>
                  </a:cubicBezTo>
                  <a:cubicBezTo>
                    <a:pt x="885825" y="93345"/>
                    <a:pt x="884873" y="91440"/>
                    <a:pt x="882968" y="89535"/>
                  </a:cubicBezTo>
                  <a:cubicBezTo>
                    <a:pt x="881063" y="87630"/>
                    <a:pt x="879158" y="85725"/>
                    <a:pt x="876300" y="84772"/>
                  </a:cubicBezTo>
                  <a:cubicBezTo>
                    <a:pt x="873443" y="83820"/>
                    <a:pt x="870585" y="82867"/>
                    <a:pt x="867728" y="81915"/>
                  </a:cubicBezTo>
                  <a:close/>
                  <a:moveTo>
                    <a:pt x="925830" y="29527"/>
                  </a:moveTo>
                  <a:cubicBezTo>
                    <a:pt x="804862" y="29527"/>
                    <a:pt x="687705" y="53340"/>
                    <a:pt x="577215" y="100012"/>
                  </a:cubicBezTo>
                  <a:cubicBezTo>
                    <a:pt x="470535" y="145732"/>
                    <a:pt x="374332" y="210502"/>
                    <a:pt x="292417" y="292417"/>
                  </a:cubicBezTo>
                  <a:cubicBezTo>
                    <a:pt x="210502" y="375285"/>
                    <a:pt x="145732" y="470535"/>
                    <a:pt x="100965" y="577215"/>
                  </a:cubicBezTo>
                  <a:cubicBezTo>
                    <a:pt x="54292" y="687705"/>
                    <a:pt x="30480" y="804862"/>
                    <a:pt x="30480" y="925830"/>
                  </a:cubicBezTo>
                  <a:cubicBezTo>
                    <a:pt x="30480" y="1046797"/>
                    <a:pt x="54292" y="1163955"/>
                    <a:pt x="100965" y="1274445"/>
                  </a:cubicBezTo>
                  <a:cubicBezTo>
                    <a:pt x="145732" y="1381125"/>
                    <a:pt x="210502" y="1477327"/>
                    <a:pt x="292417" y="1559242"/>
                  </a:cubicBezTo>
                  <a:cubicBezTo>
                    <a:pt x="375285" y="1641157"/>
                    <a:pt x="470535" y="1705927"/>
                    <a:pt x="577215" y="1750695"/>
                  </a:cubicBezTo>
                  <a:cubicBezTo>
                    <a:pt x="687705" y="1797367"/>
                    <a:pt x="804862" y="1821180"/>
                    <a:pt x="925830" y="1821180"/>
                  </a:cubicBezTo>
                  <a:cubicBezTo>
                    <a:pt x="1046797" y="1821180"/>
                    <a:pt x="1163955" y="1797367"/>
                    <a:pt x="1274445" y="1750695"/>
                  </a:cubicBezTo>
                  <a:cubicBezTo>
                    <a:pt x="1381125" y="1705927"/>
                    <a:pt x="1477327" y="1641157"/>
                    <a:pt x="1559242" y="1559242"/>
                  </a:cubicBezTo>
                  <a:cubicBezTo>
                    <a:pt x="1641157" y="1476375"/>
                    <a:pt x="1705927" y="1381125"/>
                    <a:pt x="1750695" y="1274445"/>
                  </a:cubicBezTo>
                  <a:cubicBezTo>
                    <a:pt x="1797367" y="1163955"/>
                    <a:pt x="1821180" y="1046797"/>
                    <a:pt x="1821180" y="925830"/>
                  </a:cubicBezTo>
                  <a:cubicBezTo>
                    <a:pt x="1821180" y="804862"/>
                    <a:pt x="1797367" y="687705"/>
                    <a:pt x="1750695" y="577215"/>
                  </a:cubicBezTo>
                  <a:cubicBezTo>
                    <a:pt x="1705927" y="470535"/>
                    <a:pt x="1641157" y="374332"/>
                    <a:pt x="1559242" y="292417"/>
                  </a:cubicBezTo>
                  <a:cubicBezTo>
                    <a:pt x="1476375" y="209550"/>
                    <a:pt x="1381125" y="144780"/>
                    <a:pt x="1274445" y="100012"/>
                  </a:cubicBezTo>
                  <a:cubicBezTo>
                    <a:pt x="1163955" y="53340"/>
                    <a:pt x="1046797" y="29527"/>
                    <a:pt x="925830" y="29527"/>
                  </a:cubicBezTo>
                  <a:close/>
                  <a:moveTo>
                    <a:pt x="925830" y="0"/>
                  </a:moveTo>
                  <a:cubicBezTo>
                    <a:pt x="1050607" y="0"/>
                    <a:pt x="1171575" y="24765"/>
                    <a:pt x="1285875" y="72390"/>
                  </a:cubicBezTo>
                  <a:cubicBezTo>
                    <a:pt x="1396365" y="119062"/>
                    <a:pt x="1495425" y="185737"/>
                    <a:pt x="1579245" y="271462"/>
                  </a:cubicBezTo>
                  <a:cubicBezTo>
                    <a:pt x="1664017" y="356235"/>
                    <a:pt x="1730692" y="455295"/>
                    <a:pt x="1777365" y="565785"/>
                  </a:cubicBezTo>
                  <a:cubicBezTo>
                    <a:pt x="1824990" y="680085"/>
                    <a:pt x="1849755" y="801052"/>
                    <a:pt x="1849755" y="925830"/>
                  </a:cubicBezTo>
                  <a:cubicBezTo>
                    <a:pt x="1849755" y="1050607"/>
                    <a:pt x="1825942" y="1171575"/>
                    <a:pt x="1777365" y="1285875"/>
                  </a:cubicBezTo>
                  <a:cubicBezTo>
                    <a:pt x="1730692" y="1396365"/>
                    <a:pt x="1664017" y="1495425"/>
                    <a:pt x="1579245" y="1580197"/>
                  </a:cubicBezTo>
                  <a:cubicBezTo>
                    <a:pt x="1494472" y="1664970"/>
                    <a:pt x="1395412" y="1731645"/>
                    <a:pt x="1284922" y="1778317"/>
                  </a:cubicBezTo>
                  <a:cubicBezTo>
                    <a:pt x="1171575" y="1825942"/>
                    <a:pt x="1049655" y="1850707"/>
                    <a:pt x="924877" y="1850707"/>
                  </a:cubicBezTo>
                  <a:cubicBezTo>
                    <a:pt x="800100" y="1850707"/>
                    <a:pt x="679132" y="1826895"/>
                    <a:pt x="564832" y="1778317"/>
                  </a:cubicBezTo>
                  <a:cubicBezTo>
                    <a:pt x="454342" y="1731645"/>
                    <a:pt x="355282" y="1664970"/>
                    <a:pt x="270510" y="1580197"/>
                  </a:cubicBezTo>
                  <a:cubicBezTo>
                    <a:pt x="185737" y="1495425"/>
                    <a:pt x="119062" y="1396365"/>
                    <a:pt x="72390" y="1285875"/>
                  </a:cubicBezTo>
                  <a:cubicBezTo>
                    <a:pt x="24765" y="1171575"/>
                    <a:pt x="0" y="1050607"/>
                    <a:pt x="0" y="925830"/>
                  </a:cubicBezTo>
                  <a:cubicBezTo>
                    <a:pt x="0" y="801052"/>
                    <a:pt x="24765" y="679132"/>
                    <a:pt x="73342" y="564832"/>
                  </a:cubicBezTo>
                  <a:cubicBezTo>
                    <a:pt x="120015" y="454342"/>
                    <a:pt x="186690" y="355282"/>
                    <a:pt x="271462" y="270510"/>
                  </a:cubicBezTo>
                  <a:cubicBezTo>
                    <a:pt x="356235" y="185737"/>
                    <a:pt x="455295" y="119062"/>
                    <a:pt x="565785" y="72390"/>
                  </a:cubicBezTo>
                  <a:cubicBezTo>
                    <a:pt x="679132" y="24765"/>
                    <a:pt x="801052" y="0"/>
                    <a:pt x="9258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" name="íś1íḑè"/>
            <p:cNvSpPr/>
            <p:nvPr/>
          </p:nvSpPr>
          <p:spPr>
            <a:xfrm>
              <a:off x="5033962" y="3989069"/>
              <a:ext cx="4351972" cy="310515"/>
            </a:xfrm>
            <a:custGeom>
              <a:avLst/>
              <a:gdLst>
                <a:gd name="connsiteX0" fmla="*/ 3189922 w 4351972"/>
                <a:gd name="connsiteY0" fmla="*/ 24765 h 310515"/>
                <a:gd name="connsiteX1" fmla="*/ 3189922 w 4351972"/>
                <a:gd name="connsiteY1" fmla="*/ 151448 h 310515"/>
                <a:gd name="connsiteX2" fmla="*/ 3217545 w 4351972"/>
                <a:gd name="connsiteY2" fmla="*/ 151448 h 310515"/>
                <a:gd name="connsiteX3" fmla="*/ 3266122 w 4351972"/>
                <a:gd name="connsiteY3" fmla="*/ 133350 h 310515"/>
                <a:gd name="connsiteX4" fmla="*/ 3284220 w 4351972"/>
                <a:gd name="connsiteY4" fmla="*/ 82868 h 310515"/>
                <a:gd name="connsiteX5" fmla="*/ 3268980 w 4351972"/>
                <a:gd name="connsiteY5" fmla="*/ 40005 h 310515"/>
                <a:gd name="connsiteX6" fmla="*/ 3225164 w 4351972"/>
                <a:gd name="connsiteY6" fmla="*/ 24765 h 310515"/>
                <a:gd name="connsiteX7" fmla="*/ 83820 w 4351972"/>
                <a:gd name="connsiteY7" fmla="*/ 24765 h 310515"/>
                <a:gd name="connsiteX8" fmla="*/ 83820 w 4351972"/>
                <a:gd name="connsiteY8" fmla="*/ 155258 h 310515"/>
                <a:gd name="connsiteX9" fmla="*/ 104775 w 4351972"/>
                <a:gd name="connsiteY9" fmla="*/ 155258 h 310515"/>
                <a:gd name="connsiteX10" fmla="*/ 140970 w 4351972"/>
                <a:gd name="connsiteY10" fmla="*/ 148590 h 310515"/>
                <a:gd name="connsiteX11" fmla="*/ 162877 w 4351972"/>
                <a:gd name="connsiteY11" fmla="*/ 130493 h 310515"/>
                <a:gd name="connsiteX12" fmla="*/ 172402 w 4351972"/>
                <a:gd name="connsiteY12" fmla="*/ 109538 h 310515"/>
                <a:gd name="connsiteX13" fmla="*/ 174307 w 4351972"/>
                <a:gd name="connsiteY13" fmla="*/ 90488 h 310515"/>
                <a:gd name="connsiteX14" fmla="*/ 171450 w 4351972"/>
                <a:gd name="connsiteY14" fmla="*/ 66675 h 310515"/>
                <a:gd name="connsiteX15" fmla="*/ 161925 w 4351972"/>
                <a:gd name="connsiteY15" fmla="*/ 45720 h 310515"/>
                <a:gd name="connsiteX16" fmla="*/ 142875 w 4351972"/>
                <a:gd name="connsiteY16" fmla="*/ 30480 h 310515"/>
                <a:gd name="connsiteX17" fmla="*/ 113347 w 4351972"/>
                <a:gd name="connsiteY17" fmla="*/ 24765 h 310515"/>
                <a:gd name="connsiteX18" fmla="*/ 4067175 w 4351972"/>
                <a:gd name="connsiteY18" fmla="*/ 7620 h 310515"/>
                <a:gd name="connsiteX19" fmla="*/ 4192905 w 4351972"/>
                <a:gd name="connsiteY19" fmla="*/ 7620 h 310515"/>
                <a:gd name="connsiteX20" fmla="*/ 4192905 w 4351972"/>
                <a:gd name="connsiteY20" fmla="*/ 22860 h 310515"/>
                <a:gd name="connsiteX21" fmla="*/ 4163377 w 4351972"/>
                <a:gd name="connsiteY21" fmla="*/ 25717 h 310515"/>
                <a:gd name="connsiteX22" fmla="*/ 4154805 w 4351972"/>
                <a:gd name="connsiteY22" fmla="*/ 32385 h 310515"/>
                <a:gd name="connsiteX23" fmla="*/ 4155757 w 4351972"/>
                <a:gd name="connsiteY23" fmla="*/ 37147 h 310515"/>
                <a:gd name="connsiteX24" fmla="*/ 4159567 w 4351972"/>
                <a:gd name="connsiteY24" fmla="*/ 44767 h 310515"/>
                <a:gd name="connsiteX25" fmla="*/ 4166235 w 4351972"/>
                <a:gd name="connsiteY25" fmla="*/ 57150 h 310515"/>
                <a:gd name="connsiteX26" fmla="*/ 4172902 w 4351972"/>
                <a:gd name="connsiteY26" fmla="*/ 70485 h 310515"/>
                <a:gd name="connsiteX27" fmla="*/ 4192905 w 4351972"/>
                <a:gd name="connsiteY27" fmla="*/ 107632 h 310515"/>
                <a:gd name="connsiteX28" fmla="*/ 4219575 w 4351972"/>
                <a:gd name="connsiteY28" fmla="*/ 155257 h 310515"/>
                <a:gd name="connsiteX29" fmla="*/ 4270057 w 4351972"/>
                <a:gd name="connsiteY29" fmla="*/ 73342 h 310515"/>
                <a:gd name="connsiteX30" fmla="*/ 4287202 w 4351972"/>
                <a:gd name="connsiteY30" fmla="*/ 38100 h 310515"/>
                <a:gd name="connsiteX31" fmla="*/ 4283392 w 4351972"/>
                <a:gd name="connsiteY31" fmla="*/ 30480 h 310515"/>
                <a:gd name="connsiteX32" fmla="*/ 4273867 w 4351972"/>
                <a:gd name="connsiteY32" fmla="*/ 25717 h 310515"/>
                <a:gd name="connsiteX33" fmla="*/ 4260532 w 4351972"/>
                <a:gd name="connsiteY33" fmla="*/ 23812 h 310515"/>
                <a:gd name="connsiteX34" fmla="*/ 4247197 w 4351972"/>
                <a:gd name="connsiteY34" fmla="*/ 22860 h 310515"/>
                <a:gd name="connsiteX35" fmla="*/ 4247197 w 4351972"/>
                <a:gd name="connsiteY35" fmla="*/ 7620 h 310515"/>
                <a:gd name="connsiteX36" fmla="*/ 4350067 w 4351972"/>
                <a:gd name="connsiteY36" fmla="*/ 7620 h 310515"/>
                <a:gd name="connsiteX37" fmla="*/ 4350067 w 4351972"/>
                <a:gd name="connsiteY37" fmla="*/ 22860 h 310515"/>
                <a:gd name="connsiteX38" fmla="*/ 4351972 w 4351972"/>
                <a:gd name="connsiteY38" fmla="*/ 22860 h 310515"/>
                <a:gd name="connsiteX39" fmla="*/ 4340542 w 4351972"/>
                <a:gd name="connsiteY39" fmla="*/ 25717 h 310515"/>
                <a:gd name="connsiteX40" fmla="*/ 4329112 w 4351972"/>
                <a:gd name="connsiteY40" fmla="*/ 30480 h 310515"/>
                <a:gd name="connsiteX41" fmla="*/ 4317682 w 4351972"/>
                <a:gd name="connsiteY41" fmla="*/ 38100 h 310515"/>
                <a:gd name="connsiteX42" fmla="*/ 4306252 w 4351972"/>
                <a:gd name="connsiteY42" fmla="*/ 52387 h 310515"/>
                <a:gd name="connsiteX43" fmla="*/ 4276725 w 4351972"/>
                <a:gd name="connsiteY43" fmla="*/ 99060 h 310515"/>
                <a:gd name="connsiteX44" fmla="*/ 4242435 w 4351972"/>
                <a:gd name="connsiteY44" fmla="*/ 159067 h 310515"/>
                <a:gd name="connsiteX45" fmla="*/ 4231957 w 4351972"/>
                <a:gd name="connsiteY45" fmla="*/ 180022 h 310515"/>
                <a:gd name="connsiteX46" fmla="*/ 4229100 w 4351972"/>
                <a:gd name="connsiteY46" fmla="*/ 203835 h 310515"/>
                <a:gd name="connsiteX47" fmla="*/ 4229100 w 4351972"/>
                <a:gd name="connsiteY47" fmla="*/ 260032 h 310515"/>
                <a:gd name="connsiteX48" fmla="*/ 4231957 w 4351972"/>
                <a:gd name="connsiteY48" fmla="*/ 273367 h 310515"/>
                <a:gd name="connsiteX49" fmla="*/ 4242435 w 4351972"/>
                <a:gd name="connsiteY49" fmla="*/ 281940 h 310515"/>
                <a:gd name="connsiteX50" fmla="*/ 4257675 w 4351972"/>
                <a:gd name="connsiteY50" fmla="*/ 285750 h 310515"/>
                <a:gd name="connsiteX51" fmla="*/ 4275772 w 4351972"/>
                <a:gd name="connsiteY51" fmla="*/ 288607 h 310515"/>
                <a:gd name="connsiteX52" fmla="*/ 4275772 w 4351972"/>
                <a:gd name="connsiteY52" fmla="*/ 303847 h 310515"/>
                <a:gd name="connsiteX53" fmla="*/ 4137660 w 4351972"/>
                <a:gd name="connsiteY53" fmla="*/ 303847 h 310515"/>
                <a:gd name="connsiteX54" fmla="*/ 4137660 w 4351972"/>
                <a:gd name="connsiteY54" fmla="*/ 288607 h 310515"/>
                <a:gd name="connsiteX55" fmla="*/ 4154805 w 4351972"/>
                <a:gd name="connsiteY55" fmla="*/ 286702 h 310515"/>
                <a:gd name="connsiteX56" fmla="*/ 4170997 w 4351972"/>
                <a:gd name="connsiteY56" fmla="*/ 283845 h 310515"/>
                <a:gd name="connsiteX57" fmla="*/ 4181475 w 4351972"/>
                <a:gd name="connsiteY57" fmla="*/ 275272 h 310515"/>
                <a:gd name="connsiteX58" fmla="*/ 4184332 w 4351972"/>
                <a:gd name="connsiteY58" fmla="*/ 261937 h 310515"/>
                <a:gd name="connsiteX59" fmla="*/ 4184332 w 4351972"/>
                <a:gd name="connsiteY59" fmla="*/ 190500 h 310515"/>
                <a:gd name="connsiteX60" fmla="*/ 4180522 w 4351972"/>
                <a:gd name="connsiteY60" fmla="*/ 178117 h 310515"/>
                <a:gd name="connsiteX61" fmla="*/ 4170997 w 4351972"/>
                <a:gd name="connsiteY61" fmla="*/ 158115 h 310515"/>
                <a:gd name="connsiteX62" fmla="*/ 4143375 w 4351972"/>
                <a:gd name="connsiteY62" fmla="*/ 105727 h 310515"/>
                <a:gd name="connsiteX63" fmla="*/ 4116705 w 4351972"/>
                <a:gd name="connsiteY63" fmla="*/ 58102 h 310515"/>
                <a:gd name="connsiteX64" fmla="*/ 4104322 w 4351972"/>
                <a:gd name="connsiteY64" fmla="*/ 40005 h 310515"/>
                <a:gd name="connsiteX65" fmla="*/ 4091940 w 4351972"/>
                <a:gd name="connsiteY65" fmla="*/ 29527 h 310515"/>
                <a:gd name="connsiteX66" fmla="*/ 4079557 w 4351972"/>
                <a:gd name="connsiteY66" fmla="*/ 24765 h 310515"/>
                <a:gd name="connsiteX67" fmla="*/ 4067175 w 4351972"/>
                <a:gd name="connsiteY67" fmla="*/ 22860 h 310515"/>
                <a:gd name="connsiteX68" fmla="*/ 3791903 w 4351972"/>
                <a:gd name="connsiteY68" fmla="*/ 7620 h 310515"/>
                <a:gd name="connsiteX69" fmla="*/ 4050031 w 4351972"/>
                <a:gd name="connsiteY69" fmla="*/ 7620 h 310515"/>
                <a:gd name="connsiteX70" fmla="*/ 4050031 w 4351972"/>
                <a:gd name="connsiteY70" fmla="*/ 87630 h 310515"/>
                <a:gd name="connsiteX71" fmla="*/ 4035743 w 4351972"/>
                <a:gd name="connsiteY71" fmla="*/ 87630 h 310515"/>
                <a:gd name="connsiteX72" fmla="*/ 4029075 w 4351972"/>
                <a:gd name="connsiteY72" fmla="*/ 69532 h 310515"/>
                <a:gd name="connsiteX73" fmla="*/ 4017645 w 4351972"/>
                <a:gd name="connsiteY73" fmla="*/ 50482 h 310515"/>
                <a:gd name="connsiteX74" fmla="*/ 4004311 w 4351972"/>
                <a:gd name="connsiteY74" fmla="*/ 33337 h 310515"/>
                <a:gd name="connsiteX75" fmla="*/ 3990023 w 4351972"/>
                <a:gd name="connsiteY75" fmla="*/ 24765 h 310515"/>
                <a:gd name="connsiteX76" fmla="*/ 3973831 w 4351972"/>
                <a:gd name="connsiteY76" fmla="*/ 23812 h 310515"/>
                <a:gd name="connsiteX77" fmla="*/ 3955733 w 4351972"/>
                <a:gd name="connsiteY77" fmla="*/ 23812 h 310515"/>
                <a:gd name="connsiteX78" fmla="*/ 3943350 w 4351972"/>
                <a:gd name="connsiteY78" fmla="*/ 23812 h 310515"/>
                <a:gd name="connsiteX79" fmla="*/ 3943350 w 4351972"/>
                <a:gd name="connsiteY79" fmla="*/ 260032 h 310515"/>
                <a:gd name="connsiteX80" fmla="*/ 3946208 w 4351972"/>
                <a:gd name="connsiteY80" fmla="*/ 272415 h 310515"/>
                <a:gd name="connsiteX81" fmla="*/ 3956686 w 4351972"/>
                <a:gd name="connsiteY81" fmla="*/ 280987 h 310515"/>
                <a:gd name="connsiteX82" fmla="*/ 3971925 w 4351972"/>
                <a:gd name="connsiteY82" fmla="*/ 284797 h 310515"/>
                <a:gd name="connsiteX83" fmla="*/ 3990975 w 4351972"/>
                <a:gd name="connsiteY83" fmla="*/ 287655 h 310515"/>
                <a:gd name="connsiteX84" fmla="*/ 3990975 w 4351972"/>
                <a:gd name="connsiteY84" fmla="*/ 302895 h 310515"/>
                <a:gd name="connsiteX85" fmla="*/ 3851911 w 4351972"/>
                <a:gd name="connsiteY85" fmla="*/ 302895 h 310515"/>
                <a:gd name="connsiteX86" fmla="*/ 3851911 w 4351972"/>
                <a:gd name="connsiteY86" fmla="*/ 287655 h 310515"/>
                <a:gd name="connsiteX87" fmla="*/ 3870008 w 4351972"/>
                <a:gd name="connsiteY87" fmla="*/ 285750 h 310515"/>
                <a:gd name="connsiteX88" fmla="*/ 3886200 w 4351972"/>
                <a:gd name="connsiteY88" fmla="*/ 282892 h 310515"/>
                <a:gd name="connsiteX89" fmla="*/ 3896678 w 4351972"/>
                <a:gd name="connsiteY89" fmla="*/ 275272 h 310515"/>
                <a:gd name="connsiteX90" fmla="*/ 3899536 w 4351972"/>
                <a:gd name="connsiteY90" fmla="*/ 261937 h 310515"/>
                <a:gd name="connsiteX91" fmla="*/ 3899536 w 4351972"/>
                <a:gd name="connsiteY91" fmla="*/ 23812 h 310515"/>
                <a:gd name="connsiteX92" fmla="*/ 3887153 w 4351972"/>
                <a:gd name="connsiteY92" fmla="*/ 23812 h 310515"/>
                <a:gd name="connsiteX93" fmla="*/ 3870961 w 4351972"/>
                <a:gd name="connsiteY93" fmla="*/ 23812 h 310515"/>
                <a:gd name="connsiteX94" fmla="*/ 3852863 w 4351972"/>
                <a:gd name="connsiteY94" fmla="*/ 24765 h 310515"/>
                <a:gd name="connsiteX95" fmla="*/ 3838575 w 4351972"/>
                <a:gd name="connsiteY95" fmla="*/ 33337 h 310515"/>
                <a:gd name="connsiteX96" fmla="*/ 3825240 w 4351972"/>
                <a:gd name="connsiteY96" fmla="*/ 50482 h 310515"/>
                <a:gd name="connsiteX97" fmla="*/ 3813811 w 4351972"/>
                <a:gd name="connsiteY97" fmla="*/ 70485 h 310515"/>
                <a:gd name="connsiteX98" fmla="*/ 3807143 w 4351972"/>
                <a:gd name="connsiteY98" fmla="*/ 87630 h 310515"/>
                <a:gd name="connsiteX99" fmla="*/ 3791903 w 4351972"/>
                <a:gd name="connsiteY99" fmla="*/ 87630 h 310515"/>
                <a:gd name="connsiteX100" fmla="*/ 3107055 w 4351972"/>
                <a:gd name="connsiteY100" fmla="*/ 6668 h 310515"/>
                <a:gd name="connsiteX101" fmla="*/ 3243262 w 4351972"/>
                <a:gd name="connsiteY101" fmla="*/ 6668 h 310515"/>
                <a:gd name="connsiteX102" fmla="*/ 3278505 w 4351972"/>
                <a:gd name="connsiteY102" fmla="*/ 10478 h 310515"/>
                <a:gd name="connsiteX103" fmla="*/ 3308032 w 4351972"/>
                <a:gd name="connsiteY103" fmla="*/ 22860 h 310515"/>
                <a:gd name="connsiteX104" fmla="*/ 3328987 w 4351972"/>
                <a:gd name="connsiteY104" fmla="*/ 44768 h 310515"/>
                <a:gd name="connsiteX105" fmla="*/ 3336607 w 4351972"/>
                <a:gd name="connsiteY105" fmla="*/ 77153 h 310515"/>
                <a:gd name="connsiteX106" fmla="*/ 3330892 w 4351972"/>
                <a:gd name="connsiteY106" fmla="*/ 107633 h 310515"/>
                <a:gd name="connsiteX107" fmla="*/ 3315652 w 4351972"/>
                <a:gd name="connsiteY107" fmla="*/ 130493 h 310515"/>
                <a:gd name="connsiteX108" fmla="*/ 3292792 w 4351972"/>
                <a:gd name="connsiteY108" fmla="*/ 145733 h 310515"/>
                <a:gd name="connsiteX109" fmla="*/ 3263264 w 4351972"/>
                <a:gd name="connsiteY109" fmla="*/ 157163 h 310515"/>
                <a:gd name="connsiteX110" fmla="*/ 3299460 w 4351972"/>
                <a:gd name="connsiteY110" fmla="*/ 205740 h 310515"/>
                <a:gd name="connsiteX111" fmla="*/ 3334702 w 4351972"/>
                <a:gd name="connsiteY111" fmla="*/ 253365 h 310515"/>
                <a:gd name="connsiteX112" fmla="*/ 3350895 w 4351972"/>
                <a:gd name="connsiteY112" fmla="*/ 271463 h 310515"/>
                <a:gd name="connsiteX113" fmla="*/ 3365182 w 4351972"/>
                <a:gd name="connsiteY113" fmla="*/ 280988 h 310515"/>
                <a:gd name="connsiteX114" fmla="*/ 3378517 w 4351972"/>
                <a:gd name="connsiteY114" fmla="*/ 284798 h 310515"/>
                <a:gd name="connsiteX115" fmla="*/ 3391852 w 4351972"/>
                <a:gd name="connsiteY115" fmla="*/ 286703 h 310515"/>
                <a:gd name="connsiteX116" fmla="*/ 3391852 w 4351972"/>
                <a:gd name="connsiteY116" fmla="*/ 302895 h 310515"/>
                <a:gd name="connsiteX117" fmla="*/ 3313747 w 4351972"/>
                <a:gd name="connsiteY117" fmla="*/ 302895 h 310515"/>
                <a:gd name="connsiteX118" fmla="*/ 3266122 w 4351972"/>
                <a:gd name="connsiteY118" fmla="*/ 231458 h 310515"/>
                <a:gd name="connsiteX119" fmla="*/ 3220402 w 4351972"/>
                <a:gd name="connsiteY119" fmla="*/ 169545 h 310515"/>
                <a:gd name="connsiteX120" fmla="*/ 3189922 w 4351972"/>
                <a:gd name="connsiteY120" fmla="*/ 169545 h 310515"/>
                <a:gd name="connsiteX121" fmla="*/ 3189922 w 4351972"/>
                <a:gd name="connsiteY121" fmla="*/ 262890 h 310515"/>
                <a:gd name="connsiteX122" fmla="*/ 3191827 w 4351972"/>
                <a:gd name="connsiteY122" fmla="*/ 275273 h 310515"/>
                <a:gd name="connsiteX123" fmla="*/ 3201352 w 4351972"/>
                <a:gd name="connsiteY123" fmla="*/ 283845 h 310515"/>
                <a:gd name="connsiteX124" fmla="*/ 3214687 w 4351972"/>
                <a:gd name="connsiteY124" fmla="*/ 286703 h 310515"/>
                <a:gd name="connsiteX125" fmla="*/ 3230880 w 4351972"/>
                <a:gd name="connsiteY125" fmla="*/ 287655 h 310515"/>
                <a:gd name="connsiteX126" fmla="*/ 3230880 w 4351972"/>
                <a:gd name="connsiteY126" fmla="*/ 302895 h 310515"/>
                <a:gd name="connsiteX127" fmla="*/ 3107055 w 4351972"/>
                <a:gd name="connsiteY127" fmla="*/ 302895 h 310515"/>
                <a:gd name="connsiteX128" fmla="*/ 3107055 w 4351972"/>
                <a:gd name="connsiteY128" fmla="*/ 287655 h 310515"/>
                <a:gd name="connsiteX129" fmla="*/ 3121342 w 4351972"/>
                <a:gd name="connsiteY129" fmla="*/ 285750 h 310515"/>
                <a:gd name="connsiteX130" fmla="*/ 3134677 w 4351972"/>
                <a:gd name="connsiteY130" fmla="*/ 282893 h 310515"/>
                <a:gd name="connsiteX131" fmla="*/ 3143250 w 4351972"/>
                <a:gd name="connsiteY131" fmla="*/ 275273 h 310515"/>
                <a:gd name="connsiteX132" fmla="*/ 3146107 w 4351972"/>
                <a:gd name="connsiteY132" fmla="*/ 261938 h 310515"/>
                <a:gd name="connsiteX133" fmla="*/ 3146107 w 4351972"/>
                <a:gd name="connsiteY133" fmla="*/ 49530 h 310515"/>
                <a:gd name="connsiteX134" fmla="*/ 3144202 w 4351972"/>
                <a:gd name="connsiteY134" fmla="*/ 36195 h 310515"/>
                <a:gd name="connsiteX135" fmla="*/ 3134677 w 4351972"/>
                <a:gd name="connsiteY135" fmla="*/ 27623 h 310515"/>
                <a:gd name="connsiteX136" fmla="*/ 3121342 w 4351972"/>
                <a:gd name="connsiteY136" fmla="*/ 23813 h 310515"/>
                <a:gd name="connsiteX137" fmla="*/ 3107055 w 4351972"/>
                <a:gd name="connsiteY137" fmla="*/ 21908 h 310515"/>
                <a:gd name="connsiteX138" fmla="*/ 2514600 w 4351972"/>
                <a:gd name="connsiteY138" fmla="*/ 6668 h 310515"/>
                <a:gd name="connsiteX139" fmla="*/ 2636520 w 4351972"/>
                <a:gd name="connsiteY139" fmla="*/ 6668 h 310515"/>
                <a:gd name="connsiteX140" fmla="*/ 2636520 w 4351972"/>
                <a:gd name="connsiteY140" fmla="*/ 21908 h 310515"/>
                <a:gd name="connsiteX141" fmla="*/ 2609850 w 4351972"/>
                <a:gd name="connsiteY141" fmla="*/ 24765 h 310515"/>
                <a:gd name="connsiteX142" fmla="*/ 2599372 w 4351972"/>
                <a:gd name="connsiteY142" fmla="*/ 33338 h 310515"/>
                <a:gd name="connsiteX143" fmla="*/ 2600325 w 4351972"/>
                <a:gd name="connsiteY143" fmla="*/ 39053 h 310515"/>
                <a:gd name="connsiteX144" fmla="*/ 2601277 w 4351972"/>
                <a:gd name="connsiteY144" fmla="*/ 43815 h 310515"/>
                <a:gd name="connsiteX145" fmla="*/ 2626042 w 4351972"/>
                <a:gd name="connsiteY145" fmla="*/ 110490 h 310515"/>
                <a:gd name="connsiteX146" fmla="*/ 2675572 w 4351972"/>
                <a:gd name="connsiteY146" fmla="*/ 241935 h 310515"/>
                <a:gd name="connsiteX147" fmla="*/ 2711767 w 4351972"/>
                <a:gd name="connsiteY147" fmla="*/ 150495 h 310515"/>
                <a:gd name="connsiteX148" fmla="*/ 2739390 w 4351972"/>
                <a:gd name="connsiteY148" fmla="*/ 78105 h 310515"/>
                <a:gd name="connsiteX149" fmla="*/ 2747010 w 4351972"/>
                <a:gd name="connsiteY149" fmla="*/ 51435 h 310515"/>
                <a:gd name="connsiteX150" fmla="*/ 2747962 w 4351972"/>
                <a:gd name="connsiteY150" fmla="*/ 40005 h 310515"/>
                <a:gd name="connsiteX151" fmla="*/ 2744152 w 4351972"/>
                <a:gd name="connsiteY151" fmla="*/ 32385 h 310515"/>
                <a:gd name="connsiteX152" fmla="*/ 2732722 w 4351972"/>
                <a:gd name="connsiteY152" fmla="*/ 26670 h 310515"/>
                <a:gd name="connsiteX153" fmla="*/ 2718435 w 4351972"/>
                <a:gd name="connsiteY153" fmla="*/ 23813 h 310515"/>
                <a:gd name="connsiteX154" fmla="*/ 2704147 w 4351972"/>
                <a:gd name="connsiteY154" fmla="*/ 21908 h 310515"/>
                <a:gd name="connsiteX155" fmla="*/ 2704147 w 4351972"/>
                <a:gd name="connsiteY155" fmla="*/ 6668 h 310515"/>
                <a:gd name="connsiteX156" fmla="*/ 2814637 w 4351972"/>
                <a:gd name="connsiteY156" fmla="*/ 6668 h 310515"/>
                <a:gd name="connsiteX157" fmla="*/ 2814637 w 4351972"/>
                <a:gd name="connsiteY157" fmla="*/ 22860 h 310515"/>
                <a:gd name="connsiteX158" fmla="*/ 2815590 w 4351972"/>
                <a:gd name="connsiteY158" fmla="*/ 22860 h 310515"/>
                <a:gd name="connsiteX159" fmla="*/ 2802255 w 4351972"/>
                <a:gd name="connsiteY159" fmla="*/ 24765 h 310515"/>
                <a:gd name="connsiteX160" fmla="*/ 2789872 w 4351972"/>
                <a:gd name="connsiteY160" fmla="*/ 30480 h 310515"/>
                <a:gd name="connsiteX161" fmla="*/ 2778442 w 4351972"/>
                <a:gd name="connsiteY161" fmla="*/ 41910 h 310515"/>
                <a:gd name="connsiteX162" fmla="*/ 2769870 w 4351972"/>
                <a:gd name="connsiteY162" fmla="*/ 58103 h 310515"/>
                <a:gd name="connsiteX163" fmla="*/ 2727960 w 4351972"/>
                <a:gd name="connsiteY163" fmla="*/ 160973 h 310515"/>
                <a:gd name="connsiteX164" fmla="*/ 2670810 w 4351972"/>
                <a:gd name="connsiteY164" fmla="*/ 306705 h 310515"/>
                <a:gd name="connsiteX165" fmla="*/ 2653665 w 4351972"/>
                <a:gd name="connsiteY165" fmla="*/ 306705 h 310515"/>
                <a:gd name="connsiteX166" fmla="*/ 2595562 w 4351972"/>
                <a:gd name="connsiteY166" fmla="*/ 151448 h 310515"/>
                <a:gd name="connsiteX167" fmla="*/ 2557462 w 4351972"/>
                <a:gd name="connsiteY167" fmla="*/ 50483 h 310515"/>
                <a:gd name="connsiteX168" fmla="*/ 2550795 w 4351972"/>
                <a:gd name="connsiteY168" fmla="*/ 39053 h 310515"/>
                <a:gd name="connsiteX169" fmla="*/ 2539365 w 4351972"/>
                <a:gd name="connsiteY169" fmla="*/ 29528 h 310515"/>
                <a:gd name="connsiteX170" fmla="*/ 2526982 w 4351972"/>
                <a:gd name="connsiteY170" fmla="*/ 23813 h 310515"/>
                <a:gd name="connsiteX171" fmla="*/ 2514600 w 4351972"/>
                <a:gd name="connsiteY171" fmla="*/ 21908 h 310515"/>
                <a:gd name="connsiteX172" fmla="*/ 2038350 w 4351972"/>
                <a:gd name="connsiteY172" fmla="*/ 6668 h 310515"/>
                <a:gd name="connsiteX173" fmla="*/ 2122170 w 4351972"/>
                <a:gd name="connsiteY173" fmla="*/ 6668 h 310515"/>
                <a:gd name="connsiteX174" fmla="*/ 2287905 w 4351972"/>
                <a:gd name="connsiteY174" fmla="*/ 232410 h 310515"/>
                <a:gd name="connsiteX175" fmla="*/ 2287905 w 4351972"/>
                <a:gd name="connsiteY175" fmla="*/ 91440 h 310515"/>
                <a:gd name="connsiteX176" fmla="*/ 2285047 w 4351972"/>
                <a:gd name="connsiteY176" fmla="*/ 51435 h 310515"/>
                <a:gd name="connsiteX177" fmla="*/ 2275522 w 4351972"/>
                <a:gd name="connsiteY177" fmla="*/ 33338 h 310515"/>
                <a:gd name="connsiteX178" fmla="*/ 2256472 w 4351972"/>
                <a:gd name="connsiteY178" fmla="*/ 25718 h 310515"/>
                <a:gd name="connsiteX179" fmla="*/ 2236470 w 4351972"/>
                <a:gd name="connsiteY179" fmla="*/ 21908 h 310515"/>
                <a:gd name="connsiteX180" fmla="*/ 2236470 w 4351972"/>
                <a:gd name="connsiteY180" fmla="*/ 6668 h 310515"/>
                <a:gd name="connsiteX181" fmla="*/ 2356485 w 4351972"/>
                <a:gd name="connsiteY181" fmla="*/ 6668 h 310515"/>
                <a:gd name="connsiteX182" fmla="*/ 2356485 w 4351972"/>
                <a:gd name="connsiteY182" fmla="*/ 22860 h 310515"/>
                <a:gd name="connsiteX183" fmla="*/ 2358390 w 4351972"/>
                <a:gd name="connsiteY183" fmla="*/ 22860 h 310515"/>
                <a:gd name="connsiteX184" fmla="*/ 2340292 w 4351972"/>
                <a:gd name="connsiteY184" fmla="*/ 25718 h 310515"/>
                <a:gd name="connsiteX185" fmla="*/ 2323147 w 4351972"/>
                <a:gd name="connsiteY185" fmla="*/ 32385 h 310515"/>
                <a:gd name="connsiteX186" fmla="*/ 2312670 w 4351972"/>
                <a:gd name="connsiteY186" fmla="*/ 52388 h 310515"/>
                <a:gd name="connsiteX187" fmla="*/ 2309812 w 4351972"/>
                <a:gd name="connsiteY187" fmla="*/ 89535 h 310515"/>
                <a:gd name="connsiteX188" fmla="*/ 2309812 w 4351972"/>
                <a:gd name="connsiteY188" fmla="*/ 306705 h 310515"/>
                <a:gd name="connsiteX189" fmla="*/ 2291715 w 4351972"/>
                <a:gd name="connsiteY189" fmla="*/ 306705 h 310515"/>
                <a:gd name="connsiteX190" fmla="*/ 2112645 w 4351972"/>
                <a:gd name="connsiteY190" fmla="*/ 64770 h 310515"/>
                <a:gd name="connsiteX191" fmla="*/ 2112645 w 4351972"/>
                <a:gd name="connsiteY191" fmla="*/ 217170 h 310515"/>
                <a:gd name="connsiteX192" fmla="*/ 2115502 w 4351972"/>
                <a:gd name="connsiteY192" fmla="*/ 256223 h 310515"/>
                <a:gd name="connsiteX193" fmla="*/ 2125027 w 4351972"/>
                <a:gd name="connsiteY193" fmla="*/ 276225 h 310515"/>
                <a:gd name="connsiteX194" fmla="*/ 2145030 w 4351972"/>
                <a:gd name="connsiteY194" fmla="*/ 284798 h 310515"/>
                <a:gd name="connsiteX195" fmla="*/ 2165032 w 4351972"/>
                <a:gd name="connsiteY195" fmla="*/ 288608 h 310515"/>
                <a:gd name="connsiteX196" fmla="*/ 2165032 w 4351972"/>
                <a:gd name="connsiteY196" fmla="*/ 303848 h 310515"/>
                <a:gd name="connsiteX197" fmla="*/ 2044065 w 4351972"/>
                <a:gd name="connsiteY197" fmla="*/ 303848 h 310515"/>
                <a:gd name="connsiteX198" fmla="*/ 2044065 w 4351972"/>
                <a:gd name="connsiteY198" fmla="*/ 288608 h 310515"/>
                <a:gd name="connsiteX199" fmla="*/ 2063115 w 4351972"/>
                <a:gd name="connsiteY199" fmla="*/ 284798 h 310515"/>
                <a:gd name="connsiteX200" fmla="*/ 2079307 w 4351972"/>
                <a:gd name="connsiteY200" fmla="*/ 278130 h 310515"/>
                <a:gd name="connsiteX201" fmla="*/ 2088832 w 4351972"/>
                <a:gd name="connsiteY201" fmla="*/ 260033 h 310515"/>
                <a:gd name="connsiteX202" fmla="*/ 2091690 w 4351972"/>
                <a:gd name="connsiteY202" fmla="*/ 219075 h 310515"/>
                <a:gd name="connsiteX203" fmla="*/ 2091690 w 4351972"/>
                <a:gd name="connsiteY203" fmla="*/ 73343 h 310515"/>
                <a:gd name="connsiteX204" fmla="*/ 2087880 w 4351972"/>
                <a:gd name="connsiteY204" fmla="*/ 54293 h 310515"/>
                <a:gd name="connsiteX205" fmla="*/ 2079307 w 4351972"/>
                <a:gd name="connsiteY205" fmla="*/ 39053 h 310515"/>
                <a:gd name="connsiteX206" fmla="*/ 2059305 w 4351972"/>
                <a:gd name="connsiteY206" fmla="*/ 27623 h 310515"/>
                <a:gd name="connsiteX207" fmla="*/ 2038350 w 4351972"/>
                <a:gd name="connsiteY207" fmla="*/ 21908 h 310515"/>
                <a:gd name="connsiteX208" fmla="*/ 1906905 w 4351972"/>
                <a:gd name="connsiteY208" fmla="*/ 6668 h 310515"/>
                <a:gd name="connsiteX209" fmla="*/ 2027872 w 4351972"/>
                <a:gd name="connsiteY209" fmla="*/ 6668 h 310515"/>
                <a:gd name="connsiteX210" fmla="*/ 2027872 w 4351972"/>
                <a:gd name="connsiteY210" fmla="*/ 22860 h 310515"/>
                <a:gd name="connsiteX211" fmla="*/ 2025967 w 4351972"/>
                <a:gd name="connsiteY211" fmla="*/ 22860 h 310515"/>
                <a:gd name="connsiteX212" fmla="*/ 2008822 w 4351972"/>
                <a:gd name="connsiteY212" fmla="*/ 25718 h 310515"/>
                <a:gd name="connsiteX213" fmla="*/ 1990725 w 4351972"/>
                <a:gd name="connsiteY213" fmla="*/ 32385 h 310515"/>
                <a:gd name="connsiteX214" fmla="*/ 1981200 w 4351972"/>
                <a:gd name="connsiteY214" fmla="*/ 52388 h 310515"/>
                <a:gd name="connsiteX215" fmla="*/ 1978342 w 4351972"/>
                <a:gd name="connsiteY215" fmla="*/ 88583 h 310515"/>
                <a:gd name="connsiteX216" fmla="*/ 1978342 w 4351972"/>
                <a:gd name="connsiteY216" fmla="*/ 217170 h 310515"/>
                <a:gd name="connsiteX217" fmla="*/ 1967865 w 4351972"/>
                <a:gd name="connsiteY217" fmla="*/ 260033 h 310515"/>
                <a:gd name="connsiteX218" fmla="*/ 1941195 w 4351972"/>
                <a:gd name="connsiteY218" fmla="*/ 289560 h 310515"/>
                <a:gd name="connsiteX219" fmla="*/ 1906905 w 4351972"/>
                <a:gd name="connsiteY219" fmla="*/ 305753 h 310515"/>
                <a:gd name="connsiteX220" fmla="*/ 1871662 w 4351972"/>
                <a:gd name="connsiteY220" fmla="*/ 310515 h 310515"/>
                <a:gd name="connsiteX221" fmla="*/ 1824037 w 4351972"/>
                <a:gd name="connsiteY221" fmla="*/ 303848 h 310515"/>
                <a:gd name="connsiteX222" fmla="*/ 1788795 w 4351972"/>
                <a:gd name="connsiteY222" fmla="*/ 284798 h 310515"/>
                <a:gd name="connsiteX223" fmla="*/ 1767840 w 4351972"/>
                <a:gd name="connsiteY223" fmla="*/ 258128 h 310515"/>
                <a:gd name="connsiteX224" fmla="*/ 1761172 w 4351972"/>
                <a:gd name="connsiteY224" fmla="*/ 225743 h 310515"/>
                <a:gd name="connsiteX225" fmla="*/ 1761172 w 4351972"/>
                <a:gd name="connsiteY225" fmla="*/ 51435 h 310515"/>
                <a:gd name="connsiteX226" fmla="*/ 1758315 w 4351972"/>
                <a:gd name="connsiteY226" fmla="*/ 39053 h 310515"/>
                <a:gd name="connsiteX227" fmla="*/ 1748790 w 4351972"/>
                <a:gd name="connsiteY227" fmla="*/ 29528 h 310515"/>
                <a:gd name="connsiteX228" fmla="*/ 1735455 w 4351972"/>
                <a:gd name="connsiteY228" fmla="*/ 24765 h 310515"/>
                <a:gd name="connsiteX229" fmla="*/ 1722120 w 4351972"/>
                <a:gd name="connsiteY229" fmla="*/ 22860 h 310515"/>
                <a:gd name="connsiteX230" fmla="*/ 1722120 w 4351972"/>
                <a:gd name="connsiteY230" fmla="*/ 7620 h 310515"/>
                <a:gd name="connsiteX231" fmla="*/ 1844040 w 4351972"/>
                <a:gd name="connsiteY231" fmla="*/ 7620 h 310515"/>
                <a:gd name="connsiteX232" fmla="*/ 1844040 w 4351972"/>
                <a:gd name="connsiteY232" fmla="*/ 22860 h 310515"/>
                <a:gd name="connsiteX233" fmla="*/ 1829752 w 4351972"/>
                <a:gd name="connsiteY233" fmla="*/ 24765 h 310515"/>
                <a:gd name="connsiteX234" fmla="*/ 1817370 w 4351972"/>
                <a:gd name="connsiteY234" fmla="*/ 27623 h 310515"/>
                <a:gd name="connsiteX235" fmla="*/ 1807845 w 4351972"/>
                <a:gd name="connsiteY235" fmla="*/ 36195 h 310515"/>
                <a:gd name="connsiteX236" fmla="*/ 1805940 w 4351972"/>
                <a:gd name="connsiteY236" fmla="*/ 48578 h 310515"/>
                <a:gd name="connsiteX237" fmla="*/ 1805940 w 4351972"/>
                <a:gd name="connsiteY237" fmla="*/ 211455 h 310515"/>
                <a:gd name="connsiteX238" fmla="*/ 1808797 w 4351972"/>
                <a:gd name="connsiteY238" fmla="*/ 236220 h 310515"/>
                <a:gd name="connsiteX239" fmla="*/ 1819275 w 4351972"/>
                <a:gd name="connsiteY239" fmla="*/ 260033 h 310515"/>
                <a:gd name="connsiteX240" fmla="*/ 1841182 w 4351972"/>
                <a:gd name="connsiteY240" fmla="*/ 279083 h 310515"/>
                <a:gd name="connsiteX241" fmla="*/ 1879282 w 4351972"/>
                <a:gd name="connsiteY241" fmla="*/ 286703 h 310515"/>
                <a:gd name="connsiteX242" fmla="*/ 1917382 w 4351972"/>
                <a:gd name="connsiteY242" fmla="*/ 279083 h 310515"/>
                <a:gd name="connsiteX243" fmla="*/ 1942147 w 4351972"/>
                <a:gd name="connsiteY243" fmla="*/ 260033 h 310515"/>
                <a:gd name="connsiteX244" fmla="*/ 1954530 w 4351972"/>
                <a:gd name="connsiteY244" fmla="*/ 236220 h 310515"/>
                <a:gd name="connsiteX245" fmla="*/ 1958340 w 4351972"/>
                <a:gd name="connsiteY245" fmla="*/ 211455 h 310515"/>
                <a:gd name="connsiteX246" fmla="*/ 1958340 w 4351972"/>
                <a:gd name="connsiteY246" fmla="*/ 90488 h 310515"/>
                <a:gd name="connsiteX247" fmla="*/ 1955482 w 4351972"/>
                <a:gd name="connsiteY247" fmla="*/ 52388 h 310515"/>
                <a:gd name="connsiteX248" fmla="*/ 1945957 w 4351972"/>
                <a:gd name="connsiteY248" fmla="*/ 33338 h 310515"/>
                <a:gd name="connsiteX249" fmla="*/ 1925955 w 4351972"/>
                <a:gd name="connsiteY249" fmla="*/ 24765 h 310515"/>
                <a:gd name="connsiteX250" fmla="*/ 1906905 w 4351972"/>
                <a:gd name="connsiteY250" fmla="*/ 21908 h 310515"/>
                <a:gd name="connsiteX251" fmla="*/ 972503 w 4351972"/>
                <a:gd name="connsiteY251" fmla="*/ 6668 h 310515"/>
                <a:gd name="connsiteX252" fmla="*/ 1056323 w 4351972"/>
                <a:gd name="connsiteY252" fmla="*/ 6668 h 310515"/>
                <a:gd name="connsiteX253" fmla="*/ 1222058 w 4351972"/>
                <a:gd name="connsiteY253" fmla="*/ 232410 h 310515"/>
                <a:gd name="connsiteX254" fmla="*/ 1222058 w 4351972"/>
                <a:gd name="connsiteY254" fmla="*/ 91440 h 310515"/>
                <a:gd name="connsiteX255" fmla="*/ 1219200 w 4351972"/>
                <a:gd name="connsiteY255" fmla="*/ 51435 h 310515"/>
                <a:gd name="connsiteX256" fmla="*/ 1209675 w 4351972"/>
                <a:gd name="connsiteY256" fmla="*/ 33338 h 310515"/>
                <a:gd name="connsiteX257" fmla="*/ 1190625 w 4351972"/>
                <a:gd name="connsiteY257" fmla="*/ 25718 h 310515"/>
                <a:gd name="connsiteX258" fmla="*/ 1170623 w 4351972"/>
                <a:gd name="connsiteY258" fmla="*/ 21908 h 310515"/>
                <a:gd name="connsiteX259" fmla="*/ 1170623 w 4351972"/>
                <a:gd name="connsiteY259" fmla="*/ 6668 h 310515"/>
                <a:gd name="connsiteX260" fmla="*/ 1290638 w 4351972"/>
                <a:gd name="connsiteY260" fmla="*/ 6668 h 310515"/>
                <a:gd name="connsiteX261" fmla="*/ 1290638 w 4351972"/>
                <a:gd name="connsiteY261" fmla="*/ 22860 h 310515"/>
                <a:gd name="connsiteX262" fmla="*/ 1291590 w 4351972"/>
                <a:gd name="connsiteY262" fmla="*/ 22860 h 310515"/>
                <a:gd name="connsiteX263" fmla="*/ 1273493 w 4351972"/>
                <a:gd name="connsiteY263" fmla="*/ 25718 h 310515"/>
                <a:gd name="connsiteX264" fmla="*/ 1256348 w 4351972"/>
                <a:gd name="connsiteY264" fmla="*/ 32385 h 310515"/>
                <a:gd name="connsiteX265" fmla="*/ 1245870 w 4351972"/>
                <a:gd name="connsiteY265" fmla="*/ 52388 h 310515"/>
                <a:gd name="connsiteX266" fmla="*/ 1243013 w 4351972"/>
                <a:gd name="connsiteY266" fmla="*/ 89535 h 310515"/>
                <a:gd name="connsiteX267" fmla="*/ 1243013 w 4351972"/>
                <a:gd name="connsiteY267" fmla="*/ 306705 h 310515"/>
                <a:gd name="connsiteX268" fmla="*/ 1224915 w 4351972"/>
                <a:gd name="connsiteY268" fmla="*/ 306705 h 310515"/>
                <a:gd name="connsiteX269" fmla="*/ 1045845 w 4351972"/>
                <a:gd name="connsiteY269" fmla="*/ 64770 h 310515"/>
                <a:gd name="connsiteX270" fmla="*/ 1045845 w 4351972"/>
                <a:gd name="connsiteY270" fmla="*/ 217170 h 310515"/>
                <a:gd name="connsiteX271" fmla="*/ 1048703 w 4351972"/>
                <a:gd name="connsiteY271" fmla="*/ 256223 h 310515"/>
                <a:gd name="connsiteX272" fmla="*/ 1058228 w 4351972"/>
                <a:gd name="connsiteY272" fmla="*/ 276225 h 310515"/>
                <a:gd name="connsiteX273" fmla="*/ 1078230 w 4351972"/>
                <a:gd name="connsiteY273" fmla="*/ 284798 h 310515"/>
                <a:gd name="connsiteX274" fmla="*/ 1098233 w 4351972"/>
                <a:gd name="connsiteY274" fmla="*/ 288608 h 310515"/>
                <a:gd name="connsiteX275" fmla="*/ 1098233 w 4351972"/>
                <a:gd name="connsiteY275" fmla="*/ 303848 h 310515"/>
                <a:gd name="connsiteX276" fmla="*/ 977265 w 4351972"/>
                <a:gd name="connsiteY276" fmla="*/ 303848 h 310515"/>
                <a:gd name="connsiteX277" fmla="*/ 977265 w 4351972"/>
                <a:gd name="connsiteY277" fmla="*/ 288608 h 310515"/>
                <a:gd name="connsiteX278" fmla="*/ 996315 w 4351972"/>
                <a:gd name="connsiteY278" fmla="*/ 284798 h 310515"/>
                <a:gd name="connsiteX279" fmla="*/ 1012508 w 4351972"/>
                <a:gd name="connsiteY279" fmla="*/ 278130 h 310515"/>
                <a:gd name="connsiteX280" fmla="*/ 1022033 w 4351972"/>
                <a:gd name="connsiteY280" fmla="*/ 260033 h 310515"/>
                <a:gd name="connsiteX281" fmla="*/ 1024890 w 4351972"/>
                <a:gd name="connsiteY281" fmla="*/ 219075 h 310515"/>
                <a:gd name="connsiteX282" fmla="*/ 1024890 w 4351972"/>
                <a:gd name="connsiteY282" fmla="*/ 73343 h 310515"/>
                <a:gd name="connsiteX283" fmla="*/ 1022033 w 4351972"/>
                <a:gd name="connsiteY283" fmla="*/ 54293 h 310515"/>
                <a:gd name="connsiteX284" fmla="*/ 1013460 w 4351972"/>
                <a:gd name="connsiteY284" fmla="*/ 39053 h 310515"/>
                <a:gd name="connsiteX285" fmla="*/ 993458 w 4351972"/>
                <a:gd name="connsiteY285" fmla="*/ 27623 h 310515"/>
                <a:gd name="connsiteX286" fmla="*/ 972503 w 4351972"/>
                <a:gd name="connsiteY286" fmla="*/ 21908 h 310515"/>
                <a:gd name="connsiteX287" fmla="*/ 687705 w 4351972"/>
                <a:gd name="connsiteY287" fmla="*/ 6668 h 310515"/>
                <a:gd name="connsiteX288" fmla="*/ 798195 w 4351972"/>
                <a:gd name="connsiteY288" fmla="*/ 6668 h 310515"/>
                <a:gd name="connsiteX289" fmla="*/ 798195 w 4351972"/>
                <a:gd name="connsiteY289" fmla="*/ 21908 h 310515"/>
                <a:gd name="connsiteX290" fmla="*/ 795338 w 4351972"/>
                <a:gd name="connsiteY290" fmla="*/ 21908 h 310515"/>
                <a:gd name="connsiteX291" fmla="*/ 790575 w 4351972"/>
                <a:gd name="connsiteY291" fmla="*/ 21908 h 310515"/>
                <a:gd name="connsiteX292" fmla="*/ 784860 w 4351972"/>
                <a:gd name="connsiteY292" fmla="*/ 22860 h 310515"/>
                <a:gd name="connsiteX293" fmla="*/ 777240 w 4351972"/>
                <a:gd name="connsiteY293" fmla="*/ 23813 h 310515"/>
                <a:gd name="connsiteX294" fmla="*/ 762000 w 4351972"/>
                <a:gd name="connsiteY294" fmla="*/ 29528 h 310515"/>
                <a:gd name="connsiteX295" fmla="*/ 749618 w 4351972"/>
                <a:gd name="connsiteY295" fmla="*/ 39053 h 310515"/>
                <a:gd name="connsiteX296" fmla="*/ 704850 w 4351972"/>
                <a:gd name="connsiteY296" fmla="*/ 89535 h 310515"/>
                <a:gd name="connsiteX297" fmla="*/ 658178 w 4351972"/>
                <a:gd name="connsiteY297" fmla="*/ 137160 h 310515"/>
                <a:gd name="connsiteX298" fmla="*/ 710565 w 4351972"/>
                <a:gd name="connsiteY298" fmla="*/ 199073 h 310515"/>
                <a:gd name="connsiteX299" fmla="*/ 754380 w 4351972"/>
                <a:gd name="connsiteY299" fmla="*/ 254318 h 310515"/>
                <a:gd name="connsiteX300" fmla="*/ 772478 w 4351972"/>
                <a:gd name="connsiteY300" fmla="*/ 272415 h 310515"/>
                <a:gd name="connsiteX301" fmla="*/ 787718 w 4351972"/>
                <a:gd name="connsiteY301" fmla="*/ 282893 h 310515"/>
                <a:gd name="connsiteX302" fmla="*/ 801053 w 4351972"/>
                <a:gd name="connsiteY302" fmla="*/ 286703 h 310515"/>
                <a:gd name="connsiteX303" fmla="*/ 814388 w 4351972"/>
                <a:gd name="connsiteY303" fmla="*/ 288608 h 310515"/>
                <a:gd name="connsiteX304" fmla="*/ 814388 w 4351972"/>
                <a:gd name="connsiteY304" fmla="*/ 302895 h 310515"/>
                <a:gd name="connsiteX305" fmla="*/ 813435 w 4351972"/>
                <a:gd name="connsiteY305" fmla="*/ 302895 h 310515"/>
                <a:gd name="connsiteX306" fmla="*/ 730568 w 4351972"/>
                <a:gd name="connsiteY306" fmla="*/ 302895 h 310515"/>
                <a:gd name="connsiteX307" fmla="*/ 677228 w 4351972"/>
                <a:gd name="connsiteY307" fmla="*/ 229553 h 310515"/>
                <a:gd name="connsiteX308" fmla="*/ 616268 w 4351972"/>
                <a:gd name="connsiteY308" fmla="*/ 159068 h 310515"/>
                <a:gd name="connsiteX309" fmla="*/ 610553 w 4351972"/>
                <a:gd name="connsiteY309" fmla="*/ 159068 h 310515"/>
                <a:gd name="connsiteX310" fmla="*/ 610553 w 4351972"/>
                <a:gd name="connsiteY310" fmla="*/ 261938 h 310515"/>
                <a:gd name="connsiteX311" fmla="*/ 613410 w 4351972"/>
                <a:gd name="connsiteY311" fmla="*/ 274320 h 310515"/>
                <a:gd name="connsiteX312" fmla="*/ 622935 w 4351972"/>
                <a:gd name="connsiteY312" fmla="*/ 282893 h 310515"/>
                <a:gd name="connsiteX313" fmla="*/ 635318 w 4351972"/>
                <a:gd name="connsiteY313" fmla="*/ 286703 h 310515"/>
                <a:gd name="connsiteX314" fmla="*/ 650558 w 4351972"/>
                <a:gd name="connsiteY314" fmla="*/ 288608 h 310515"/>
                <a:gd name="connsiteX315" fmla="*/ 650558 w 4351972"/>
                <a:gd name="connsiteY315" fmla="*/ 303848 h 310515"/>
                <a:gd name="connsiteX316" fmla="*/ 528638 w 4351972"/>
                <a:gd name="connsiteY316" fmla="*/ 303848 h 310515"/>
                <a:gd name="connsiteX317" fmla="*/ 528638 w 4351972"/>
                <a:gd name="connsiteY317" fmla="*/ 288608 h 310515"/>
                <a:gd name="connsiteX318" fmla="*/ 542925 w 4351972"/>
                <a:gd name="connsiteY318" fmla="*/ 287655 h 310515"/>
                <a:gd name="connsiteX319" fmla="*/ 556260 w 4351972"/>
                <a:gd name="connsiteY319" fmla="*/ 284798 h 310515"/>
                <a:gd name="connsiteX320" fmla="*/ 565785 w 4351972"/>
                <a:gd name="connsiteY320" fmla="*/ 277178 h 310515"/>
                <a:gd name="connsiteX321" fmla="*/ 568643 w 4351972"/>
                <a:gd name="connsiteY321" fmla="*/ 264795 h 310515"/>
                <a:gd name="connsiteX322" fmla="*/ 568643 w 4351972"/>
                <a:gd name="connsiteY322" fmla="*/ 51435 h 310515"/>
                <a:gd name="connsiteX323" fmla="*/ 565785 w 4351972"/>
                <a:gd name="connsiteY323" fmla="*/ 39053 h 310515"/>
                <a:gd name="connsiteX324" fmla="*/ 556260 w 4351972"/>
                <a:gd name="connsiteY324" fmla="*/ 30480 h 310515"/>
                <a:gd name="connsiteX325" fmla="*/ 542925 w 4351972"/>
                <a:gd name="connsiteY325" fmla="*/ 25718 h 310515"/>
                <a:gd name="connsiteX326" fmla="*/ 529590 w 4351972"/>
                <a:gd name="connsiteY326" fmla="*/ 22860 h 310515"/>
                <a:gd name="connsiteX327" fmla="*/ 529590 w 4351972"/>
                <a:gd name="connsiteY327" fmla="*/ 7620 h 310515"/>
                <a:gd name="connsiteX328" fmla="*/ 651510 w 4351972"/>
                <a:gd name="connsiteY328" fmla="*/ 7620 h 310515"/>
                <a:gd name="connsiteX329" fmla="*/ 651510 w 4351972"/>
                <a:gd name="connsiteY329" fmla="*/ 22860 h 310515"/>
                <a:gd name="connsiteX330" fmla="*/ 637223 w 4351972"/>
                <a:gd name="connsiteY330" fmla="*/ 24765 h 310515"/>
                <a:gd name="connsiteX331" fmla="*/ 624840 w 4351972"/>
                <a:gd name="connsiteY331" fmla="*/ 27623 h 310515"/>
                <a:gd name="connsiteX332" fmla="*/ 615315 w 4351972"/>
                <a:gd name="connsiteY332" fmla="*/ 36195 h 310515"/>
                <a:gd name="connsiteX333" fmla="*/ 612458 w 4351972"/>
                <a:gd name="connsiteY333" fmla="*/ 48578 h 310515"/>
                <a:gd name="connsiteX334" fmla="*/ 612458 w 4351972"/>
                <a:gd name="connsiteY334" fmla="*/ 150495 h 310515"/>
                <a:gd name="connsiteX335" fmla="*/ 616268 w 4351972"/>
                <a:gd name="connsiteY335" fmla="*/ 150495 h 310515"/>
                <a:gd name="connsiteX336" fmla="*/ 653415 w 4351972"/>
                <a:gd name="connsiteY336" fmla="*/ 117158 h 310515"/>
                <a:gd name="connsiteX337" fmla="*/ 686753 w 4351972"/>
                <a:gd name="connsiteY337" fmla="*/ 82868 h 310515"/>
                <a:gd name="connsiteX338" fmla="*/ 710565 w 4351972"/>
                <a:gd name="connsiteY338" fmla="*/ 52388 h 310515"/>
                <a:gd name="connsiteX339" fmla="*/ 718185 w 4351972"/>
                <a:gd name="connsiteY339" fmla="*/ 32385 h 310515"/>
                <a:gd name="connsiteX340" fmla="*/ 714375 w 4351972"/>
                <a:gd name="connsiteY340" fmla="*/ 27623 h 310515"/>
                <a:gd name="connsiteX341" fmla="*/ 705803 w 4351972"/>
                <a:gd name="connsiteY341" fmla="*/ 24765 h 310515"/>
                <a:gd name="connsiteX342" fmla="*/ 695325 w 4351972"/>
                <a:gd name="connsiteY342" fmla="*/ 22860 h 310515"/>
                <a:gd name="connsiteX343" fmla="*/ 687705 w 4351972"/>
                <a:gd name="connsiteY343" fmla="*/ 21908 h 310515"/>
                <a:gd name="connsiteX344" fmla="*/ 0 w 4351972"/>
                <a:gd name="connsiteY344" fmla="*/ 6668 h 310515"/>
                <a:gd name="connsiteX345" fmla="*/ 134302 w 4351972"/>
                <a:gd name="connsiteY345" fmla="*/ 6668 h 310515"/>
                <a:gd name="connsiteX346" fmla="*/ 200977 w 4351972"/>
                <a:gd name="connsiteY346" fmla="*/ 26670 h 310515"/>
                <a:gd name="connsiteX347" fmla="*/ 226695 w 4351972"/>
                <a:gd name="connsiteY347" fmla="*/ 80963 h 310515"/>
                <a:gd name="connsiteX348" fmla="*/ 217170 w 4351972"/>
                <a:gd name="connsiteY348" fmla="*/ 121920 h 310515"/>
                <a:gd name="connsiteX349" fmla="*/ 192405 w 4351972"/>
                <a:gd name="connsiteY349" fmla="*/ 151448 h 310515"/>
                <a:gd name="connsiteX350" fmla="*/ 158115 w 4351972"/>
                <a:gd name="connsiteY350" fmla="*/ 168593 h 310515"/>
                <a:gd name="connsiteX351" fmla="*/ 118110 w 4351972"/>
                <a:gd name="connsiteY351" fmla="*/ 174308 h 310515"/>
                <a:gd name="connsiteX352" fmla="*/ 84772 w 4351972"/>
                <a:gd name="connsiteY352" fmla="*/ 174308 h 310515"/>
                <a:gd name="connsiteX353" fmla="*/ 84772 w 4351972"/>
                <a:gd name="connsiteY353" fmla="*/ 263843 h 310515"/>
                <a:gd name="connsiteX354" fmla="*/ 87630 w 4351972"/>
                <a:gd name="connsiteY354" fmla="*/ 276225 h 310515"/>
                <a:gd name="connsiteX355" fmla="*/ 97155 w 4351972"/>
                <a:gd name="connsiteY355" fmla="*/ 284798 h 310515"/>
                <a:gd name="connsiteX356" fmla="*/ 110490 w 4351972"/>
                <a:gd name="connsiteY356" fmla="*/ 287655 h 310515"/>
                <a:gd name="connsiteX357" fmla="*/ 127635 w 4351972"/>
                <a:gd name="connsiteY357" fmla="*/ 289560 h 310515"/>
                <a:gd name="connsiteX358" fmla="*/ 127635 w 4351972"/>
                <a:gd name="connsiteY358" fmla="*/ 304800 h 310515"/>
                <a:gd name="connsiteX359" fmla="*/ 952 w 4351972"/>
                <a:gd name="connsiteY359" fmla="*/ 304800 h 310515"/>
                <a:gd name="connsiteX360" fmla="*/ 952 w 4351972"/>
                <a:gd name="connsiteY360" fmla="*/ 289560 h 310515"/>
                <a:gd name="connsiteX361" fmla="*/ 15240 w 4351972"/>
                <a:gd name="connsiteY361" fmla="*/ 287655 h 310515"/>
                <a:gd name="connsiteX362" fmla="*/ 28575 w 4351972"/>
                <a:gd name="connsiteY362" fmla="*/ 284798 h 310515"/>
                <a:gd name="connsiteX363" fmla="*/ 37147 w 4351972"/>
                <a:gd name="connsiteY363" fmla="*/ 277178 h 310515"/>
                <a:gd name="connsiteX364" fmla="*/ 40005 w 4351972"/>
                <a:gd name="connsiteY364" fmla="*/ 263843 h 310515"/>
                <a:gd name="connsiteX365" fmla="*/ 40005 w 4351972"/>
                <a:gd name="connsiteY365" fmla="*/ 49530 h 310515"/>
                <a:gd name="connsiteX366" fmla="*/ 38100 w 4351972"/>
                <a:gd name="connsiteY366" fmla="*/ 36195 h 310515"/>
                <a:gd name="connsiteX367" fmla="*/ 28575 w 4351972"/>
                <a:gd name="connsiteY367" fmla="*/ 27623 h 310515"/>
                <a:gd name="connsiteX368" fmla="*/ 13335 w 4351972"/>
                <a:gd name="connsiteY368" fmla="*/ 23813 h 310515"/>
                <a:gd name="connsiteX369" fmla="*/ 0 w 4351972"/>
                <a:gd name="connsiteY369" fmla="*/ 21908 h 310515"/>
                <a:gd name="connsiteX370" fmla="*/ 2824163 w 4351972"/>
                <a:gd name="connsiteY370" fmla="*/ 5715 h 310515"/>
                <a:gd name="connsiteX371" fmla="*/ 3052763 w 4351972"/>
                <a:gd name="connsiteY371" fmla="*/ 5715 h 310515"/>
                <a:gd name="connsiteX372" fmla="*/ 3052763 w 4351972"/>
                <a:gd name="connsiteY372" fmla="*/ 76200 h 310515"/>
                <a:gd name="connsiteX373" fmla="*/ 3037523 w 4351972"/>
                <a:gd name="connsiteY373" fmla="*/ 76200 h 310515"/>
                <a:gd name="connsiteX374" fmla="*/ 3019425 w 4351972"/>
                <a:gd name="connsiteY374" fmla="*/ 42862 h 310515"/>
                <a:gd name="connsiteX375" fmla="*/ 2992755 w 4351972"/>
                <a:gd name="connsiteY375" fmla="*/ 23812 h 310515"/>
                <a:gd name="connsiteX376" fmla="*/ 2977515 w 4351972"/>
                <a:gd name="connsiteY376" fmla="*/ 22860 h 310515"/>
                <a:gd name="connsiteX377" fmla="*/ 2957513 w 4351972"/>
                <a:gd name="connsiteY377" fmla="*/ 22860 h 310515"/>
                <a:gd name="connsiteX378" fmla="*/ 2910840 w 4351972"/>
                <a:gd name="connsiteY378" fmla="*/ 22860 h 310515"/>
                <a:gd name="connsiteX379" fmla="*/ 2910840 w 4351972"/>
                <a:gd name="connsiteY379" fmla="*/ 139065 h 310515"/>
                <a:gd name="connsiteX380" fmla="*/ 2944178 w 4351972"/>
                <a:gd name="connsiteY380" fmla="*/ 139065 h 310515"/>
                <a:gd name="connsiteX381" fmla="*/ 2967038 w 4351972"/>
                <a:gd name="connsiteY381" fmla="*/ 136207 h 310515"/>
                <a:gd name="connsiteX382" fmla="*/ 2980373 w 4351972"/>
                <a:gd name="connsiteY382" fmla="*/ 125730 h 310515"/>
                <a:gd name="connsiteX383" fmla="*/ 2987993 w 4351972"/>
                <a:gd name="connsiteY383" fmla="*/ 109537 h 310515"/>
                <a:gd name="connsiteX384" fmla="*/ 2992755 w 4351972"/>
                <a:gd name="connsiteY384" fmla="*/ 90487 h 310515"/>
                <a:gd name="connsiteX385" fmla="*/ 3007995 w 4351972"/>
                <a:gd name="connsiteY385" fmla="*/ 90487 h 310515"/>
                <a:gd name="connsiteX386" fmla="*/ 3007995 w 4351972"/>
                <a:gd name="connsiteY386" fmla="*/ 206692 h 310515"/>
                <a:gd name="connsiteX387" fmla="*/ 2992755 w 4351972"/>
                <a:gd name="connsiteY387" fmla="*/ 206692 h 310515"/>
                <a:gd name="connsiteX388" fmla="*/ 2987993 w 4351972"/>
                <a:gd name="connsiteY388" fmla="*/ 185737 h 310515"/>
                <a:gd name="connsiteX389" fmla="*/ 2980373 w 4351972"/>
                <a:gd name="connsiteY389" fmla="*/ 169545 h 310515"/>
                <a:gd name="connsiteX390" fmla="*/ 2966085 w 4351972"/>
                <a:gd name="connsiteY390" fmla="*/ 159067 h 310515"/>
                <a:gd name="connsiteX391" fmla="*/ 2944178 w 4351972"/>
                <a:gd name="connsiteY391" fmla="*/ 156210 h 310515"/>
                <a:gd name="connsiteX392" fmla="*/ 2910840 w 4351972"/>
                <a:gd name="connsiteY392" fmla="*/ 156210 h 310515"/>
                <a:gd name="connsiteX393" fmla="*/ 2910840 w 4351972"/>
                <a:gd name="connsiteY393" fmla="*/ 244792 h 310515"/>
                <a:gd name="connsiteX394" fmla="*/ 2912745 w 4351972"/>
                <a:gd name="connsiteY394" fmla="*/ 265747 h 310515"/>
                <a:gd name="connsiteX395" fmla="*/ 2920365 w 4351972"/>
                <a:gd name="connsiteY395" fmla="*/ 277177 h 310515"/>
                <a:gd name="connsiteX396" fmla="*/ 2934653 w 4351972"/>
                <a:gd name="connsiteY396" fmla="*/ 281940 h 310515"/>
                <a:gd name="connsiteX397" fmla="*/ 2961323 w 4351972"/>
                <a:gd name="connsiteY397" fmla="*/ 282892 h 310515"/>
                <a:gd name="connsiteX398" fmla="*/ 2979420 w 4351972"/>
                <a:gd name="connsiteY398" fmla="*/ 282892 h 310515"/>
                <a:gd name="connsiteX399" fmla="*/ 2998470 w 4351972"/>
                <a:gd name="connsiteY399" fmla="*/ 281940 h 310515"/>
                <a:gd name="connsiteX400" fmla="*/ 3014663 w 4351972"/>
                <a:gd name="connsiteY400" fmla="*/ 279082 h 310515"/>
                <a:gd name="connsiteX401" fmla="*/ 3026093 w 4351972"/>
                <a:gd name="connsiteY401" fmla="*/ 273367 h 310515"/>
                <a:gd name="connsiteX402" fmla="*/ 3046095 w 4351972"/>
                <a:gd name="connsiteY402" fmla="*/ 242887 h 310515"/>
                <a:gd name="connsiteX403" fmla="*/ 3059430 w 4351972"/>
                <a:gd name="connsiteY403" fmla="*/ 213360 h 310515"/>
                <a:gd name="connsiteX404" fmla="*/ 3074670 w 4351972"/>
                <a:gd name="connsiteY404" fmla="*/ 213360 h 310515"/>
                <a:gd name="connsiteX405" fmla="*/ 3074670 w 4351972"/>
                <a:gd name="connsiteY405" fmla="*/ 216217 h 310515"/>
                <a:gd name="connsiteX406" fmla="*/ 3068955 w 4351972"/>
                <a:gd name="connsiteY406" fmla="*/ 302895 h 310515"/>
                <a:gd name="connsiteX407" fmla="*/ 2824163 w 4351972"/>
                <a:gd name="connsiteY407" fmla="*/ 302895 h 310515"/>
                <a:gd name="connsiteX408" fmla="*/ 2824163 w 4351972"/>
                <a:gd name="connsiteY408" fmla="*/ 287655 h 310515"/>
                <a:gd name="connsiteX409" fmla="*/ 2840355 w 4351972"/>
                <a:gd name="connsiteY409" fmla="*/ 285750 h 310515"/>
                <a:gd name="connsiteX410" fmla="*/ 2853690 w 4351972"/>
                <a:gd name="connsiteY410" fmla="*/ 282892 h 310515"/>
                <a:gd name="connsiteX411" fmla="*/ 2863215 w 4351972"/>
                <a:gd name="connsiteY411" fmla="*/ 274320 h 310515"/>
                <a:gd name="connsiteX412" fmla="*/ 2866073 w 4351972"/>
                <a:gd name="connsiteY412" fmla="*/ 261937 h 310515"/>
                <a:gd name="connsiteX413" fmla="*/ 2866073 w 4351972"/>
                <a:gd name="connsiteY413" fmla="*/ 49530 h 310515"/>
                <a:gd name="connsiteX414" fmla="*/ 2864168 w 4351972"/>
                <a:gd name="connsiteY414" fmla="*/ 37147 h 310515"/>
                <a:gd name="connsiteX415" fmla="*/ 2854643 w 4351972"/>
                <a:gd name="connsiteY415" fmla="*/ 28575 h 310515"/>
                <a:gd name="connsiteX416" fmla="*/ 2839403 w 4351972"/>
                <a:gd name="connsiteY416" fmla="*/ 23812 h 310515"/>
                <a:gd name="connsiteX417" fmla="*/ 2824163 w 4351972"/>
                <a:gd name="connsiteY417" fmla="*/ 20955 h 310515"/>
                <a:gd name="connsiteX418" fmla="*/ 258128 w 4351972"/>
                <a:gd name="connsiteY418" fmla="*/ 5715 h 310515"/>
                <a:gd name="connsiteX419" fmla="*/ 486728 w 4351972"/>
                <a:gd name="connsiteY419" fmla="*/ 5715 h 310515"/>
                <a:gd name="connsiteX420" fmla="*/ 486728 w 4351972"/>
                <a:gd name="connsiteY420" fmla="*/ 76200 h 310515"/>
                <a:gd name="connsiteX421" fmla="*/ 471488 w 4351972"/>
                <a:gd name="connsiteY421" fmla="*/ 76200 h 310515"/>
                <a:gd name="connsiteX422" fmla="*/ 453390 w 4351972"/>
                <a:gd name="connsiteY422" fmla="*/ 42862 h 310515"/>
                <a:gd name="connsiteX423" fmla="*/ 426720 w 4351972"/>
                <a:gd name="connsiteY423" fmla="*/ 23812 h 310515"/>
                <a:gd name="connsiteX424" fmla="*/ 411480 w 4351972"/>
                <a:gd name="connsiteY424" fmla="*/ 22860 h 310515"/>
                <a:gd name="connsiteX425" fmla="*/ 391478 w 4351972"/>
                <a:gd name="connsiteY425" fmla="*/ 22860 h 310515"/>
                <a:gd name="connsiteX426" fmla="*/ 344805 w 4351972"/>
                <a:gd name="connsiteY426" fmla="*/ 22860 h 310515"/>
                <a:gd name="connsiteX427" fmla="*/ 344805 w 4351972"/>
                <a:gd name="connsiteY427" fmla="*/ 139065 h 310515"/>
                <a:gd name="connsiteX428" fmla="*/ 378143 w 4351972"/>
                <a:gd name="connsiteY428" fmla="*/ 139065 h 310515"/>
                <a:gd name="connsiteX429" fmla="*/ 401003 w 4351972"/>
                <a:gd name="connsiteY429" fmla="*/ 136207 h 310515"/>
                <a:gd name="connsiteX430" fmla="*/ 414338 w 4351972"/>
                <a:gd name="connsiteY430" fmla="*/ 125730 h 310515"/>
                <a:gd name="connsiteX431" fmla="*/ 421958 w 4351972"/>
                <a:gd name="connsiteY431" fmla="*/ 109537 h 310515"/>
                <a:gd name="connsiteX432" fmla="*/ 425768 w 4351972"/>
                <a:gd name="connsiteY432" fmla="*/ 90487 h 310515"/>
                <a:gd name="connsiteX433" fmla="*/ 441008 w 4351972"/>
                <a:gd name="connsiteY433" fmla="*/ 90487 h 310515"/>
                <a:gd name="connsiteX434" fmla="*/ 441008 w 4351972"/>
                <a:gd name="connsiteY434" fmla="*/ 206692 h 310515"/>
                <a:gd name="connsiteX435" fmla="*/ 425768 w 4351972"/>
                <a:gd name="connsiteY435" fmla="*/ 206692 h 310515"/>
                <a:gd name="connsiteX436" fmla="*/ 421005 w 4351972"/>
                <a:gd name="connsiteY436" fmla="*/ 185737 h 310515"/>
                <a:gd name="connsiteX437" fmla="*/ 413385 w 4351972"/>
                <a:gd name="connsiteY437" fmla="*/ 169545 h 310515"/>
                <a:gd name="connsiteX438" fmla="*/ 399098 w 4351972"/>
                <a:gd name="connsiteY438" fmla="*/ 159067 h 310515"/>
                <a:gd name="connsiteX439" fmla="*/ 377190 w 4351972"/>
                <a:gd name="connsiteY439" fmla="*/ 156210 h 310515"/>
                <a:gd name="connsiteX440" fmla="*/ 343853 w 4351972"/>
                <a:gd name="connsiteY440" fmla="*/ 156210 h 310515"/>
                <a:gd name="connsiteX441" fmla="*/ 343853 w 4351972"/>
                <a:gd name="connsiteY441" fmla="*/ 244792 h 310515"/>
                <a:gd name="connsiteX442" fmla="*/ 345758 w 4351972"/>
                <a:gd name="connsiteY442" fmla="*/ 265747 h 310515"/>
                <a:gd name="connsiteX443" fmla="*/ 353378 w 4351972"/>
                <a:gd name="connsiteY443" fmla="*/ 277177 h 310515"/>
                <a:gd name="connsiteX444" fmla="*/ 367665 w 4351972"/>
                <a:gd name="connsiteY444" fmla="*/ 281940 h 310515"/>
                <a:gd name="connsiteX445" fmla="*/ 394335 w 4351972"/>
                <a:gd name="connsiteY445" fmla="*/ 282892 h 310515"/>
                <a:gd name="connsiteX446" fmla="*/ 412433 w 4351972"/>
                <a:gd name="connsiteY446" fmla="*/ 282892 h 310515"/>
                <a:gd name="connsiteX447" fmla="*/ 431483 w 4351972"/>
                <a:gd name="connsiteY447" fmla="*/ 281940 h 310515"/>
                <a:gd name="connsiteX448" fmla="*/ 447675 w 4351972"/>
                <a:gd name="connsiteY448" fmla="*/ 279082 h 310515"/>
                <a:gd name="connsiteX449" fmla="*/ 460058 w 4351972"/>
                <a:gd name="connsiteY449" fmla="*/ 273367 h 310515"/>
                <a:gd name="connsiteX450" fmla="*/ 480060 w 4351972"/>
                <a:gd name="connsiteY450" fmla="*/ 242887 h 310515"/>
                <a:gd name="connsiteX451" fmla="*/ 493395 w 4351972"/>
                <a:gd name="connsiteY451" fmla="*/ 213360 h 310515"/>
                <a:gd name="connsiteX452" fmla="*/ 508635 w 4351972"/>
                <a:gd name="connsiteY452" fmla="*/ 213360 h 310515"/>
                <a:gd name="connsiteX453" fmla="*/ 508635 w 4351972"/>
                <a:gd name="connsiteY453" fmla="*/ 216217 h 310515"/>
                <a:gd name="connsiteX454" fmla="*/ 502920 w 4351972"/>
                <a:gd name="connsiteY454" fmla="*/ 302895 h 310515"/>
                <a:gd name="connsiteX455" fmla="*/ 258128 w 4351972"/>
                <a:gd name="connsiteY455" fmla="*/ 302895 h 310515"/>
                <a:gd name="connsiteX456" fmla="*/ 258128 w 4351972"/>
                <a:gd name="connsiteY456" fmla="*/ 287655 h 310515"/>
                <a:gd name="connsiteX457" fmla="*/ 274320 w 4351972"/>
                <a:gd name="connsiteY457" fmla="*/ 285750 h 310515"/>
                <a:gd name="connsiteX458" fmla="*/ 287655 w 4351972"/>
                <a:gd name="connsiteY458" fmla="*/ 282892 h 310515"/>
                <a:gd name="connsiteX459" fmla="*/ 297180 w 4351972"/>
                <a:gd name="connsiteY459" fmla="*/ 274320 h 310515"/>
                <a:gd name="connsiteX460" fmla="*/ 300038 w 4351972"/>
                <a:gd name="connsiteY460" fmla="*/ 261937 h 310515"/>
                <a:gd name="connsiteX461" fmla="*/ 300038 w 4351972"/>
                <a:gd name="connsiteY461" fmla="*/ 49530 h 310515"/>
                <a:gd name="connsiteX462" fmla="*/ 298133 w 4351972"/>
                <a:gd name="connsiteY462" fmla="*/ 37147 h 310515"/>
                <a:gd name="connsiteX463" fmla="*/ 288608 w 4351972"/>
                <a:gd name="connsiteY463" fmla="*/ 28575 h 310515"/>
                <a:gd name="connsiteX464" fmla="*/ 273368 w 4351972"/>
                <a:gd name="connsiteY464" fmla="*/ 23812 h 310515"/>
                <a:gd name="connsiteX465" fmla="*/ 258128 w 4351972"/>
                <a:gd name="connsiteY465" fmla="*/ 20955 h 310515"/>
                <a:gd name="connsiteX466" fmla="*/ 3640456 w 4351972"/>
                <a:gd name="connsiteY466" fmla="*/ 4763 h 310515"/>
                <a:gd name="connsiteX467" fmla="*/ 3773806 w 4351972"/>
                <a:gd name="connsiteY467" fmla="*/ 4763 h 310515"/>
                <a:gd name="connsiteX468" fmla="*/ 3773806 w 4351972"/>
                <a:gd name="connsiteY468" fmla="*/ 20003 h 310515"/>
                <a:gd name="connsiteX469" fmla="*/ 3758565 w 4351972"/>
                <a:gd name="connsiteY469" fmla="*/ 21908 h 310515"/>
                <a:gd name="connsiteX470" fmla="*/ 3743325 w 4351972"/>
                <a:gd name="connsiteY470" fmla="*/ 25718 h 310515"/>
                <a:gd name="connsiteX471" fmla="*/ 3732848 w 4351972"/>
                <a:gd name="connsiteY471" fmla="*/ 33338 h 310515"/>
                <a:gd name="connsiteX472" fmla="*/ 3729990 w 4351972"/>
                <a:gd name="connsiteY472" fmla="*/ 45720 h 310515"/>
                <a:gd name="connsiteX473" fmla="*/ 3729990 w 4351972"/>
                <a:gd name="connsiteY473" fmla="*/ 259080 h 310515"/>
                <a:gd name="connsiteX474" fmla="*/ 3732848 w 4351972"/>
                <a:gd name="connsiteY474" fmla="*/ 271463 h 310515"/>
                <a:gd name="connsiteX475" fmla="*/ 3743325 w 4351972"/>
                <a:gd name="connsiteY475" fmla="*/ 280035 h 310515"/>
                <a:gd name="connsiteX476" fmla="*/ 3757613 w 4351972"/>
                <a:gd name="connsiteY476" fmla="*/ 283845 h 310515"/>
                <a:gd name="connsiteX477" fmla="*/ 3774758 w 4351972"/>
                <a:gd name="connsiteY477" fmla="*/ 285750 h 310515"/>
                <a:gd name="connsiteX478" fmla="*/ 3774758 w 4351972"/>
                <a:gd name="connsiteY478" fmla="*/ 302895 h 310515"/>
                <a:gd name="connsiteX479" fmla="*/ 3772853 w 4351972"/>
                <a:gd name="connsiteY479" fmla="*/ 302895 h 310515"/>
                <a:gd name="connsiteX480" fmla="*/ 3639503 w 4351972"/>
                <a:gd name="connsiteY480" fmla="*/ 302895 h 310515"/>
                <a:gd name="connsiteX481" fmla="*/ 3639503 w 4351972"/>
                <a:gd name="connsiteY481" fmla="*/ 287655 h 310515"/>
                <a:gd name="connsiteX482" fmla="*/ 3655695 w 4351972"/>
                <a:gd name="connsiteY482" fmla="*/ 286703 h 310515"/>
                <a:gd name="connsiteX483" fmla="*/ 3670936 w 4351972"/>
                <a:gd name="connsiteY483" fmla="*/ 283845 h 310515"/>
                <a:gd name="connsiteX484" fmla="*/ 3681413 w 4351972"/>
                <a:gd name="connsiteY484" fmla="*/ 276225 h 310515"/>
                <a:gd name="connsiteX485" fmla="*/ 3684270 w 4351972"/>
                <a:gd name="connsiteY485" fmla="*/ 262890 h 310515"/>
                <a:gd name="connsiteX486" fmla="*/ 3684270 w 4351972"/>
                <a:gd name="connsiteY486" fmla="*/ 48578 h 310515"/>
                <a:gd name="connsiteX487" fmla="*/ 3682365 w 4351972"/>
                <a:gd name="connsiteY487" fmla="*/ 36195 h 310515"/>
                <a:gd name="connsiteX488" fmla="*/ 3671888 w 4351972"/>
                <a:gd name="connsiteY488" fmla="*/ 27623 h 310515"/>
                <a:gd name="connsiteX489" fmla="*/ 3655695 w 4351972"/>
                <a:gd name="connsiteY489" fmla="*/ 22860 h 310515"/>
                <a:gd name="connsiteX490" fmla="*/ 3640456 w 4351972"/>
                <a:gd name="connsiteY490" fmla="*/ 20003 h 310515"/>
                <a:gd name="connsiteX491" fmla="*/ 2371725 w 4351972"/>
                <a:gd name="connsiteY491" fmla="*/ 4763 h 310515"/>
                <a:gd name="connsiteX492" fmla="*/ 2505075 w 4351972"/>
                <a:gd name="connsiteY492" fmla="*/ 4763 h 310515"/>
                <a:gd name="connsiteX493" fmla="*/ 2505075 w 4351972"/>
                <a:gd name="connsiteY493" fmla="*/ 20003 h 310515"/>
                <a:gd name="connsiteX494" fmla="*/ 2489835 w 4351972"/>
                <a:gd name="connsiteY494" fmla="*/ 21908 h 310515"/>
                <a:gd name="connsiteX495" fmla="*/ 2474595 w 4351972"/>
                <a:gd name="connsiteY495" fmla="*/ 25718 h 310515"/>
                <a:gd name="connsiteX496" fmla="*/ 2464117 w 4351972"/>
                <a:gd name="connsiteY496" fmla="*/ 33338 h 310515"/>
                <a:gd name="connsiteX497" fmla="*/ 2461260 w 4351972"/>
                <a:gd name="connsiteY497" fmla="*/ 45720 h 310515"/>
                <a:gd name="connsiteX498" fmla="*/ 2461260 w 4351972"/>
                <a:gd name="connsiteY498" fmla="*/ 259080 h 310515"/>
                <a:gd name="connsiteX499" fmla="*/ 2464117 w 4351972"/>
                <a:gd name="connsiteY499" fmla="*/ 271463 h 310515"/>
                <a:gd name="connsiteX500" fmla="*/ 2474595 w 4351972"/>
                <a:gd name="connsiteY500" fmla="*/ 280035 h 310515"/>
                <a:gd name="connsiteX501" fmla="*/ 2488882 w 4351972"/>
                <a:gd name="connsiteY501" fmla="*/ 283845 h 310515"/>
                <a:gd name="connsiteX502" fmla="*/ 2506027 w 4351972"/>
                <a:gd name="connsiteY502" fmla="*/ 285750 h 310515"/>
                <a:gd name="connsiteX503" fmla="*/ 2506027 w 4351972"/>
                <a:gd name="connsiteY503" fmla="*/ 302895 h 310515"/>
                <a:gd name="connsiteX504" fmla="*/ 2503170 w 4351972"/>
                <a:gd name="connsiteY504" fmla="*/ 302895 h 310515"/>
                <a:gd name="connsiteX505" fmla="*/ 2369820 w 4351972"/>
                <a:gd name="connsiteY505" fmla="*/ 302895 h 310515"/>
                <a:gd name="connsiteX506" fmla="*/ 2369820 w 4351972"/>
                <a:gd name="connsiteY506" fmla="*/ 287655 h 310515"/>
                <a:gd name="connsiteX507" fmla="*/ 2386012 w 4351972"/>
                <a:gd name="connsiteY507" fmla="*/ 286703 h 310515"/>
                <a:gd name="connsiteX508" fmla="*/ 2401252 w 4351972"/>
                <a:gd name="connsiteY508" fmla="*/ 283845 h 310515"/>
                <a:gd name="connsiteX509" fmla="*/ 2411730 w 4351972"/>
                <a:gd name="connsiteY509" fmla="*/ 276225 h 310515"/>
                <a:gd name="connsiteX510" fmla="*/ 2414587 w 4351972"/>
                <a:gd name="connsiteY510" fmla="*/ 262890 h 310515"/>
                <a:gd name="connsiteX511" fmla="*/ 2414587 w 4351972"/>
                <a:gd name="connsiteY511" fmla="*/ 48578 h 310515"/>
                <a:gd name="connsiteX512" fmla="*/ 2412682 w 4351972"/>
                <a:gd name="connsiteY512" fmla="*/ 36195 h 310515"/>
                <a:gd name="connsiteX513" fmla="*/ 2402205 w 4351972"/>
                <a:gd name="connsiteY513" fmla="*/ 27623 h 310515"/>
                <a:gd name="connsiteX514" fmla="*/ 2386965 w 4351972"/>
                <a:gd name="connsiteY514" fmla="*/ 22860 h 310515"/>
                <a:gd name="connsiteX515" fmla="*/ 2371725 w 4351972"/>
                <a:gd name="connsiteY515" fmla="*/ 20003 h 310515"/>
                <a:gd name="connsiteX516" fmla="*/ 827723 w 4351972"/>
                <a:gd name="connsiteY516" fmla="*/ 4763 h 310515"/>
                <a:gd name="connsiteX517" fmla="*/ 961073 w 4351972"/>
                <a:gd name="connsiteY517" fmla="*/ 4763 h 310515"/>
                <a:gd name="connsiteX518" fmla="*/ 961073 w 4351972"/>
                <a:gd name="connsiteY518" fmla="*/ 20003 h 310515"/>
                <a:gd name="connsiteX519" fmla="*/ 945833 w 4351972"/>
                <a:gd name="connsiteY519" fmla="*/ 21908 h 310515"/>
                <a:gd name="connsiteX520" fmla="*/ 930593 w 4351972"/>
                <a:gd name="connsiteY520" fmla="*/ 25718 h 310515"/>
                <a:gd name="connsiteX521" fmla="*/ 920115 w 4351972"/>
                <a:gd name="connsiteY521" fmla="*/ 33338 h 310515"/>
                <a:gd name="connsiteX522" fmla="*/ 917258 w 4351972"/>
                <a:gd name="connsiteY522" fmla="*/ 45720 h 310515"/>
                <a:gd name="connsiteX523" fmla="*/ 917258 w 4351972"/>
                <a:gd name="connsiteY523" fmla="*/ 259080 h 310515"/>
                <a:gd name="connsiteX524" fmla="*/ 920115 w 4351972"/>
                <a:gd name="connsiteY524" fmla="*/ 271463 h 310515"/>
                <a:gd name="connsiteX525" fmla="*/ 930593 w 4351972"/>
                <a:gd name="connsiteY525" fmla="*/ 280035 h 310515"/>
                <a:gd name="connsiteX526" fmla="*/ 944880 w 4351972"/>
                <a:gd name="connsiteY526" fmla="*/ 283845 h 310515"/>
                <a:gd name="connsiteX527" fmla="*/ 962025 w 4351972"/>
                <a:gd name="connsiteY527" fmla="*/ 285750 h 310515"/>
                <a:gd name="connsiteX528" fmla="*/ 962025 w 4351972"/>
                <a:gd name="connsiteY528" fmla="*/ 302895 h 310515"/>
                <a:gd name="connsiteX529" fmla="*/ 961073 w 4351972"/>
                <a:gd name="connsiteY529" fmla="*/ 302895 h 310515"/>
                <a:gd name="connsiteX530" fmla="*/ 827723 w 4351972"/>
                <a:gd name="connsiteY530" fmla="*/ 302895 h 310515"/>
                <a:gd name="connsiteX531" fmla="*/ 827723 w 4351972"/>
                <a:gd name="connsiteY531" fmla="*/ 287655 h 310515"/>
                <a:gd name="connsiteX532" fmla="*/ 843915 w 4351972"/>
                <a:gd name="connsiteY532" fmla="*/ 286703 h 310515"/>
                <a:gd name="connsiteX533" fmla="*/ 859155 w 4351972"/>
                <a:gd name="connsiteY533" fmla="*/ 283845 h 310515"/>
                <a:gd name="connsiteX534" fmla="*/ 868680 w 4351972"/>
                <a:gd name="connsiteY534" fmla="*/ 276225 h 310515"/>
                <a:gd name="connsiteX535" fmla="*/ 871538 w 4351972"/>
                <a:gd name="connsiteY535" fmla="*/ 262890 h 310515"/>
                <a:gd name="connsiteX536" fmla="*/ 871538 w 4351972"/>
                <a:gd name="connsiteY536" fmla="*/ 48578 h 310515"/>
                <a:gd name="connsiteX537" fmla="*/ 869633 w 4351972"/>
                <a:gd name="connsiteY537" fmla="*/ 36195 h 310515"/>
                <a:gd name="connsiteX538" fmla="*/ 859155 w 4351972"/>
                <a:gd name="connsiteY538" fmla="*/ 27623 h 310515"/>
                <a:gd name="connsiteX539" fmla="*/ 842963 w 4351972"/>
                <a:gd name="connsiteY539" fmla="*/ 22860 h 310515"/>
                <a:gd name="connsiteX540" fmla="*/ 827723 w 4351972"/>
                <a:gd name="connsiteY540" fmla="*/ 20003 h 310515"/>
                <a:gd name="connsiteX541" fmla="*/ 3500437 w 4351972"/>
                <a:gd name="connsiteY541" fmla="*/ 1905 h 310515"/>
                <a:gd name="connsiteX542" fmla="*/ 3536632 w 4351972"/>
                <a:gd name="connsiteY542" fmla="*/ 8572 h 310515"/>
                <a:gd name="connsiteX543" fmla="*/ 3566160 w 4351972"/>
                <a:gd name="connsiteY543" fmla="*/ 22860 h 310515"/>
                <a:gd name="connsiteX544" fmla="*/ 3574732 w 4351972"/>
                <a:gd name="connsiteY544" fmla="*/ 8572 h 310515"/>
                <a:gd name="connsiteX545" fmla="*/ 3590925 w 4351972"/>
                <a:gd name="connsiteY545" fmla="*/ 8572 h 310515"/>
                <a:gd name="connsiteX546" fmla="*/ 3592830 w 4351972"/>
                <a:gd name="connsiteY546" fmla="*/ 106680 h 310515"/>
                <a:gd name="connsiteX547" fmla="*/ 3575685 w 4351972"/>
                <a:gd name="connsiteY547" fmla="*/ 106680 h 310515"/>
                <a:gd name="connsiteX548" fmla="*/ 3565207 w 4351972"/>
                <a:gd name="connsiteY548" fmla="*/ 74295 h 310515"/>
                <a:gd name="connsiteX549" fmla="*/ 3549968 w 4351972"/>
                <a:gd name="connsiteY549" fmla="*/ 46672 h 310515"/>
                <a:gd name="connsiteX550" fmla="*/ 3528060 w 4351972"/>
                <a:gd name="connsiteY550" fmla="*/ 27622 h 310515"/>
                <a:gd name="connsiteX551" fmla="*/ 3496627 w 4351972"/>
                <a:gd name="connsiteY551" fmla="*/ 20002 h 310515"/>
                <a:gd name="connsiteX552" fmla="*/ 3463290 w 4351972"/>
                <a:gd name="connsiteY552" fmla="*/ 32385 h 310515"/>
                <a:gd name="connsiteX553" fmla="*/ 3449002 w 4351972"/>
                <a:gd name="connsiteY553" fmla="*/ 63817 h 310515"/>
                <a:gd name="connsiteX554" fmla="*/ 3457575 w 4351972"/>
                <a:gd name="connsiteY554" fmla="*/ 95250 h 310515"/>
                <a:gd name="connsiteX555" fmla="*/ 3483293 w 4351972"/>
                <a:gd name="connsiteY555" fmla="*/ 116205 h 310515"/>
                <a:gd name="connsiteX556" fmla="*/ 3512820 w 4351972"/>
                <a:gd name="connsiteY556" fmla="*/ 128587 h 310515"/>
                <a:gd name="connsiteX557" fmla="*/ 3541395 w 4351972"/>
                <a:gd name="connsiteY557" fmla="*/ 140017 h 310515"/>
                <a:gd name="connsiteX558" fmla="*/ 3565207 w 4351972"/>
                <a:gd name="connsiteY558" fmla="*/ 152400 h 310515"/>
                <a:gd name="connsiteX559" fmla="*/ 3588068 w 4351972"/>
                <a:gd name="connsiteY559" fmla="*/ 167640 h 310515"/>
                <a:gd name="connsiteX560" fmla="*/ 3602355 w 4351972"/>
                <a:gd name="connsiteY560" fmla="*/ 190500 h 310515"/>
                <a:gd name="connsiteX561" fmla="*/ 3607118 w 4351972"/>
                <a:gd name="connsiteY561" fmla="*/ 219075 h 310515"/>
                <a:gd name="connsiteX562" fmla="*/ 3578543 w 4351972"/>
                <a:gd name="connsiteY562" fmla="*/ 283845 h 310515"/>
                <a:gd name="connsiteX563" fmla="*/ 3507105 w 4351972"/>
                <a:gd name="connsiteY563" fmla="*/ 309562 h 310515"/>
                <a:gd name="connsiteX564" fmla="*/ 3468052 w 4351972"/>
                <a:gd name="connsiteY564" fmla="*/ 302895 h 310515"/>
                <a:gd name="connsiteX565" fmla="*/ 3433762 w 4351972"/>
                <a:gd name="connsiteY565" fmla="*/ 287655 h 310515"/>
                <a:gd name="connsiteX566" fmla="*/ 3425190 w 4351972"/>
                <a:gd name="connsiteY566" fmla="*/ 302895 h 310515"/>
                <a:gd name="connsiteX567" fmla="*/ 3408998 w 4351972"/>
                <a:gd name="connsiteY567" fmla="*/ 302895 h 310515"/>
                <a:gd name="connsiteX568" fmla="*/ 3406140 w 4351972"/>
                <a:gd name="connsiteY568" fmla="*/ 201930 h 310515"/>
                <a:gd name="connsiteX569" fmla="*/ 3422332 w 4351972"/>
                <a:gd name="connsiteY569" fmla="*/ 201930 h 310515"/>
                <a:gd name="connsiteX570" fmla="*/ 3434715 w 4351972"/>
                <a:gd name="connsiteY570" fmla="*/ 236220 h 310515"/>
                <a:gd name="connsiteX571" fmla="*/ 3452812 w 4351972"/>
                <a:gd name="connsiteY571" fmla="*/ 264795 h 310515"/>
                <a:gd name="connsiteX572" fmla="*/ 3478530 w 4351972"/>
                <a:gd name="connsiteY572" fmla="*/ 284797 h 310515"/>
                <a:gd name="connsiteX573" fmla="*/ 3511868 w 4351972"/>
                <a:gd name="connsiteY573" fmla="*/ 292417 h 310515"/>
                <a:gd name="connsiteX574" fmla="*/ 3536632 w 4351972"/>
                <a:gd name="connsiteY574" fmla="*/ 288607 h 310515"/>
                <a:gd name="connsiteX575" fmla="*/ 3553777 w 4351972"/>
                <a:gd name="connsiteY575" fmla="*/ 278130 h 310515"/>
                <a:gd name="connsiteX576" fmla="*/ 3563302 w 4351972"/>
                <a:gd name="connsiteY576" fmla="*/ 261937 h 310515"/>
                <a:gd name="connsiteX577" fmla="*/ 3566160 w 4351972"/>
                <a:gd name="connsiteY577" fmla="*/ 240982 h 310515"/>
                <a:gd name="connsiteX578" fmla="*/ 3556635 w 4351972"/>
                <a:gd name="connsiteY578" fmla="*/ 207645 h 310515"/>
                <a:gd name="connsiteX579" fmla="*/ 3527107 w 4351972"/>
                <a:gd name="connsiteY579" fmla="*/ 184785 h 310515"/>
                <a:gd name="connsiteX580" fmla="*/ 3495675 w 4351972"/>
                <a:gd name="connsiteY580" fmla="*/ 172402 h 310515"/>
                <a:gd name="connsiteX581" fmla="*/ 3465195 w 4351972"/>
                <a:gd name="connsiteY581" fmla="*/ 160020 h 310515"/>
                <a:gd name="connsiteX582" fmla="*/ 3426143 w 4351972"/>
                <a:gd name="connsiteY582" fmla="*/ 130492 h 310515"/>
                <a:gd name="connsiteX583" fmla="*/ 3411855 w 4351972"/>
                <a:gd name="connsiteY583" fmla="*/ 82867 h 310515"/>
                <a:gd name="connsiteX584" fmla="*/ 3418523 w 4351972"/>
                <a:gd name="connsiteY584" fmla="*/ 51435 h 310515"/>
                <a:gd name="connsiteX585" fmla="*/ 3437573 w 4351972"/>
                <a:gd name="connsiteY585" fmla="*/ 25717 h 310515"/>
                <a:gd name="connsiteX586" fmla="*/ 3466148 w 4351972"/>
                <a:gd name="connsiteY586" fmla="*/ 8572 h 310515"/>
                <a:gd name="connsiteX587" fmla="*/ 3500437 w 4351972"/>
                <a:gd name="connsiteY587" fmla="*/ 1905 h 310515"/>
                <a:gd name="connsiteX588" fmla="*/ 1459230 w 4351972"/>
                <a:gd name="connsiteY588" fmla="*/ 0 h 310515"/>
                <a:gd name="connsiteX589" fmla="*/ 1503045 w 4351972"/>
                <a:gd name="connsiteY589" fmla="*/ 6667 h 310515"/>
                <a:gd name="connsiteX590" fmla="*/ 1535430 w 4351972"/>
                <a:gd name="connsiteY590" fmla="*/ 20955 h 310515"/>
                <a:gd name="connsiteX591" fmla="*/ 1544003 w 4351972"/>
                <a:gd name="connsiteY591" fmla="*/ 6667 h 310515"/>
                <a:gd name="connsiteX592" fmla="*/ 1560195 w 4351972"/>
                <a:gd name="connsiteY592" fmla="*/ 6667 h 310515"/>
                <a:gd name="connsiteX593" fmla="*/ 1562100 w 4351972"/>
                <a:gd name="connsiteY593" fmla="*/ 109537 h 310515"/>
                <a:gd name="connsiteX594" fmla="*/ 1544955 w 4351972"/>
                <a:gd name="connsiteY594" fmla="*/ 109537 h 310515"/>
                <a:gd name="connsiteX595" fmla="*/ 1534478 w 4351972"/>
                <a:gd name="connsiteY595" fmla="*/ 76200 h 310515"/>
                <a:gd name="connsiteX596" fmla="*/ 1518285 w 4351972"/>
                <a:gd name="connsiteY596" fmla="*/ 46672 h 310515"/>
                <a:gd name="connsiteX597" fmla="*/ 1493520 w 4351972"/>
                <a:gd name="connsiteY597" fmla="*/ 25717 h 310515"/>
                <a:gd name="connsiteX598" fmla="*/ 1458278 w 4351972"/>
                <a:gd name="connsiteY598" fmla="*/ 18097 h 310515"/>
                <a:gd name="connsiteX599" fmla="*/ 1418273 w 4351972"/>
                <a:gd name="connsiteY599" fmla="*/ 27622 h 310515"/>
                <a:gd name="connsiteX600" fmla="*/ 1387793 w 4351972"/>
                <a:gd name="connsiteY600" fmla="*/ 54292 h 310515"/>
                <a:gd name="connsiteX601" fmla="*/ 1368743 w 4351972"/>
                <a:gd name="connsiteY601" fmla="*/ 97155 h 310515"/>
                <a:gd name="connsiteX602" fmla="*/ 1362075 w 4351972"/>
                <a:gd name="connsiteY602" fmla="*/ 155257 h 310515"/>
                <a:gd name="connsiteX603" fmla="*/ 1368743 w 4351972"/>
                <a:gd name="connsiteY603" fmla="*/ 208597 h 310515"/>
                <a:gd name="connsiteX604" fmla="*/ 1388745 w 4351972"/>
                <a:gd name="connsiteY604" fmla="*/ 251460 h 310515"/>
                <a:gd name="connsiteX605" fmla="*/ 1421130 w 4351972"/>
                <a:gd name="connsiteY605" fmla="*/ 280987 h 310515"/>
                <a:gd name="connsiteX606" fmla="*/ 1464945 w 4351972"/>
                <a:gd name="connsiteY606" fmla="*/ 291465 h 310515"/>
                <a:gd name="connsiteX607" fmla="*/ 1498283 w 4351972"/>
                <a:gd name="connsiteY607" fmla="*/ 285750 h 310515"/>
                <a:gd name="connsiteX608" fmla="*/ 1519238 w 4351972"/>
                <a:gd name="connsiteY608" fmla="*/ 274320 h 310515"/>
                <a:gd name="connsiteX609" fmla="*/ 1521143 w 4351972"/>
                <a:gd name="connsiteY609" fmla="*/ 252412 h 310515"/>
                <a:gd name="connsiteX610" fmla="*/ 1521143 w 4351972"/>
                <a:gd name="connsiteY610" fmla="*/ 233362 h 310515"/>
                <a:gd name="connsiteX611" fmla="*/ 1521143 w 4351972"/>
                <a:gd name="connsiteY611" fmla="*/ 217170 h 310515"/>
                <a:gd name="connsiteX612" fmla="*/ 1518285 w 4351972"/>
                <a:gd name="connsiteY612" fmla="*/ 201930 h 310515"/>
                <a:gd name="connsiteX613" fmla="*/ 1508760 w 4351972"/>
                <a:gd name="connsiteY613" fmla="*/ 192405 h 310515"/>
                <a:gd name="connsiteX614" fmla="*/ 1489710 w 4351972"/>
                <a:gd name="connsiteY614" fmla="*/ 187642 h 310515"/>
                <a:gd name="connsiteX615" fmla="*/ 1471613 w 4351972"/>
                <a:gd name="connsiteY615" fmla="*/ 185737 h 310515"/>
                <a:gd name="connsiteX616" fmla="*/ 1471613 w 4351972"/>
                <a:gd name="connsiteY616" fmla="*/ 170497 h 310515"/>
                <a:gd name="connsiteX617" fmla="*/ 1601153 w 4351972"/>
                <a:gd name="connsiteY617" fmla="*/ 170497 h 310515"/>
                <a:gd name="connsiteX618" fmla="*/ 1601153 w 4351972"/>
                <a:gd name="connsiteY618" fmla="*/ 184785 h 310515"/>
                <a:gd name="connsiteX619" fmla="*/ 1587818 w 4351972"/>
                <a:gd name="connsiteY619" fmla="*/ 186690 h 310515"/>
                <a:gd name="connsiteX620" fmla="*/ 1574483 w 4351972"/>
                <a:gd name="connsiteY620" fmla="*/ 190500 h 310515"/>
                <a:gd name="connsiteX621" fmla="*/ 1565910 w 4351972"/>
                <a:gd name="connsiteY621" fmla="*/ 199072 h 310515"/>
                <a:gd name="connsiteX622" fmla="*/ 1563053 w 4351972"/>
                <a:gd name="connsiteY622" fmla="*/ 212407 h 310515"/>
                <a:gd name="connsiteX623" fmla="*/ 1563053 w 4351972"/>
                <a:gd name="connsiteY623" fmla="*/ 235267 h 310515"/>
                <a:gd name="connsiteX624" fmla="*/ 1563053 w 4351972"/>
                <a:gd name="connsiteY624" fmla="*/ 268605 h 310515"/>
                <a:gd name="connsiteX625" fmla="*/ 1564005 w 4351972"/>
                <a:gd name="connsiteY625" fmla="*/ 282892 h 310515"/>
                <a:gd name="connsiteX626" fmla="*/ 1508760 w 4351972"/>
                <a:gd name="connsiteY626" fmla="*/ 301942 h 310515"/>
                <a:gd name="connsiteX627" fmla="*/ 1454468 w 4351972"/>
                <a:gd name="connsiteY627" fmla="*/ 308610 h 310515"/>
                <a:gd name="connsiteX628" fmla="*/ 1400175 w 4351972"/>
                <a:gd name="connsiteY628" fmla="*/ 298132 h 310515"/>
                <a:gd name="connsiteX629" fmla="*/ 1354455 w 4351972"/>
                <a:gd name="connsiteY629" fmla="*/ 267652 h 310515"/>
                <a:gd name="connsiteX630" fmla="*/ 1323023 w 4351972"/>
                <a:gd name="connsiteY630" fmla="*/ 220027 h 310515"/>
                <a:gd name="connsiteX631" fmla="*/ 1311593 w 4351972"/>
                <a:gd name="connsiteY631" fmla="*/ 157162 h 310515"/>
                <a:gd name="connsiteX632" fmla="*/ 1323023 w 4351972"/>
                <a:gd name="connsiteY632" fmla="*/ 94297 h 310515"/>
                <a:gd name="connsiteX633" fmla="*/ 1354455 w 4351972"/>
                <a:gd name="connsiteY633" fmla="*/ 43815 h 310515"/>
                <a:gd name="connsiteX634" fmla="*/ 1401128 w 4351972"/>
                <a:gd name="connsiteY634" fmla="*/ 11430 h 310515"/>
                <a:gd name="connsiteX635" fmla="*/ 1459230 w 4351972"/>
                <a:gd name="connsiteY635" fmla="*/ 0 h 31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4351972" h="310515">
                  <a:moveTo>
                    <a:pt x="3189922" y="24765"/>
                  </a:moveTo>
                  <a:lnTo>
                    <a:pt x="3189922" y="151448"/>
                  </a:lnTo>
                  <a:lnTo>
                    <a:pt x="3217545" y="151448"/>
                  </a:lnTo>
                  <a:cubicBezTo>
                    <a:pt x="3236595" y="151448"/>
                    <a:pt x="3252787" y="145733"/>
                    <a:pt x="3266122" y="133350"/>
                  </a:cubicBezTo>
                  <a:cubicBezTo>
                    <a:pt x="3277552" y="120968"/>
                    <a:pt x="3284220" y="103823"/>
                    <a:pt x="3284220" y="82868"/>
                  </a:cubicBezTo>
                  <a:cubicBezTo>
                    <a:pt x="3284220" y="64770"/>
                    <a:pt x="3279457" y="50483"/>
                    <a:pt x="3268980" y="40005"/>
                  </a:cubicBezTo>
                  <a:cubicBezTo>
                    <a:pt x="3258502" y="29528"/>
                    <a:pt x="3244214" y="24765"/>
                    <a:pt x="3225164" y="24765"/>
                  </a:cubicBezTo>
                  <a:close/>
                  <a:moveTo>
                    <a:pt x="83820" y="24765"/>
                  </a:moveTo>
                  <a:lnTo>
                    <a:pt x="83820" y="155258"/>
                  </a:lnTo>
                  <a:lnTo>
                    <a:pt x="104775" y="155258"/>
                  </a:lnTo>
                  <a:cubicBezTo>
                    <a:pt x="120015" y="155258"/>
                    <a:pt x="131445" y="153353"/>
                    <a:pt x="140970" y="148590"/>
                  </a:cubicBezTo>
                  <a:cubicBezTo>
                    <a:pt x="151447" y="143828"/>
                    <a:pt x="158115" y="138113"/>
                    <a:pt x="162877" y="130493"/>
                  </a:cubicBezTo>
                  <a:cubicBezTo>
                    <a:pt x="167640" y="123825"/>
                    <a:pt x="170497" y="117158"/>
                    <a:pt x="172402" y="109538"/>
                  </a:cubicBezTo>
                  <a:cubicBezTo>
                    <a:pt x="174307" y="102870"/>
                    <a:pt x="174307" y="96203"/>
                    <a:pt x="174307" y="90488"/>
                  </a:cubicBezTo>
                  <a:cubicBezTo>
                    <a:pt x="174307" y="82868"/>
                    <a:pt x="173355" y="74295"/>
                    <a:pt x="171450" y="66675"/>
                  </a:cubicBezTo>
                  <a:cubicBezTo>
                    <a:pt x="169545" y="58103"/>
                    <a:pt x="166687" y="51435"/>
                    <a:pt x="161925" y="45720"/>
                  </a:cubicBezTo>
                  <a:cubicBezTo>
                    <a:pt x="157162" y="39053"/>
                    <a:pt x="150495" y="34290"/>
                    <a:pt x="142875" y="30480"/>
                  </a:cubicBezTo>
                  <a:cubicBezTo>
                    <a:pt x="135255" y="26670"/>
                    <a:pt x="124777" y="24765"/>
                    <a:pt x="113347" y="24765"/>
                  </a:cubicBezTo>
                  <a:close/>
                  <a:moveTo>
                    <a:pt x="4067175" y="7620"/>
                  </a:moveTo>
                  <a:lnTo>
                    <a:pt x="4192905" y="7620"/>
                  </a:lnTo>
                  <a:lnTo>
                    <a:pt x="4192905" y="22860"/>
                  </a:lnTo>
                  <a:cubicBezTo>
                    <a:pt x="4178617" y="22860"/>
                    <a:pt x="4169092" y="23812"/>
                    <a:pt x="4163377" y="25717"/>
                  </a:cubicBezTo>
                  <a:cubicBezTo>
                    <a:pt x="4157662" y="27622"/>
                    <a:pt x="4154805" y="29527"/>
                    <a:pt x="4154805" y="32385"/>
                  </a:cubicBezTo>
                  <a:cubicBezTo>
                    <a:pt x="4154805" y="33337"/>
                    <a:pt x="4154805" y="34290"/>
                    <a:pt x="4155757" y="37147"/>
                  </a:cubicBezTo>
                  <a:cubicBezTo>
                    <a:pt x="4156710" y="39052"/>
                    <a:pt x="4157662" y="41910"/>
                    <a:pt x="4159567" y="44767"/>
                  </a:cubicBezTo>
                  <a:cubicBezTo>
                    <a:pt x="4161472" y="48577"/>
                    <a:pt x="4163377" y="52387"/>
                    <a:pt x="4166235" y="57150"/>
                  </a:cubicBezTo>
                  <a:cubicBezTo>
                    <a:pt x="4169092" y="61912"/>
                    <a:pt x="4170997" y="66675"/>
                    <a:pt x="4172902" y="70485"/>
                  </a:cubicBezTo>
                  <a:cubicBezTo>
                    <a:pt x="4179570" y="82867"/>
                    <a:pt x="4186237" y="95250"/>
                    <a:pt x="4192905" y="107632"/>
                  </a:cubicBezTo>
                  <a:cubicBezTo>
                    <a:pt x="4199572" y="120015"/>
                    <a:pt x="4208145" y="136207"/>
                    <a:pt x="4219575" y="155257"/>
                  </a:cubicBezTo>
                  <a:cubicBezTo>
                    <a:pt x="4241482" y="120015"/>
                    <a:pt x="4257675" y="92392"/>
                    <a:pt x="4270057" y="73342"/>
                  </a:cubicBezTo>
                  <a:cubicBezTo>
                    <a:pt x="4281487" y="53340"/>
                    <a:pt x="4287202" y="41910"/>
                    <a:pt x="4287202" y="38100"/>
                  </a:cubicBezTo>
                  <a:cubicBezTo>
                    <a:pt x="4287202" y="35242"/>
                    <a:pt x="4286250" y="32385"/>
                    <a:pt x="4283392" y="30480"/>
                  </a:cubicBezTo>
                  <a:cubicBezTo>
                    <a:pt x="4281487" y="28575"/>
                    <a:pt x="4277677" y="26670"/>
                    <a:pt x="4273867" y="25717"/>
                  </a:cubicBezTo>
                  <a:cubicBezTo>
                    <a:pt x="4270057" y="24765"/>
                    <a:pt x="4265295" y="23812"/>
                    <a:pt x="4260532" y="23812"/>
                  </a:cubicBezTo>
                  <a:cubicBezTo>
                    <a:pt x="4255770" y="23812"/>
                    <a:pt x="4251007" y="22860"/>
                    <a:pt x="4247197" y="22860"/>
                  </a:cubicBezTo>
                  <a:lnTo>
                    <a:pt x="4247197" y="7620"/>
                  </a:lnTo>
                  <a:lnTo>
                    <a:pt x="4350067" y="7620"/>
                  </a:lnTo>
                  <a:lnTo>
                    <a:pt x="4350067" y="22860"/>
                  </a:lnTo>
                  <a:lnTo>
                    <a:pt x="4351972" y="22860"/>
                  </a:lnTo>
                  <a:cubicBezTo>
                    <a:pt x="4350067" y="22860"/>
                    <a:pt x="4346257" y="23812"/>
                    <a:pt x="4340542" y="25717"/>
                  </a:cubicBezTo>
                  <a:cubicBezTo>
                    <a:pt x="4335780" y="27622"/>
                    <a:pt x="4331970" y="29527"/>
                    <a:pt x="4329112" y="30480"/>
                  </a:cubicBezTo>
                  <a:cubicBezTo>
                    <a:pt x="4323397" y="33337"/>
                    <a:pt x="4319587" y="36195"/>
                    <a:pt x="4317682" y="38100"/>
                  </a:cubicBezTo>
                  <a:cubicBezTo>
                    <a:pt x="4315777" y="40005"/>
                    <a:pt x="4311967" y="44767"/>
                    <a:pt x="4306252" y="52387"/>
                  </a:cubicBezTo>
                  <a:cubicBezTo>
                    <a:pt x="4295775" y="67627"/>
                    <a:pt x="4285297" y="82867"/>
                    <a:pt x="4276725" y="99060"/>
                  </a:cubicBezTo>
                  <a:cubicBezTo>
                    <a:pt x="4267200" y="114300"/>
                    <a:pt x="4255770" y="134302"/>
                    <a:pt x="4242435" y="159067"/>
                  </a:cubicBezTo>
                  <a:cubicBezTo>
                    <a:pt x="4237672" y="167640"/>
                    <a:pt x="4233862" y="175260"/>
                    <a:pt x="4231957" y="180022"/>
                  </a:cubicBezTo>
                  <a:cubicBezTo>
                    <a:pt x="4230052" y="185737"/>
                    <a:pt x="4229100" y="193357"/>
                    <a:pt x="4229100" y="203835"/>
                  </a:cubicBezTo>
                  <a:lnTo>
                    <a:pt x="4229100" y="260032"/>
                  </a:lnTo>
                  <a:cubicBezTo>
                    <a:pt x="4229100" y="264795"/>
                    <a:pt x="4230052" y="269557"/>
                    <a:pt x="4231957" y="273367"/>
                  </a:cubicBezTo>
                  <a:cubicBezTo>
                    <a:pt x="4233862" y="277177"/>
                    <a:pt x="4237672" y="280035"/>
                    <a:pt x="4242435" y="281940"/>
                  </a:cubicBezTo>
                  <a:cubicBezTo>
                    <a:pt x="4245292" y="282892"/>
                    <a:pt x="4250055" y="284797"/>
                    <a:pt x="4257675" y="285750"/>
                  </a:cubicBezTo>
                  <a:cubicBezTo>
                    <a:pt x="4265295" y="287655"/>
                    <a:pt x="4271010" y="288607"/>
                    <a:pt x="4275772" y="288607"/>
                  </a:cubicBezTo>
                  <a:lnTo>
                    <a:pt x="4275772" y="303847"/>
                  </a:lnTo>
                  <a:lnTo>
                    <a:pt x="4137660" y="303847"/>
                  </a:lnTo>
                  <a:lnTo>
                    <a:pt x="4137660" y="288607"/>
                  </a:lnTo>
                  <a:cubicBezTo>
                    <a:pt x="4141470" y="288607"/>
                    <a:pt x="4147185" y="287655"/>
                    <a:pt x="4154805" y="286702"/>
                  </a:cubicBezTo>
                  <a:cubicBezTo>
                    <a:pt x="4162425" y="285750"/>
                    <a:pt x="4168140" y="284797"/>
                    <a:pt x="4170997" y="283845"/>
                  </a:cubicBezTo>
                  <a:cubicBezTo>
                    <a:pt x="4175760" y="281940"/>
                    <a:pt x="4179570" y="279082"/>
                    <a:pt x="4181475" y="275272"/>
                  </a:cubicBezTo>
                  <a:cubicBezTo>
                    <a:pt x="4183380" y="271462"/>
                    <a:pt x="4184332" y="267652"/>
                    <a:pt x="4184332" y="261937"/>
                  </a:cubicBezTo>
                  <a:lnTo>
                    <a:pt x="4184332" y="190500"/>
                  </a:lnTo>
                  <a:cubicBezTo>
                    <a:pt x="4184332" y="188595"/>
                    <a:pt x="4183380" y="183832"/>
                    <a:pt x="4180522" y="178117"/>
                  </a:cubicBezTo>
                  <a:cubicBezTo>
                    <a:pt x="4177665" y="172402"/>
                    <a:pt x="4174807" y="165735"/>
                    <a:pt x="4170997" y="158115"/>
                  </a:cubicBezTo>
                  <a:cubicBezTo>
                    <a:pt x="4162425" y="141922"/>
                    <a:pt x="4153852" y="124777"/>
                    <a:pt x="4143375" y="105727"/>
                  </a:cubicBezTo>
                  <a:cubicBezTo>
                    <a:pt x="4132897" y="86677"/>
                    <a:pt x="4124325" y="71437"/>
                    <a:pt x="4116705" y="58102"/>
                  </a:cubicBezTo>
                  <a:cubicBezTo>
                    <a:pt x="4111942" y="50482"/>
                    <a:pt x="4108132" y="43815"/>
                    <a:pt x="4104322" y="40005"/>
                  </a:cubicBezTo>
                  <a:cubicBezTo>
                    <a:pt x="4100512" y="36195"/>
                    <a:pt x="4096702" y="32385"/>
                    <a:pt x="4091940" y="29527"/>
                  </a:cubicBezTo>
                  <a:cubicBezTo>
                    <a:pt x="4089082" y="27622"/>
                    <a:pt x="4084320" y="25717"/>
                    <a:pt x="4079557" y="24765"/>
                  </a:cubicBezTo>
                  <a:cubicBezTo>
                    <a:pt x="4074795" y="23812"/>
                    <a:pt x="4070985" y="22860"/>
                    <a:pt x="4067175" y="22860"/>
                  </a:cubicBezTo>
                  <a:close/>
                  <a:moveTo>
                    <a:pt x="3791903" y="7620"/>
                  </a:moveTo>
                  <a:lnTo>
                    <a:pt x="4050031" y="7620"/>
                  </a:lnTo>
                  <a:lnTo>
                    <a:pt x="4050031" y="87630"/>
                  </a:lnTo>
                  <a:lnTo>
                    <a:pt x="4035743" y="87630"/>
                  </a:lnTo>
                  <a:cubicBezTo>
                    <a:pt x="4034790" y="82867"/>
                    <a:pt x="4031933" y="76200"/>
                    <a:pt x="4029075" y="69532"/>
                  </a:cubicBezTo>
                  <a:cubicBezTo>
                    <a:pt x="4026218" y="62865"/>
                    <a:pt x="4022408" y="56197"/>
                    <a:pt x="4017645" y="50482"/>
                  </a:cubicBezTo>
                  <a:cubicBezTo>
                    <a:pt x="4013836" y="43815"/>
                    <a:pt x="4009073" y="38100"/>
                    <a:pt x="4004311" y="33337"/>
                  </a:cubicBezTo>
                  <a:cubicBezTo>
                    <a:pt x="3999548" y="28575"/>
                    <a:pt x="3994786" y="25717"/>
                    <a:pt x="3990023" y="24765"/>
                  </a:cubicBezTo>
                  <a:cubicBezTo>
                    <a:pt x="3986213" y="23812"/>
                    <a:pt x="3980498" y="23812"/>
                    <a:pt x="3973831" y="23812"/>
                  </a:cubicBezTo>
                  <a:cubicBezTo>
                    <a:pt x="3967163" y="23812"/>
                    <a:pt x="3961448" y="23812"/>
                    <a:pt x="3955733" y="23812"/>
                  </a:cubicBezTo>
                  <a:lnTo>
                    <a:pt x="3943350" y="23812"/>
                  </a:lnTo>
                  <a:lnTo>
                    <a:pt x="3943350" y="260032"/>
                  </a:lnTo>
                  <a:cubicBezTo>
                    <a:pt x="3943350" y="264795"/>
                    <a:pt x="3944303" y="268605"/>
                    <a:pt x="3946208" y="272415"/>
                  </a:cubicBezTo>
                  <a:cubicBezTo>
                    <a:pt x="3948113" y="276225"/>
                    <a:pt x="3951923" y="279082"/>
                    <a:pt x="3956686" y="280987"/>
                  </a:cubicBezTo>
                  <a:cubicBezTo>
                    <a:pt x="3959543" y="281940"/>
                    <a:pt x="3964306" y="282892"/>
                    <a:pt x="3971925" y="284797"/>
                  </a:cubicBezTo>
                  <a:cubicBezTo>
                    <a:pt x="3979545" y="286702"/>
                    <a:pt x="3986213" y="287655"/>
                    <a:pt x="3990975" y="287655"/>
                  </a:cubicBezTo>
                  <a:lnTo>
                    <a:pt x="3990975" y="302895"/>
                  </a:lnTo>
                  <a:lnTo>
                    <a:pt x="3851911" y="302895"/>
                  </a:lnTo>
                  <a:lnTo>
                    <a:pt x="3851911" y="287655"/>
                  </a:lnTo>
                  <a:cubicBezTo>
                    <a:pt x="3855720" y="287655"/>
                    <a:pt x="3861436" y="286702"/>
                    <a:pt x="3870008" y="285750"/>
                  </a:cubicBezTo>
                  <a:cubicBezTo>
                    <a:pt x="3877628" y="284797"/>
                    <a:pt x="3883343" y="283845"/>
                    <a:pt x="3886200" y="282892"/>
                  </a:cubicBezTo>
                  <a:cubicBezTo>
                    <a:pt x="3890963" y="280987"/>
                    <a:pt x="3893820" y="278130"/>
                    <a:pt x="3896678" y="275272"/>
                  </a:cubicBezTo>
                  <a:cubicBezTo>
                    <a:pt x="3898583" y="271462"/>
                    <a:pt x="3899536" y="267652"/>
                    <a:pt x="3899536" y="261937"/>
                  </a:cubicBezTo>
                  <a:lnTo>
                    <a:pt x="3899536" y="23812"/>
                  </a:lnTo>
                  <a:lnTo>
                    <a:pt x="3887153" y="23812"/>
                  </a:lnTo>
                  <a:cubicBezTo>
                    <a:pt x="3882390" y="23812"/>
                    <a:pt x="3877628" y="23812"/>
                    <a:pt x="3870961" y="23812"/>
                  </a:cubicBezTo>
                  <a:cubicBezTo>
                    <a:pt x="3864293" y="23812"/>
                    <a:pt x="3858578" y="24765"/>
                    <a:pt x="3852863" y="24765"/>
                  </a:cubicBezTo>
                  <a:cubicBezTo>
                    <a:pt x="3848100" y="25717"/>
                    <a:pt x="3843338" y="27622"/>
                    <a:pt x="3838575" y="33337"/>
                  </a:cubicBezTo>
                  <a:cubicBezTo>
                    <a:pt x="3833813" y="38100"/>
                    <a:pt x="3829050" y="43815"/>
                    <a:pt x="3825240" y="50482"/>
                  </a:cubicBezTo>
                  <a:cubicBezTo>
                    <a:pt x="3821431" y="57150"/>
                    <a:pt x="3817620" y="63817"/>
                    <a:pt x="3813811" y="70485"/>
                  </a:cubicBezTo>
                  <a:cubicBezTo>
                    <a:pt x="3810953" y="77152"/>
                    <a:pt x="3808095" y="83820"/>
                    <a:pt x="3807143" y="87630"/>
                  </a:cubicBezTo>
                  <a:lnTo>
                    <a:pt x="3791903" y="87630"/>
                  </a:lnTo>
                  <a:close/>
                  <a:moveTo>
                    <a:pt x="3107055" y="6668"/>
                  </a:moveTo>
                  <a:lnTo>
                    <a:pt x="3243262" y="6668"/>
                  </a:lnTo>
                  <a:cubicBezTo>
                    <a:pt x="3255645" y="6668"/>
                    <a:pt x="3267075" y="7620"/>
                    <a:pt x="3278505" y="10478"/>
                  </a:cubicBezTo>
                  <a:cubicBezTo>
                    <a:pt x="3289935" y="13335"/>
                    <a:pt x="3299460" y="17145"/>
                    <a:pt x="3308032" y="22860"/>
                  </a:cubicBezTo>
                  <a:cubicBezTo>
                    <a:pt x="3316605" y="28575"/>
                    <a:pt x="3323272" y="35243"/>
                    <a:pt x="3328987" y="44768"/>
                  </a:cubicBezTo>
                  <a:cubicBezTo>
                    <a:pt x="3333750" y="53340"/>
                    <a:pt x="3336607" y="64770"/>
                    <a:pt x="3336607" y="77153"/>
                  </a:cubicBezTo>
                  <a:cubicBezTo>
                    <a:pt x="3336607" y="88583"/>
                    <a:pt x="3334702" y="98108"/>
                    <a:pt x="3330892" y="107633"/>
                  </a:cubicBezTo>
                  <a:cubicBezTo>
                    <a:pt x="3327082" y="116205"/>
                    <a:pt x="3322320" y="123825"/>
                    <a:pt x="3315652" y="130493"/>
                  </a:cubicBezTo>
                  <a:cubicBezTo>
                    <a:pt x="3308985" y="136208"/>
                    <a:pt x="3302317" y="141923"/>
                    <a:pt x="3292792" y="145733"/>
                  </a:cubicBezTo>
                  <a:cubicBezTo>
                    <a:pt x="3284220" y="150495"/>
                    <a:pt x="3274695" y="153353"/>
                    <a:pt x="3263264" y="157163"/>
                  </a:cubicBezTo>
                  <a:cubicBezTo>
                    <a:pt x="3277552" y="176213"/>
                    <a:pt x="3289935" y="192405"/>
                    <a:pt x="3299460" y="205740"/>
                  </a:cubicBezTo>
                  <a:cubicBezTo>
                    <a:pt x="3308985" y="219075"/>
                    <a:pt x="3321367" y="235268"/>
                    <a:pt x="3334702" y="253365"/>
                  </a:cubicBezTo>
                  <a:cubicBezTo>
                    <a:pt x="3340417" y="261938"/>
                    <a:pt x="3346132" y="267653"/>
                    <a:pt x="3350895" y="271463"/>
                  </a:cubicBezTo>
                  <a:cubicBezTo>
                    <a:pt x="3355657" y="275273"/>
                    <a:pt x="3360420" y="278130"/>
                    <a:pt x="3365182" y="280988"/>
                  </a:cubicBezTo>
                  <a:cubicBezTo>
                    <a:pt x="3368992" y="282893"/>
                    <a:pt x="3373755" y="283845"/>
                    <a:pt x="3378517" y="284798"/>
                  </a:cubicBezTo>
                  <a:cubicBezTo>
                    <a:pt x="3384232" y="285750"/>
                    <a:pt x="3388042" y="286703"/>
                    <a:pt x="3391852" y="286703"/>
                  </a:cubicBezTo>
                  <a:lnTo>
                    <a:pt x="3391852" y="302895"/>
                  </a:lnTo>
                  <a:lnTo>
                    <a:pt x="3313747" y="302895"/>
                  </a:lnTo>
                  <a:cubicBezTo>
                    <a:pt x="3296602" y="275273"/>
                    <a:pt x="3280410" y="251460"/>
                    <a:pt x="3266122" y="231458"/>
                  </a:cubicBezTo>
                  <a:cubicBezTo>
                    <a:pt x="3251835" y="211455"/>
                    <a:pt x="3236595" y="190500"/>
                    <a:pt x="3220402" y="169545"/>
                  </a:cubicBezTo>
                  <a:lnTo>
                    <a:pt x="3189922" y="169545"/>
                  </a:lnTo>
                  <a:lnTo>
                    <a:pt x="3189922" y="262890"/>
                  </a:lnTo>
                  <a:cubicBezTo>
                    <a:pt x="3189922" y="267653"/>
                    <a:pt x="3190875" y="271463"/>
                    <a:pt x="3191827" y="275273"/>
                  </a:cubicBezTo>
                  <a:cubicBezTo>
                    <a:pt x="3193732" y="279083"/>
                    <a:pt x="3196589" y="281940"/>
                    <a:pt x="3201352" y="283845"/>
                  </a:cubicBezTo>
                  <a:cubicBezTo>
                    <a:pt x="3204210" y="284798"/>
                    <a:pt x="3208020" y="285750"/>
                    <a:pt x="3214687" y="286703"/>
                  </a:cubicBezTo>
                  <a:cubicBezTo>
                    <a:pt x="3220402" y="287655"/>
                    <a:pt x="3226117" y="287655"/>
                    <a:pt x="3230880" y="287655"/>
                  </a:cubicBezTo>
                  <a:lnTo>
                    <a:pt x="3230880" y="302895"/>
                  </a:lnTo>
                  <a:lnTo>
                    <a:pt x="3107055" y="302895"/>
                  </a:lnTo>
                  <a:lnTo>
                    <a:pt x="3107055" y="287655"/>
                  </a:lnTo>
                  <a:cubicBezTo>
                    <a:pt x="3109912" y="287655"/>
                    <a:pt x="3114675" y="286703"/>
                    <a:pt x="3121342" y="285750"/>
                  </a:cubicBezTo>
                  <a:cubicBezTo>
                    <a:pt x="3128010" y="284798"/>
                    <a:pt x="3131820" y="283845"/>
                    <a:pt x="3134677" y="282893"/>
                  </a:cubicBezTo>
                  <a:cubicBezTo>
                    <a:pt x="3138487" y="280988"/>
                    <a:pt x="3141345" y="278130"/>
                    <a:pt x="3143250" y="275273"/>
                  </a:cubicBezTo>
                  <a:cubicBezTo>
                    <a:pt x="3145155" y="271463"/>
                    <a:pt x="3146107" y="267653"/>
                    <a:pt x="3146107" y="261938"/>
                  </a:cubicBezTo>
                  <a:lnTo>
                    <a:pt x="3146107" y="49530"/>
                  </a:lnTo>
                  <a:cubicBezTo>
                    <a:pt x="3146107" y="44768"/>
                    <a:pt x="3145155" y="40005"/>
                    <a:pt x="3144202" y="36195"/>
                  </a:cubicBezTo>
                  <a:cubicBezTo>
                    <a:pt x="3143250" y="32385"/>
                    <a:pt x="3139439" y="29528"/>
                    <a:pt x="3134677" y="27623"/>
                  </a:cubicBezTo>
                  <a:cubicBezTo>
                    <a:pt x="3130867" y="26670"/>
                    <a:pt x="3127057" y="25718"/>
                    <a:pt x="3121342" y="23813"/>
                  </a:cubicBezTo>
                  <a:cubicBezTo>
                    <a:pt x="3115627" y="22860"/>
                    <a:pt x="3110864" y="21908"/>
                    <a:pt x="3107055" y="21908"/>
                  </a:cubicBezTo>
                  <a:close/>
                  <a:moveTo>
                    <a:pt x="2514600" y="6668"/>
                  </a:moveTo>
                  <a:lnTo>
                    <a:pt x="2636520" y="6668"/>
                  </a:lnTo>
                  <a:lnTo>
                    <a:pt x="2636520" y="21908"/>
                  </a:lnTo>
                  <a:cubicBezTo>
                    <a:pt x="2626042" y="22860"/>
                    <a:pt x="2617470" y="23813"/>
                    <a:pt x="2609850" y="24765"/>
                  </a:cubicBezTo>
                  <a:cubicBezTo>
                    <a:pt x="2603182" y="26670"/>
                    <a:pt x="2599372" y="28575"/>
                    <a:pt x="2599372" y="33338"/>
                  </a:cubicBezTo>
                  <a:cubicBezTo>
                    <a:pt x="2599372" y="35243"/>
                    <a:pt x="2599372" y="37148"/>
                    <a:pt x="2600325" y="39053"/>
                  </a:cubicBezTo>
                  <a:cubicBezTo>
                    <a:pt x="2601277" y="40958"/>
                    <a:pt x="2601277" y="42863"/>
                    <a:pt x="2601277" y="43815"/>
                  </a:cubicBezTo>
                  <a:cubicBezTo>
                    <a:pt x="2606040" y="57150"/>
                    <a:pt x="2614612" y="80010"/>
                    <a:pt x="2626042" y="110490"/>
                  </a:cubicBezTo>
                  <a:cubicBezTo>
                    <a:pt x="2637472" y="140970"/>
                    <a:pt x="2653665" y="184785"/>
                    <a:pt x="2675572" y="241935"/>
                  </a:cubicBezTo>
                  <a:cubicBezTo>
                    <a:pt x="2686050" y="216218"/>
                    <a:pt x="2698432" y="185738"/>
                    <a:pt x="2711767" y="150495"/>
                  </a:cubicBezTo>
                  <a:cubicBezTo>
                    <a:pt x="2725102" y="115253"/>
                    <a:pt x="2734627" y="91440"/>
                    <a:pt x="2739390" y="78105"/>
                  </a:cubicBezTo>
                  <a:cubicBezTo>
                    <a:pt x="2744152" y="65723"/>
                    <a:pt x="2747010" y="57150"/>
                    <a:pt x="2747010" y="51435"/>
                  </a:cubicBezTo>
                  <a:cubicBezTo>
                    <a:pt x="2747962" y="46673"/>
                    <a:pt x="2747962" y="42863"/>
                    <a:pt x="2747962" y="40005"/>
                  </a:cubicBezTo>
                  <a:cubicBezTo>
                    <a:pt x="2747962" y="37148"/>
                    <a:pt x="2747010" y="34290"/>
                    <a:pt x="2744152" y="32385"/>
                  </a:cubicBezTo>
                  <a:cubicBezTo>
                    <a:pt x="2741295" y="30480"/>
                    <a:pt x="2737485" y="28575"/>
                    <a:pt x="2732722" y="26670"/>
                  </a:cubicBezTo>
                  <a:cubicBezTo>
                    <a:pt x="2727960" y="24765"/>
                    <a:pt x="2723197" y="23813"/>
                    <a:pt x="2718435" y="23813"/>
                  </a:cubicBezTo>
                  <a:cubicBezTo>
                    <a:pt x="2713672" y="22860"/>
                    <a:pt x="2708910" y="22860"/>
                    <a:pt x="2704147" y="21908"/>
                  </a:cubicBezTo>
                  <a:lnTo>
                    <a:pt x="2704147" y="6668"/>
                  </a:lnTo>
                  <a:lnTo>
                    <a:pt x="2814637" y="6668"/>
                  </a:lnTo>
                  <a:lnTo>
                    <a:pt x="2814637" y="22860"/>
                  </a:lnTo>
                  <a:lnTo>
                    <a:pt x="2815590" y="22860"/>
                  </a:lnTo>
                  <a:cubicBezTo>
                    <a:pt x="2811780" y="22860"/>
                    <a:pt x="2807970" y="23813"/>
                    <a:pt x="2802255" y="24765"/>
                  </a:cubicBezTo>
                  <a:cubicBezTo>
                    <a:pt x="2797492" y="26670"/>
                    <a:pt x="2792730" y="27623"/>
                    <a:pt x="2789872" y="30480"/>
                  </a:cubicBezTo>
                  <a:cubicBezTo>
                    <a:pt x="2785110" y="33338"/>
                    <a:pt x="2781300" y="37148"/>
                    <a:pt x="2778442" y="41910"/>
                  </a:cubicBezTo>
                  <a:cubicBezTo>
                    <a:pt x="2775585" y="46673"/>
                    <a:pt x="2772727" y="52388"/>
                    <a:pt x="2769870" y="58103"/>
                  </a:cubicBezTo>
                  <a:cubicBezTo>
                    <a:pt x="2760345" y="80010"/>
                    <a:pt x="2747010" y="114300"/>
                    <a:pt x="2727960" y="160973"/>
                  </a:cubicBezTo>
                  <a:cubicBezTo>
                    <a:pt x="2708910" y="207645"/>
                    <a:pt x="2689860" y="256223"/>
                    <a:pt x="2670810" y="306705"/>
                  </a:cubicBezTo>
                  <a:lnTo>
                    <a:pt x="2653665" y="306705"/>
                  </a:lnTo>
                  <a:cubicBezTo>
                    <a:pt x="2633662" y="253365"/>
                    <a:pt x="2614612" y="200978"/>
                    <a:pt x="2595562" y="151448"/>
                  </a:cubicBezTo>
                  <a:cubicBezTo>
                    <a:pt x="2576512" y="101918"/>
                    <a:pt x="2564130" y="67628"/>
                    <a:pt x="2557462" y="50483"/>
                  </a:cubicBezTo>
                  <a:cubicBezTo>
                    <a:pt x="2555557" y="45720"/>
                    <a:pt x="2553652" y="42863"/>
                    <a:pt x="2550795" y="39053"/>
                  </a:cubicBezTo>
                  <a:cubicBezTo>
                    <a:pt x="2547937" y="36195"/>
                    <a:pt x="2544127" y="32385"/>
                    <a:pt x="2539365" y="29528"/>
                  </a:cubicBezTo>
                  <a:cubicBezTo>
                    <a:pt x="2535555" y="27623"/>
                    <a:pt x="2531745" y="25718"/>
                    <a:pt x="2526982" y="23813"/>
                  </a:cubicBezTo>
                  <a:cubicBezTo>
                    <a:pt x="2522220" y="22860"/>
                    <a:pt x="2518410" y="21908"/>
                    <a:pt x="2514600" y="21908"/>
                  </a:cubicBezTo>
                  <a:close/>
                  <a:moveTo>
                    <a:pt x="2038350" y="6668"/>
                  </a:moveTo>
                  <a:lnTo>
                    <a:pt x="2122170" y="6668"/>
                  </a:lnTo>
                  <a:lnTo>
                    <a:pt x="2287905" y="232410"/>
                  </a:lnTo>
                  <a:lnTo>
                    <a:pt x="2287905" y="91440"/>
                  </a:lnTo>
                  <a:cubicBezTo>
                    <a:pt x="2287905" y="74295"/>
                    <a:pt x="2286952" y="60960"/>
                    <a:pt x="2285047" y="51435"/>
                  </a:cubicBezTo>
                  <a:cubicBezTo>
                    <a:pt x="2283142" y="41910"/>
                    <a:pt x="2279332" y="36195"/>
                    <a:pt x="2275522" y="33338"/>
                  </a:cubicBezTo>
                  <a:cubicBezTo>
                    <a:pt x="2271712" y="30480"/>
                    <a:pt x="2265045" y="27623"/>
                    <a:pt x="2256472" y="25718"/>
                  </a:cubicBezTo>
                  <a:cubicBezTo>
                    <a:pt x="2247900" y="22860"/>
                    <a:pt x="2241232" y="21908"/>
                    <a:pt x="2236470" y="21908"/>
                  </a:cubicBezTo>
                  <a:lnTo>
                    <a:pt x="2236470" y="6668"/>
                  </a:lnTo>
                  <a:lnTo>
                    <a:pt x="2356485" y="6668"/>
                  </a:lnTo>
                  <a:lnTo>
                    <a:pt x="2356485" y="22860"/>
                  </a:lnTo>
                  <a:lnTo>
                    <a:pt x="2358390" y="22860"/>
                  </a:lnTo>
                  <a:cubicBezTo>
                    <a:pt x="2354580" y="22860"/>
                    <a:pt x="2348865" y="23813"/>
                    <a:pt x="2340292" y="25718"/>
                  </a:cubicBezTo>
                  <a:cubicBezTo>
                    <a:pt x="2332672" y="27623"/>
                    <a:pt x="2326005" y="30480"/>
                    <a:pt x="2323147" y="32385"/>
                  </a:cubicBezTo>
                  <a:cubicBezTo>
                    <a:pt x="2318385" y="36195"/>
                    <a:pt x="2314575" y="42863"/>
                    <a:pt x="2312670" y="52388"/>
                  </a:cubicBezTo>
                  <a:cubicBezTo>
                    <a:pt x="2310765" y="61913"/>
                    <a:pt x="2309812" y="75248"/>
                    <a:pt x="2309812" y="89535"/>
                  </a:cubicBezTo>
                  <a:lnTo>
                    <a:pt x="2309812" y="306705"/>
                  </a:lnTo>
                  <a:lnTo>
                    <a:pt x="2291715" y="306705"/>
                  </a:lnTo>
                  <a:lnTo>
                    <a:pt x="2112645" y="64770"/>
                  </a:lnTo>
                  <a:lnTo>
                    <a:pt x="2112645" y="217170"/>
                  </a:lnTo>
                  <a:cubicBezTo>
                    <a:pt x="2112645" y="234315"/>
                    <a:pt x="2113597" y="247650"/>
                    <a:pt x="2115502" y="256223"/>
                  </a:cubicBezTo>
                  <a:cubicBezTo>
                    <a:pt x="2117407" y="265748"/>
                    <a:pt x="2121217" y="271463"/>
                    <a:pt x="2125027" y="276225"/>
                  </a:cubicBezTo>
                  <a:cubicBezTo>
                    <a:pt x="2127885" y="279083"/>
                    <a:pt x="2134552" y="281940"/>
                    <a:pt x="2145030" y="284798"/>
                  </a:cubicBezTo>
                  <a:cubicBezTo>
                    <a:pt x="2154555" y="287655"/>
                    <a:pt x="2161222" y="288608"/>
                    <a:pt x="2165032" y="288608"/>
                  </a:cubicBezTo>
                  <a:lnTo>
                    <a:pt x="2165032" y="303848"/>
                  </a:lnTo>
                  <a:lnTo>
                    <a:pt x="2044065" y="303848"/>
                  </a:lnTo>
                  <a:lnTo>
                    <a:pt x="2044065" y="288608"/>
                  </a:lnTo>
                  <a:cubicBezTo>
                    <a:pt x="2047875" y="288608"/>
                    <a:pt x="2053590" y="286703"/>
                    <a:pt x="2063115" y="284798"/>
                  </a:cubicBezTo>
                  <a:cubicBezTo>
                    <a:pt x="2071687" y="281940"/>
                    <a:pt x="2077402" y="280035"/>
                    <a:pt x="2079307" y="278130"/>
                  </a:cubicBezTo>
                  <a:cubicBezTo>
                    <a:pt x="2084070" y="274320"/>
                    <a:pt x="2087880" y="268605"/>
                    <a:pt x="2088832" y="260033"/>
                  </a:cubicBezTo>
                  <a:cubicBezTo>
                    <a:pt x="2090737" y="252413"/>
                    <a:pt x="2091690" y="238125"/>
                    <a:pt x="2091690" y="219075"/>
                  </a:cubicBezTo>
                  <a:lnTo>
                    <a:pt x="2091690" y="73343"/>
                  </a:lnTo>
                  <a:cubicBezTo>
                    <a:pt x="2091690" y="66675"/>
                    <a:pt x="2090737" y="60960"/>
                    <a:pt x="2087880" y="54293"/>
                  </a:cubicBezTo>
                  <a:cubicBezTo>
                    <a:pt x="2085975" y="47625"/>
                    <a:pt x="2083117" y="42863"/>
                    <a:pt x="2079307" y="39053"/>
                  </a:cubicBezTo>
                  <a:cubicBezTo>
                    <a:pt x="2074545" y="34290"/>
                    <a:pt x="2067877" y="30480"/>
                    <a:pt x="2059305" y="27623"/>
                  </a:cubicBezTo>
                  <a:cubicBezTo>
                    <a:pt x="2050732" y="24765"/>
                    <a:pt x="2044065" y="22860"/>
                    <a:pt x="2038350" y="21908"/>
                  </a:cubicBezTo>
                  <a:close/>
                  <a:moveTo>
                    <a:pt x="1906905" y="6668"/>
                  </a:moveTo>
                  <a:lnTo>
                    <a:pt x="2027872" y="6668"/>
                  </a:lnTo>
                  <a:lnTo>
                    <a:pt x="2027872" y="22860"/>
                  </a:lnTo>
                  <a:lnTo>
                    <a:pt x="2025967" y="22860"/>
                  </a:lnTo>
                  <a:cubicBezTo>
                    <a:pt x="2022157" y="22860"/>
                    <a:pt x="2016442" y="23813"/>
                    <a:pt x="2008822" y="25718"/>
                  </a:cubicBezTo>
                  <a:cubicBezTo>
                    <a:pt x="2001202" y="27623"/>
                    <a:pt x="1995487" y="29528"/>
                    <a:pt x="1990725" y="32385"/>
                  </a:cubicBezTo>
                  <a:cubicBezTo>
                    <a:pt x="1985962" y="35243"/>
                    <a:pt x="1983105" y="41910"/>
                    <a:pt x="1981200" y="52388"/>
                  </a:cubicBezTo>
                  <a:cubicBezTo>
                    <a:pt x="1979295" y="62865"/>
                    <a:pt x="1978342" y="74295"/>
                    <a:pt x="1978342" y="88583"/>
                  </a:cubicBezTo>
                  <a:lnTo>
                    <a:pt x="1978342" y="217170"/>
                  </a:lnTo>
                  <a:cubicBezTo>
                    <a:pt x="1978342" y="233363"/>
                    <a:pt x="1974532" y="247650"/>
                    <a:pt x="1967865" y="260033"/>
                  </a:cubicBezTo>
                  <a:cubicBezTo>
                    <a:pt x="1961197" y="272415"/>
                    <a:pt x="1951672" y="281940"/>
                    <a:pt x="1941195" y="289560"/>
                  </a:cubicBezTo>
                  <a:cubicBezTo>
                    <a:pt x="1929765" y="297180"/>
                    <a:pt x="1918335" y="302895"/>
                    <a:pt x="1906905" y="305753"/>
                  </a:cubicBezTo>
                  <a:cubicBezTo>
                    <a:pt x="1894522" y="308610"/>
                    <a:pt x="1883092" y="310515"/>
                    <a:pt x="1871662" y="310515"/>
                  </a:cubicBezTo>
                  <a:cubicBezTo>
                    <a:pt x="1853565" y="310515"/>
                    <a:pt x="1838325" y="308610"/>
                    <a:pt x="1824037" y="303848"/>
                  </a:cubicBezTo>
                  <a:cubicBezTo>
                    <a:pt x="1809750" y="299085"/>
                    <a:pt x="1798320" y="293370"/>
                    <a:pt x="1788795" y="284798"/>
                  </a:cubicBezTo>
                  <a:cubicBezTo>
                    <a:pt x="1779270" y="277178"/>
                    <a:pt x="1772602" y="267653"/>
                    <a:pt x="1767840" y="258128"/>
                  </a:cubicBezTo>
                  <a:cubicBezTo>
                    <a:pt x="1763077" y="247650"/>
                    <a:pt x="1761172" y="237173"/>
                    <a:pt x="1761172" y="225743"/>
                  </a:cubicBezTo>
                  <a:lnTo>
                    <a:pt x="1761172" y="51435"/>
                  </a:lnTo>
                  <a:cubicBezTo>
                    <a:pt x="1761172" y="46673"/>
                    <a:pt x="1760220" y="42863"/>
                    <a:pt x="1758315" y="39053"/>
                  </a:cubicBezTo>
                  <a:cubicBezTo>
                    <a:pt x="1756410" y="36195"/>
                    <a:pt x="1753552" y="32385"/>
                    <a:pt x="1748790" y="29528"/>
                  </a:cubicBezTo>
                  <a:cubicBezTo>
                    <a:pt x="1744980" y="27623"/>
                    <a:pt x="1741170" y="25718"/>
                    <a:pt x="1735455" y="24765"/>
                  </a:cubicBezTo>
                  <a:cubicBezTo>
                    <a:pt x="1729740" y="23813"/>
                    <a:pt x="1725930" y="22860"/>
                    <a:pt x="1722120" y="22860"/>
                  </a:cubicBezTo>
                  <a:lnTo>
                    <a:pt x="1722120" y="7620"/>
                  </a:lnTo>
                  <a:lnTo>
                    <a:pt x="1844040" y="7620"/>
                  </a:lnTo>
                  <a:lnTo>
                    <a:pt x="1844040" y="22860"/>
                  </a:lnTo>
                  <a:cubicBezTo>
                    <a:pt x="1840230" y="22860"/>
                    <a:pt x="1835467" y="23813"/>
                    <a:pt x="1829752" y="24765"/>
                  </a:cubicBezTo>
                  <a:cubicBezTo>
                    <a:pt x="1824037" y="25718"/>
                    <a:pt x="1819275" y="26670"/>
                    <a:pt x="1817370" y="27623"/>
                  </a:cubicBezTo>
                  <a:cubicBezTo>
                    <a:pt x="1812607" y="29528"/>
                    <a:pt x="1809750" y="32385"/>
                    <a:pt x="1807845" y="36195"/>
                  </a:cubicBezTo>
                  <a:cubicBezTo>
                    <a:pt x="1805940" y="40005"/>
                    <a:pt x="1805940" y="44768"/>
                    <a:pt x="1805940" y="48578"/>
                  </a:cubicBezTo>
                  <a:lnTo>
                    <a:pt x="1805940" y="211455"/>
                  </a:lnTo>
                  <a:cubicBezTo>
                    <a:pt x="1805940" y="219075"/>
                    <a:pt x="1806892" y="227648"/>
                    <a:pt x="1808797" y="236220"/>
                  </a:cubicBezTo>
                  <a:cubicBezTo>
                    <a:pt x="1810702" y="244793"/>
                    <a:pt x="1813560" y="253365"/>
                    <a:pt x="1819275" y="260033"/>
                  </a:cubicBezTo>
                  <a:cubicBezTo>
                    <a:pt x="1824990" y="267653"/>
                    <a:pt x="1832610" y="274320"/>
                    <a:pt x="1841182" y="279083"/>
                  </a:cubicBezTo>
                  <a:cubicBezTo>
                    <a:pt x="1850707" y="283845"/>
                    <a:pt x="1863090" y="286703"/>
                    <a:pt x="1879282" y="286703"/>
                  </a:cubicBezTo>
                  <a:cubicBezTo>
                    <a:pt x="1894522" y="286703"/>
                    <a:pt x="1907857" y="284798"/>
                    <a:pt x="1917382" y="279083"/>
                  </a:cubicBezTo>
                  <a:cubicBezTo>
                    <a:pt x="1927860" y="274320"/>
                    <a:pt x="1936432" y="267653"/>
                    <a:pt x="1942147" y="260033"/>
                  </a:cubicBezTo>
                  <a:cubicBezTo>
                    <a:pt x="1947862" y="252413"/>
                    <a:pt x="1951672" y="244793"/>
                    <a:pt x="1954530" y="236220"/>
                  </a:cubicBezTo>
                  <a:cubicBezTo>
                    <a:pt x="1956435" y="227648"/>
                    <a:pt x="1958340" y="220028"/>
                    <a:pt x="1958340" y="211455"/>
                  </a:cubicBezTo>
                  <a:lnTo>
                    <a:pt x="1958340" y="90488"/>
                  </a:lnTo>
                  <a:cubicBezTo>
                    <a:pt x="1958340" y="75248"/>
                    <a:pt x="1957387" y="62865"/>
                    <a:pt x="1955482" y="52388"/>
                  </a:cubicBezTo>
                  <a:cubicBezTo>
                    <a:pt x="1953577" y="42863"/>
                    <a:pt x="1949767" y="36195"/>
                    <a:pt x="1945957" y="33338"/>
                  </a:cubicBezTo>
                  <a:cubicBezTo>
                    <a:pt x="1941195" y="29528"/>
                    <a:pt x="1934527" y="27623"/>
                    <a:pt x="1925955" y="24765"/>
                  </a:cubicBezTo>
                  <a:cubicBezTo>
                    <a:pt x="1917382" y="22860"/>
                    <a:pt x="1910715" y="21908"/>
                    <a:pt x="1906905" y="21908"/>
                  </a:cubicBezTo>
                  <a:close/>
                  <a:moveTo>
                    <a:pt x="972503" y="6668"/>
                  </a:moveTo>
                  <a:lnTo>
                    <a:pt x="1056323" y="6668"/>
                  </a:lnTo>
                  <a:lnTo>
                    <a:pt x="1222058" y="232410"/>
                  </a:lnTo>
                  <a:lnTo>
                    <a:pt x="1222058" y="91440"/>
                  </a:lnTo>
                  <a:cubicBezTo>
                    <a:pt x="1222058" y="74295"/>
                    <a:pt x="1221105" y="60960"/>
                    <a:pt x="1219200" y="51435"/>
                  </a:cubicBezTo>
                  <a:cubicBezTo>
                    <a:pt x="1217295" y="41910"/>
                    <a:pt x="1213485" y="36195"/>
                    <a:pt x="1209675" y="33338"/>
                  </a:cubicBezTo>
                  <a:cubicBezTo>
                    <a:pt x="1205865" y="30480"/>
                    <a:pt x="1199198" y="27623"/>
                    <a:pt x="1190625" y="25718"/>
                  </a:cubicBezTo>
                  <a:cubicBezTo>
                    <a:pt x="1182053" y="22860"/>
                    <a:pt x="1175385" y="21908"/>
                    <a:pt x="1170623" y="21908"/>
                  </a:cubicBezTo>
                  <a:lnTo>
                    <a:pt x="1170623" y="6668"/>
                  </a:lnTo>
                  <a:lnTo>
                    <a:pt x="1290638" y="6668"/>
                  </a:lnTo>
                  <a:lnTo>
                    <a:pt x="1290638" y="22860"/>
                  </a:lnTo>
                  <a:lnTo>
                    <a:pt x="1291590" y="22860"/>
                  </a:lnTo>
                  <a:cubicBezTo>
                    <a:pt x="1287780" y="22860"/>
                    <a:pt x="1282065" y="23813"/>
                    <a:pt x="1273493" y="25718"/>
                  </a:cubicBezTo>
                  <a:cubicBezTo>
                    <a:pt x="1264920" y="27623"/>
                    <a:pt x="1259205" y="30480"/>
                    <a:pt x="1256348" y="32385"/>
                  </a:cubicBezTo>
                  <a:cubicBezTo>
                    <a:pt x="1251585" y="36195"/>
                    <a:pt x="1247775" y="42863"/>
                    <a:pt x="1245870" y="52388"/>
                  </a:cubicBezTo>
                  <a:cubicBezTo>
                    <a:pt x="1243965" y="61913"/>
                    <a:pt x="1243013" y="75248"/>
                    <a:pt x="1243013" y="89535"/>
                  </a:cubicBezTo>
                  <a:lnTo>
                    <a:pt x="1243013" y="306705"/>
                  </a:lnTo>
                  <a:lnTo>
                    <a:pt x="1224915" y="306705"/>
                  </a:lnTo>
                  <a:lnTo>
                    <a:pt x="1045845" y="64770"/>
                  </a:lnTo>
                  <a:lnTo>
                    <a:pt x="1045845" y="217170"/>
                  </a:lnTo>
                  <a:cubicBezTo>
                    <a:pt x="1045845" y="234315"/>
                    <a:pt x="1046798" y="247650"/>
                    <a:pt x="1048703" y="256223"/>
                  </a:cubicBezTo>
                  <a:cubicBezTo>
                    <a:pt x="1050608" y="265748"/>
                    <a:pt x="1054418" y="271463"/>
                    <a:pt x="1058228" y="276225"/>
                  </a:cubicBezTo>
                  <a:cubicBezTo>
                    <a:pt x="1061085" y="279083"/>
                    <a:pt x="1067753" y="281940"/>
                    <a:pt x="1078230" y="284798"/>
                  </a:cubicBezTo>
                  <a:cubicBezTo>
                    <a:pt x="1087755" y="287655"/>
                    <a:pt x="1094423" y="288608"/>
                    <a:pt x="1098233" y="288608"/>
                  </a:cubicBezTo>
                  <a:lnTo>
                    <a:pt x="1098233" y="303848"/>
                  </a:lnTo>
                  <a:lnTo>
                    <a:pt x="977265" y="303848"/>
                  </a:lnTo>
                  <a:lnTo>
                    <a:pt x="977265" y="288608"/>
                  </a:lnTo>
                  <a:cubicBezTo>
                    <a:pt x="981075" y="288608"/>
                    <a:pt x="986790" y="286703"/>
                    <a:pt x="996315" y="284798"/>
                  </a:cubicBezTo>
                  <a:cubicBezTo>
                    <a:pt x="1004888" y="281940"/>
                    <a:pt x="1010603" y="280035"/>
                    <a:pt x="1012508" y="278130"/>
                  </a:cubicBezTo>
                  <a:cubicBezTo>
                    <a:pt x="1017270" y="274320"/>
                    <a:pt x="1021080" y="268605"/>
                    <a:pt x="1022033" y="260033"/>
                  </a:cubicBezTo>
                  <a:cubicBezTo>
                    <a:pt x="1023938" y="252413"/>
                    <a:pt x="1024890" y="238125"/>
                    <a:pt x="1024890" y="219075"/>
                  </a:cubicBezTo>
                  <a:lnTo>
                    <a:pt x="1024890" y="73343"/>
                  </a:lnTo>
                  <a:cubicBezTo>
                    <a:pt x="1024890" y="66675"/>
                    <a:pt x="1023938" y="60960"/>
                    <a:pt x="1022033" y="54293"/>
                  </a:cubicBezTo>
                  <a:cubicBezTo>
                    <a:pt x="1020128" y="47625"/>
                    <a:pt x="1017270" y="42863"/>
                    <a:pt x="1013460" y="39053"/>
                  </a:cubicBezTo>
                  <a:cubicBezTo>
                    <a:pt x="1008698" y="34290"/>
                    <a:pt x="1002030" y="30480"/>
                    <a:pt x="993458" y="27623"/>
                  </a:cubicBezTo>
                  <a:cubicBezTo>
                    <a:pt x="984885" y="24765"/>
                    <a:pt x="978218" y="22860"/>
                    <a:pt x="972503" y="21908"/>
                  </a:cubicBezTo>
                  <a:close/>
                  <a:moveTo>
                    <a:pt x="687705" y="6668"/>
                  </a:moveTo>
                  <a:lnTo>
                    <a:pt x="798195" y="6668"/>
                  </a:lnTo>
                  <a:lnTo>
                    <a:pt x="798195" y="21908"/>
                  </a:lnTo>
                  <a:cubicBezTo>
                    <a:pt x="798195" y="21908"/>
                    <a:pt x="797243" y="21908"/>
                    <a:pt x="795338" y="21908"/>
                  </a:cubicBezTo>
                  <a:cubicBezTo>
                    <a:pt x="794385" y="21908"/>
                    <a:pt x="792480" y="21908"/>
                    <a:pt x="790575" y="21908"/>
                  </a:cubicBezTo>
                  <a:cubicBezTo>
                    <a:pt x="788670" y="21908"/>
                    <a:pt x="786765" y="21908"/>
                    <a:pt x="784860" y="22860"/>
                  </a:cubicBezTo>
                  <a:cubicBezTo>
                    <a:pt x="782955" y="22860"/>
                    <a:pt x="780098" y="23813"/>
                    <a:pt x="777240" y="23813"/>
                  </a:cubicBezTo>
                  <a:cubicBezTo>
                    <a:pt x="772478" y="24765"/>
                    <a:pt x="767715" y="26670"/>
                    <a:pt x="762000" y="29528"/>
                  </a:cubicBezTo>
                  <a:cubicBezTo>
                    <a:pt x="757238" y="32385"/>
                    <a:pt x="752475" y="35243"/>
                    <a:pt x="749618" y="39053"/>
                  </a:cubicBezTo>
                  <a:cubicBezTo>
                    <a:pt x="735330" y="55245"/>
                    <a:pt x="720090" y="72390"/>
                    <a:pt x="704850" y="89535"/>
                  </a:cubicBezTo>
                  <a:cubicBezTo>
                    <a:pt x="689610" y="106680"/>
                    <a:pt x="673418" y="122873"/>
                    <a:pt x="658178" y="137160"/>
                  </a:cubicBezTo>
                  <a:cubicBezTo>
                    <a:pt x="679133" y="160973"/>
                    <a:pt x="696278" y="181928"/>
                    <a:pt x="710565" y="199073"/>
                  </a:cubicBezTo>
                  <a:cubicBezTo>
                    <a:pt x="724853" y="216218"/>
                    <a:pt x="739140" y="234315"/>
                    <a:pt x="754380" y="254318"/>
                  </a:cubicBezTo>
                  <a:cubicBezTo>
                    <a:pt x="760095" y="261938"/>
                    <a:pt x="765810" y="267653"/>
                    <a:pt x="772478" y="272415"/>
                  </a:cubicBezTo>
                  <a:cubicBezTo>
                    <a:pt x="778193" y="277178"/>
                    <a:pt x="783908" y="280035"/>
                    <a:pt x="787718" y="282893"/>
                  </a:cubicBezTo>
                  <a:cubicBezTo>
                    <a:pt x="791528" y="284798"/>
                    <a:pt x="795338" y="285750"/>
                    <a:pt x="801053" y="286703"/>
                  </a:cubicBezTo>
                  <a:cubicBezTo>
                    <a:pt x="806768" y="287655"/>
                    <a:pt x="810578" y="288608"/>
                    <a:pt x="814388" y="288608"/>
                  </a:cubicBezTo>
                  <a:lnTo>
                    <a:pt x="814388" y="302895"/>
                  </a:lnTo>
                  <a:lnTo>
                    <a:pt x="813435" y="302895"/>
                  </a:lnTo>
                  <a:lnTo>
                    <a:pt x="730568" y="302895"/>
                  </a:lnTo>
                  <a:cubicBezTo>
                    <a:pt x="714375" y="278130"/>
                    <a:pt x="697230" y="253365"/>
                    <a:pt x="677228" y="229553"/>
                  </a:cubicBezTo>
                  <a:cubicBezTo>
                    <a:pt x="657225" y="204788"/>
                    <a:pt x="637223" y="181928"/>
                    <a:pt x="616268" y="159068"/>
                  </a:cubicBezTo>
                  <a:lnTo>
                    <a:pt x="610553" y="159068"/>
                  </a:lnTo>
                  <a:lnTo>
                    <a:pt x="610553" y="261938"/>
                  </a:lnTo>
                  <a:cubicBezTo>
                    <a:pt x="610553" y="266700"/>
                    <a:pt x="611505" y="270510"/>
                    <a:pt x="613410" y="274320"/>
                  </a:cubicBezTo>
                  <a:cubicBezTo>
                    <a:pt x="615315" y="278130"/>
                    <a:pt x="618173" y="280988"/>
                    <a:pt x="622935" y="282893"/>
                  </a:cubicBezTo>
                  <a:cubicBezTo>
                    <a:pt x="624840" y="283845"/>
                    <a:pt x="629603" y="284798"/>
                    <a:pt x="635318" y="286703"/>
                  </a:cubicBezTo>
                  <a:cubicBezTo>
                    <a:pt x="641033" y="287655"/>
                    <a:pt x="645795" y="288608"/>
                    <a:pt x="650558" y="288608"/>
                  </a:cubicBezTo>
                  <a:lnTo>
                    <a:pt x="650558" y="303848"/>
                  </a:lnTo>
                  <a:lnTo>
                    <a:pt x="528638" y="303848"/>
                  </a:lnTo>
                  <a:lnTo>
                    <a:pt x="528638" y="288608"/>
                  </a:lnTo>
                  <a:cubicBezTo>
                    <a:pt x="531495" y="288608"/>
                    <a:pt x="536258" y="287655"/>
                    <a:pt x="542925" y="287655"/>
                  </a:cubicBezTo>
                  <a:cubicBezTo>
                    <a:pt x="548640" y="286703"/>
                    <a:pt x="553403" y="286703"/>
                    <a:pt x="556260" y="284798"/>
                  </a:cubicBezTo>
                  <a:cubicBezTo>
                    <a:pt x="560070" y="282893"/>
                    <a:pt x="563880" y="280035"/>
                    <a:pt x="565785" y="277178"/>
                  </a:cubicBezTo>
                  <a:cubicBezTo>
                    <a:pt x="567690" y="273368"/>
                    <a:pt x="568643" y="269558"/>
                    <a:pt x="568643" y="264795"/>
                  </a:cubicBezTo>
                  <a:lnTo>
                    <a:pt x="568643" y="51435"/>
                  </a:lnTo>
                  <a:cubicBezTo>
                    <a:pt x="568643" y="46673"/>
                    <a:pt x="567690" y="42863"/>
                    <a:pt x="565785" y="39053"/>
                  </a:cubicBezTo>
                  <a:cubicBezTo>
                    <a:pt x="563880" y="35243"/>
                    <a:pt x="561023" y="32385"/>
                    <a:pt x="556260" y="30480"/>
                  </a:cubicBezTo>
                  <a:cubicBezTo>
                    <a:pt x="552450" y="28575"/>
                    <a:pt x="547688" y="26670"/>
                    <a:pt x="542925" y="25718"/>
                  </a:cubicBezTo>
                  <a:cubicBezTo>
                    <a:pt x="538163" y="24765"/>
                    <a:pt x="533400" y="23813"/>
                    <a:pt x="529590" y="22860"/>
                  </a:cubicBezTo>
                  <a:lnTo>
                    <a:pt x="529590" y="7620"/>
                  </a:lnTo>
                  <a:lnTo>
                    <a:pt x="651510" y="7620"/>
                  </a:lnTo>
                  <a:lnTo>
                    <a:pt x="651510" y="22860"/>
                  </a:lnTo>
                  <a:cubicBezTo>
                    <a:pt x="647700" y="22860"/>
                    <a:pt x="642938" y="23813"/>
                    <a:pt x="637223" y="24765"/>
                  </a:cubicBezTo>
                  <a:cubicBezTo>
                    <a:pt x="631508" y="25718"/>
                    <a:pt x="627698" y="26670"/>
                    <a:pt x="624840" y="27623"/>
                  </a:cubicBezTo>
                  <a:cubicBezTo>
                    <a:pt x="620078" y="29528"/>
                    <a:pt x="617220" y="32385"/>
                    <a:pt x="615315" y="36195"/>
                  </a:cubicBezTo>
                  <a:cubicBezTo>
                    <a:pt x="613410" y="40005"/>
                    <a:pt x="612458" y="44768"/>
                    <a:pt x="612458" y="48578"/>
                  </a:cubicBezTo>
                  <a:lnTo>
                    <a:pt x="612458" y="150495"/>
                  </a:lnTo>
                  <a:lnTo>
                    <a:pt x="616268" y="150495"/>
                  </a:lnTo>
                  <a:cubicBezTo>
                    <a:pt x="628650" y="140018"/>
                    <a:pt x="641033" y="128588"/>
                    <a:pt x="653415" y="117158"/>
                  </a:cubicBezTo>
                  <a:cubicBezTo>
                    <a:pt x="665798" y="105728"/>
                    <a:pt x="676275" y="94298"/>
                    <a:pt x="686753" y="82868"/>
                  </a:cubicBezTo>
                  <a:cubicBezTo>
                    <a:pt x="697230" y="70485"/>
                    <a:pt x="705803" y="60008"/>
                    <a:pt x="710565" y="52388"/>
                  </a:cubicBezTo>
                  <a:cubicBezTo>
                    <a:pt x="715328" y="44768"/>
                    <a:pt x="718185" y="38100"/>
                    <a:pt x="718185" y="32385"/>
                  </a:cubicBezTo>
                  <a:cubicBezTo>
                    <a:pt x="718185" y="30480"/>
                    <a:pt x="717233" y="28575"/>
                    <a:pt x="714375" y="27623"/>
                  </a:cubicBezTo>
                  <a:cubicBezTo>
                    <a:pt x="711518" y="26670"/>
                    <a:pt x="708660" y="24765"/>
                    <a:pt x="705803" y="24765"/>
                  </a:cubicBezTo>
                  <a:cubicBezTo>
                    <a:pt x="701993" y="23813"/>
                    <a:pt x="698183" y="23813"/>
                    <a:pt x="695325" y="22860"/>
                  </a:cubicBezTo>
                  <a:cubicBezTo>
                    <a:pt x="692468" y="22860"/>
                    <a:pt x="689610" y="22860"/>
                    <a:pt x="687705" y="21908"/>
                  </a:cubicBezTo>
                  <a:close/>
                  <a:moveTo>
                    <a:pt x="0" y="6668"/>
                  </a:moveTo>
                  <a:lnTo>
                    <a:pt x="134302" y="6668"/>
                  </a:lnTo>
                  <a:cubicBezTo>
                    <a:pt x="161925" y="6668"/>
                    <a:pt x="183832" y="13335"/>
                    <a:pt x="200977" y="26670"/>
                  </a:cubicBezTo>
                  <a:cubicBezTo>
                    <a:pt x="218122" y="40958"/>
                    <a:pt x="226695" y="59055"/>
                    <a:pt x="226695" y="80963"/>
                  </a:cubicBezTo>
                  <a:cubicBezTo>
                    <a:pt x="226695" y="96203"/>
                    <a:pt x="223837" y="110490"/>
                    <a:pt x="217170" y="121920"/>
                  </a:cubicBezTo>
                  <a:cubicBezTo>
                    <a:pt x="211455" y="134303"/>
                    <a:pt x="202882" y="143828"/>
                    <a:pt x="192405" y="151448"/>
                  </a:cubicBezTo>
                  <a:cubicBezTo>
                    <a:pt x="181927" y="159068"/>
                    <a:pt x="170497" y="164783"/>
                    <a:pt x="158115" y="168593"/>
                  </a:cubicBezTo>
                  <a:cubicBezTo>
                    <a:pt x="145732" y="172403"/>
                    <a:pt x="132397" y="174308"/>
                    <a:pt x="118110" y="174308"/>
                  </a:cubicBezTo>
                  <a:lnTo>
                    <a:pt x="84772" y="174308"/>
                  </a:lnTo>
                  <a:lnTo>
                    <a:pt x="84772" y="263843"/>
                  </a:lnTo>
                  <a:cubicBezTo>
                    <a:pt x="84772" y="268605"/>
                    <a:pt x="85725" y="273368"/>
                    <a:pt x="87630" y="276225"/>
                  </a:cubicBezTo>
                  <a:cubicBezTo>
                    <a:pt x="89535" y="280035"/>
                    <a:pt x="92392" y="282893"/>
                    <a:pt x="97155" y="284798"/>
                  </a:cubicBezTo>
                  <a:cubicBezTo>
                    <a:pt x="100012" y="285750"/>
                    <a:pt x="103822" y="286703"/>
                    <a:pt x="110490" y="287655"/>
                  </a:cubicBezTo>
                  <a:cubicBezTo>
                    <a:pt x="117157" y="288608"/>
                    <a:pt x="122872" y="288608"/>
                    <a:pt x="127635" y="289560"/>
                  </a:cubicBezTo>
                  <a:lnTo>
                    <a:pt x="127635" y="304800"/>
                  </a:lnTo>
                  <a:lnTo>
                    <a:pt x="952" y="304800"/>
                  </a:lnTo>
                  <a:lnTo>
                    <a:pt x="952" y="289560"/>
                  </a:lnTo>
                  <a:cubicBezTo>
                    <a:pt x="3810" y="289560"/>
                    <a:pt x="8572" y="288608"/>
                    <a:pt x="15240" y="287655"/>
                  </a:cubicBezTo>
                  <a:cubicBezTo>
                    <a:pt x="21907" y="286703"/>
                    <a:pt x="25717" y="285750"/>
                    <a:pt x="28575" y="284798"/>
                  </a:cubicBezTo>
                  <a:cubicBezTo>
                    <a:pt x="32385" y="282893"/>
                    <a:pt x="35242" y="280035"/>
                    <a:pt x="37147" y="277178"/>
                  </a:cubicBezTo>
                  <a:cubicBezTo>
                    <a:pt x="39052" y="273368"/>
                    <a:pt x="40005" y="269558"/>
                    <a:pt x="40005" y="263843"/>
                  </a:cubicBezTo>
                  <a:lnTo>
                    <a:pt x="40005" y="49530"/>
                  </a:lnTo>
                  <a:cubicBezTo>
                    <a:pt x="40005" y="44768"/>
                    <a:pt x="39052" y="40005"/>
                    <a:pt x="38100" y="36195"/>
                  </a:cubicBezTo>
                  <a:cubicBezTo>
                    <a:pt x="37147" y="32385"/>
                    <a:pt x="33337" y="29528"/>
                    <a:pt x="28575" y="27623"/>
                  </a:cubicBezTo>
                  <a:cubicBezTo>
                    <a:pt x="23812" y="25718"/>
                    <a:pt x="18097" y="24765"/>
                    <a:pt x="13335" y="23813"/>
                  </a:cubicBezTo>
                  <a:cubicBezTo>
                    <a:pt x="8572" y="22860"/>
                    <a:pt x="3810" y="22860"/>
                    <a:pt x="0" y="21908"/>
                  </a:cubicBezTo>
                  <a:close/>
                  <a:moveTo>
                    <a:pt x="2824163" y="5715"/>
                  </a:moveTo>
                  <a:lnTo>
                    <a:pt x="3052763" y="5715"/>
                  </a:lnTo>
                  <a:lnTo>
                    <a:pt x="3052763" y="76200"/>
                  </a:lnTo>
                  <a:lnTo>
                    <a:pt x="3037523" y="76200"/>
                  </a:lnTo>
                  <a:cubicBezTo>
                    <a:pt x="3034665" y="65722"/>
                    <a:pt x="3028950" y="55245"/>
                    <a:pt x="3019425" y="42862"/>
                  </a:cubicBezTo>
                  <a:cubicBezTo>
                    <a:pt x="3009900" y="31432"/>
                    <a:pt x="3001328" y="24765"/>
                    <a:pt x="2992755" y="23812"/>
                  </a:cubicBezTo>
                  <a:cubicBezTo>
                    <a:pt x="2988945" y="22860"/>
                    <a:pt x="2983230" y="22860"/>
                    <a:pt x="2977515" y="22860"/>
                  </a:cubicBezTo>
                  <a:cubicBezTo>
                    <a:pt x="2971800" y="22860"/>
                    <a:pt x="2965133" y="22860"/>
                    <a:pt x="2957513" y="22860"/>
                  </a:cubicBezTo>
                  <a:lnTo>
                    <a:pt x="2910840" y="22860"/>
                  </a:lnTo>
                  <a:lnTo>
                    <a:pt x="2910840" y="139065"/>
                  </a:lnTo>
                  <a:lnTo>
                    <a:pt x="2944178" y="139065"/>
                  </a:lnTo>
                  <a:cubicBezTo>
                    <a:pt x="2954655" y="139065"/>
                    <a:pt x="2962275" y="138112"/>
                    <a:pt x="2967038" y="136207"/>
                  </a:cubicBezTo>
                  <a:cubicBezTo>
                    <a:pt x="2971800" y="134302"/>
                    <a:pt x="2976563" y="130492"/>
                    <a:pt x="2980373" y="125730"/>
                  </a:cubicBezTo>
                  <a:cubicBezTo>
                    <a:pt x="2983230" y="121920"/>
                    <a:pt x="2986088" y="116205"/>
                    <a:pt x="2987993" y="109537"/>
                  </a:cubicBezTo>
                  <a:cubicBezTo>
                    <a:pt x="2989898" y="102870"/>
                    <a:pt x="2991803" y="96202"/>
                    <a:pt x="2992755" y="90487"/>
                  </a:cubicBezTo>
                  <a:lnTo>
                    <a:pt x="3007995" y="90487"/>
                  </a:lnTo>
                  <a:lnTo>
                    <a:pt x="3007995" y="206692"/>
                  </a:lnTo>
                  <a:lnTo>
                    <a:pt x="2992755" y="206692"/>
                  </a:lnTo>
                  <a:cubicBezTo>
                    <a:pt x="2991803" y="200025"/>
                    <a:pt x="2990850" y="193357"/>
                    <a:pt x="2987993" y="185737"/>
                  </a:cubicBezTo>
                  <a:cubicBezTo>
                    <a:pt x="2985135" y="178117"/>
                    <a:pt x="2983230" y="173355"/>
                    <a:pt x="2980373" y="169545"/>
                  </a:cubicBezTo>
                  <a:cubicBezTo>
                    <a:pt x="2975610" y="163830"/>
                    <a:pt x="2970848" y="160972"/>
                    <a:pt x="2966085" y="159067"/>
                  </a:cubicBezTo>
                  <a:cubicBezTo>
                    <a:pt x="2960370" y="157162"/>
                    <a:pt x="2953703" y="156210"/>
                    <a:pt x="2944178" y="156210"/>
                  </a:cubicBezTo>
                  <a:lnTo>
                    <a:pt x="2910840" y="156210"/>
                  </a:lnTo>
                  <a:lnTo>
                    <a:pt x="2910840" y="244792"/>
                  </a:lnTo>
                  <a:cubicBezTo>
                    <a:pt x="2910840" y="253365"/>
                    <a:pt x="2911793" y="260985"/>
                    <a:pt x="2912745" y="265747"/>
                  </a:cubicBezTo>
                  <a:cubicBezTo>
                    <a:pt x="2913698" y="270510"/>
                    <a:pt x="2916555" y="274320"/>
                    <a:pt x="2920365" y="277177"/>
                  </a:cubicBezTo>
                  <a:cubicBezTo>
                    <a:pt x="2924175" y="280035"/>
                    <a:pt x="2928938" y="281940"/>
                    <a:pt x="2934653" y="281940"/>
                  </a:cubicBezTo>
                  <a:cubicBezTo>
                    <a:pt x="2941320" y="282892"/>
                    <a:pt x="2949893" y="282892"/>
                    <a:pt x="2961323" y="282892"/>
                  </a:cubicBezTo>
                  <a:cubicBezTo>
                    <a:pt x="2966085" y="282892"/>
                    <a:pt x="2971800" y="282892"/>
                    <a:pt x="2979420" y="282892"/>
                  </a:cubicBezTo>
                  <a:cubicBezTo>
                    <a:pt x="2987040" y="282892"/>
                    <a:pt x="2992755" y="282892"/>
                    <a:pt x="2998470" y="281940"/>
                  </a:cubicBezTo>
                  <a:cubicBezTo>
                    <a:pt x="3003233" y="280987"/>
                    <a:pt x="3008948" y="280035"/>
                    <a:pt x="3014663" y="279082"/>
                  </a:cubicBezTo>
                  <a:cubicBezTo>
                    <a:pt x="3020378" y="278130"/>
                    <a:pt x="3024188" y="275272"/>
                    <a:pt x="3026093" y="273367"/>
                  </a:cubicBezTo>
                  <a:cubicBezTo>
                    <a:pt x="3032760" y="266700"/>
                    <a:pt x="3039428" y="256222"/>
                    <a:pt x="3046095" y="242887"/>
                  </a:cubicBezTo>
                  <a:cubicBezTo>
                    <a:pt x="3052763" y="229552"/>
                    <a:pt x="3057525" y="219075"/>
                    <a:pt x="3059430" y="213360"/>
                  </a:cubicBezTo>
                  <a:lnTo>
                    <a:pt x="3074670" y="213360"/>
                  </a:lnTo>
                  <a:lnTo>
                    <a:pt x="3074670" y="216217"/>
                  </a:lnTo>
                  <a:lnTo>
                    <a:pt x="3068955" y="302895"/>
                  </a:lnTo>
                  <a:lnTo>
                    <a:pt x="2824163" y="302895"/>
                  </a:lnTo>
                  <a:lnTo>
                    <a:pt x="2824163" y="287655"/>
                  </a:lnTo>
                  <a:cubicBezTo>
                    <a:pt x="2827973" y="287655"/>
                    <a:pt x="2833688" y="286702"/>
                    <a:pt x="2840355" y="285750"/>
                  </a:cubicBezTo>
                  <a:cubicBezTo>
                    <a:pt x="2847023" y="284797"/>
                    <a:pt x="2851785" y="283845"/>
                    <a:pt x="2853690" y="282892"/>
                  </a:cubicBezTo>
                  <a:cubicBezTo>
                    <a:pt x="2858453" y="280987"/>
                    <a:pt x="2861310" y="278130"/>
                    <a:pt x="2863215" y="274320"/>
                  </a:cubicBezTo>
                  <a:cubicBezTo>
                    <a:pt x="2865120" y="271462"/>
                    <a:pt x="2866073" y="266700"/>
                    <a:pt x="2866073" y="261937"/>
                  </a:cubicBezTo>
                  <a:lnTo>
                    <a:pt x="2866073" y="49530"/>
                  </a:lnTo>
                  <a:cubicBezTo>
                    <a:pt x="2866073" y="44767"/>
                    <a:pt x="2865120" y="40957"/>
                    <a:pt x="2864168" y="37147"/>
                  </a:cubicBezTo>
                  <a:cubicBezTo>
                    <a:pt x="2862263" y="33337"/>
                    <a:pt x="2859405" y="30480"/>
                    <a:pt x="2854643" y="28575"/>
                  </a:cubicBezTo>
                  <a:cubicBezTo>
                    <a:pt x="2850833" y="26670"/>
                    <a:pt x="2846070" y="24765"/>
                    <a:pt x="2839403" y="23812"/>
                  </a:cubicBezTo>
                  <a:cubicBezTo>
                    <a:pt x="2832735" y="22860"/>
                    <a:pt x="2827973" y="21907"/>
                    <a:pt x="2824163" y="20955"/>
                  </a:cubicBezTo>
                  <a:close/>
                  <a:moveTo>
                    <a:pt x="258128" y="5715"/>
                  </a:moveTo>
                  <a:lnTo>
                    <a:pt x="486728" y="5715"/>
                  </a:lnTo>
                  <a:lnTo>
                    <a:pt x="486728" y="76200"/>
                  </a:lnTo>
                  <a:lnTo>
                    <a:pt x="471488" y="76200"/>
                  </a:lnTo>
                  <a:cubicBezTo>
                    <a:pt x="468630" y="65722"/>
                    <a:pt x="462915" y="55245"/>
                    <a:pt x="453390" y="42862"/>
                  </a:cubicBezTo>
                  <a:cubicBezTo>
                    <a:pt x="443865" y="31432"/>
                    <a:pt x="435293" y="24765"/>
                    <a:pt x="426720" y="23812"/>
                  </a:cubicBezTo>
                  <a:cubicBezTo>
                    <a:pt x="421958" y="22860"/>
                    <a:pt x="417195" y="22860"/>
                    <a:pt x="411480" y="22860"/>
                  </a:cubicBezTo>
                  <a:cubicBezTo>
                    <a:pt x="405765" y="22860"/>
                    <a:pt x="399098" y="22860"/>
                    <a:pt x="391478" y="22860"/>
                  </a:cubicBezTo>
                  <a:lnTo>
                    <a:pt x="344805" y="22860"/>
                  </a:lnTo>
                  <a:lnTo>
                    <a:pt x="344805" y="139065"/>
                  </a:lnTo>
                  <a:lnTo>
                    <a:pt x="378143" y="139065"/>
                  </a:lnTo>
                  <a:cubicBezTo>
                    <a:pt x="388620" y="139065"/>
                    <a:pt x="396240" y="138112"/>
                    <a:pt x="401003" y="136207"/>
                  </a:cubicBezTo>
                  <a:cubicBezTo>
                    <a:pt x="405765" y="134302"/>
                    <a:pt x="410528" y="130492"/>
                    <a:pt x="414338" y="125730"/>
                  </a:cubicBezTo>
                  <a:cubicBezTo>
                    <a:pt x="417195" y="121920"/>
                    <a:pt x="420053" y="116205"/>
                    <a:pt x="421958" y="109537"/>
                  </a:cubicBezTo>
                  <a:cubicBezTo>
                    <a:pt x="423863" y="102870"/>
                    <a:pt x="425768" y="96202"/>
                    <a:pt x="425768" y="90487"/>
                  </a:cubicBezTo>
                  <a:lnTo>
                    <a:pt x="441008" y="90487"/>
                  </a:lnTo>
                  <a:lnTo>
                    <a:pt x="441008" y="206692"/>
                  </a:lnTo>
                  <a:lnTo>
                    <a:pt x="425768" y="206692"/>
                  </a:lnTo>
                  <a:cubicBezTo>
                    <a:pt x="424815" y="200025"/>
                    <a:pt x="423863" y="193357"/>
                    <a:pt x="421005" y="185737"/>
                  </a:cubicBezTo>
                  <a:cubicBezTo>
                    <a:pt x="419100" y="178117"/>
                    <a:pt x="416243" y="173355"/>
                    <a:pt x="413385" y="169545"/>
                  </a:cubicBezTo>
                  <a:cubicBezTo>
                    <a:pt x="409575" y="163830"/>
                    <a:pt x="403860" y="160972"/>
                    <a:pt x="399098" y="159067"/>
                  </a:cubicBezTo>
                  <a:cubicBezTo>
                    <a:pt x="393383" y="157162"/>
                    <a:pt x="386715" y="156210"/>
                    <a:pt x="377190" y="156210"/>
                  </a:cubicBezTo>
                  <a:lnTo>
                    <a:pt x="343853" y="156210"/>
                  </a:lnTo>
                  <a:lnTo>
                    <a:pt x="343853" y="244792"/>
                  </a:lnTo>
                  <a:cubicBezTo>
                    <a:pt x="343853" y="253365"/>
                    <a:pt x="344805" y="260985"/>
                    <a:pt x="345758" y="265747"/>
                  </a:cubicBezTo>
                  <a:cubicBezTo>
                    <a:pt x="346710" y="270510"/>
                    <a:pt x="349568" y="274320"/>
                    <a:pt x="353378" y="277177"/>
                  </a:cubicBezTo>
                  <a:cubicBezTo>
                    <a:pt x="357188" y="280035"/>
                    <a:pt x="361950" y="281940"/>
                    <a:pt x="367665" y="281940"/>
                  </a:cubicBezTo>
                  <a:cubicBezTo>
                    <a:pt x="373380" y="282892"/>
                    <a:pt x="382905" y="282892"/>
                    <a:pt x="394335" y="282892"/>
                  </a:cubicBezTo>
                  <a:cubicBezTo>
                    <a:pt x="399098" y="282892"/>
                    <a:pt x="404813" y="282892"/>
                    <a:pt x="412433" y="282892"/>
                  </a:cubicBezTo>
                  <a:cubicBezTo>
                    <a:pt x="420053" y="282892"/>
                    <a:pt x="425768" y="282892"/>
                    <a:pt x="431483" y="281940"/>
                  </a:cubicBezTo>
                  <a:cubicBezTo>
                    <a:pt x="436245" y="280987"/>
                    <a:pt x="441960" y="280035"/>
                    <a:pt x="447675" y="279082"/>
                  </a:cubicBezTo>
                  <a:cubicBezTo>
                    <a:pt x="453390" y="278130"/>
                    <a:pt x="457200" y="275272"/>
                    <a:pt x="460058" y="273367"/>
                  </a:cubicBezTo>
                  <a:cubicBezTo>
                    <a:pt x="466725" y="266700"/>
                    <a:pt x="473393" y="256222"/>
                    <a:pt x="480060" y="242887"/>
                  </a:cubicBezTo>
                  <a:cubicBezTo>
                    <a:pt x="486728" y="229552"/>
                    <a:pt x="491490" y="219075"/>
                    <a:pt x="493395" y="213360"/>
                  </a:cubicBezTo>
                  <a:lnTo>
                    <a:pt x="508635" y="213360"/>
                  </a:lnTo>
                  <a:lnTo>
                    <a:pt x="508635" y="216217"/>
                  </a:lnTo>
                  <a:lnTo>
                    <a:pt x="502920" y="302895"/>
                  </a:lnTo>
                  <a:lnTo>
                    <a:pt x="258128" y="302895"/>
                  </a:lnTo>
                  <a:lnTo>
                    <a:pt x="258128" y="287655"/>
                  </a:lnTo>
                  <a:cubicBezTo>
                    <a:pt x="261938" y="287655"/>
                    <a:pt x="267653" y="286702"/>
                    <a:pt x="274320" y="285750"/>
                  </a:cubicBezTo>
                  <a:cubicBezTo>
                    <a:pt x="280988" y="284797"/>
                    <a:pt x="285750" y="283845"/>
                    <a:pt x="287655" y="282892"/>
                  </a:cubicBezTo>
                  <a:cubicBezTo>
                    <a:pt x="292418" y="280987"/>
                    <a:pt x="295275" y="278130"/>
                    <a:pt x="297180" y="274320"/>
                  </a:cubicBezTo>
                  <a:cubicBezTo>
                    <a:pt x="299085" y="271462"/>
                    <a:pt x="300038" y="266700"/>
                    <a:pt x="300038" y="261937"/>
                  </a:cubicBezTo>
                  <a:lnTo>
                    <a:pt x="300038" y="49530"/>
                  </a:lnTo>
                  <a:cubicBezTo>
                    <a:pt x="300038" y="44767"/>
                    <a:pt x="299085" y="40957"/>
                    <a:pt x="298133" y="37147"/>
                  </a:cubicBezTo>
                  <a:cubicBezTo>
                    <a:pt x="296228" y="33337"/>
                    <a:pt x="293370" y="30480"/>
                    <a:pt x="288608" y="28575"/>
                  </a:cubicBezTo>
                  <a:cubicBezTo>
                    <a:pt x="284798" y="26670"/>
                    <a:pt x="280035" y="24765"/>
                    <a:pt x="273368" y="23812"/>
                  </a:cubicBezTo>
                  <a:cubicBezTo>
                    <a:pt x="266700" y="22860"/>
                    <a:pt x="261938" y="21907"/>
                    <a:pt x="258128" y="20955"/>
                  </a:cubicBezTo>
                  <a:close/>
                  <a:moveTo>
                    <a:pt x="3640456" y="4763"/>
                  </a:moveTo>
                  <a:lnTo>
                    <a:pt x="3773806" y="4763"/>
                  </a:lnTo>
                  <a:lnTo>
                    <a:pt x="3773806" y="20003"/>
                  </a:lnTo>
                  <a:cubicBezTo>
                    <a:pt x="3769043" y="20003"/>
                    <a:pt x="3764281" y="20955"/>
                    <a:pt x="3758565" y="21908"/>
                  </a:cubicBezTo>
                  <a:cubicBezTo>
                    <a:pt x="3752850" y="22860"/>
                    <a:pt x="3747136" y="23813"/>
                    <a:pt x="3743325" y="25718"/>
                  </a:cubicBezTo>
                  <a:cubicBezTo>
                    <a:pt x="3737611" y="27623"/>
                    <a:pt x="3734753" y="30480"/>
                    <a:pt x="3732848" y="33338"/>
                  </a:cubicBezTo>
                  <a:cubicBezTo>
                    <a:pt x="3730943" y="37148"/>
                    <a:pt x="3729990" y="40958"/>
                    <a:pt x="3729990" y="45720"/>
                  </a:cubicBezTo>
                  <a:lnTo>
                    <a:pt x="3729990" y="259080"/>
                  </a:lnTo>
                  <a:cubicBezTo>
                    <a:pt x="3729990" y="263843"/>
                    <a:pt x="3730943" y="267653"/>
                    <a:pt x="3732848" y="271463"/>
                  </a:cubicBezTo>
                  <a:cubicBezTo>
                    <a:pt x="3734753" y="275273"/>
                    <a:pt x="3738563" y="278130"/>
                    <a:pt x="3743325" y="280035"/>
                  </a:cubicBezTo>
                  <a:cubicBezTo>
                    <a:pt x="3746183" y="280988"/>
                    <a:pt x="3750945" y="281940"/>
                    <a:pt x="3757613" y="283845"/>
                  </a:cubicBezTo>
                  <a:cubicBezTo>
                    <a:pt x="3764281" y="284798"/>
                    <a:pt x="3769995" y="285750"/>
                    <a:pt x="3774758" y="285750"/>
                  </a:cubicBezTo>
                  <a:lnTo>
                    <a:pt x="3774758" y="302895"/>
                  </a:lnTo>
                  <a:lnTo>
                    <a:pt x="3772853" y="302895"/>
                  </a:lnTo>
                  <a:lnTo>
                    <a:pt x="3639503" y="302895"/>
                  </a:lnTo>
                  <a:lnTo>
                    <a:pt x="3639503" y="287655"/>
                  </a:lnTo>
                  <a:cubicBezTo>
                    <a:pt x="3643313" y="287655"/>
                    <a:pt x="3649028" y="286703"/>
                    <a:pt x="3655695" y="286703"/>
                  </a:cubicBezTo>
                  <a:cubicBezTo>
                    <a:pt x="3662363" y="285750"/>
                    <a:pt x="3668078" y="285750"/>
                    <a:pt x="3670936" y="283845"/>
                  </a:cubicBezTo>
                  <a:cubicBezTo>
                    <a:pt x="3675698" y="281940"/>
                    <a:pt x="3678556" y="280035"/>
                    <a:pt x="3681413" y="276225"/>
                  </a:cubicBezTo>
                  <a:cubicBezTo>
                    <a:pt x="3683318" y="273368"/>
                    <a:pt x="3684270" y="268605"/>
                    <a:pt x="3684270" y="262890"/>
                  </a:cubicBezTo>
                  <a:lnTo>
                    <a:pt x="3684270" y="48578"/>
                  </a:lnTo>
                  <a:cubicBezTo>
                    <a:pt x="3684270" y="43815"/>
                    <a:pt x="3683318" y="40005"/>
                    <a:pt x="3682365" y="36195"/>
                  </a:cubicBezTo>
                  <a:cubicBezTo>
                    <a:pt x="3680461" y="33338"/>
                    <a:pt x="3677603" y="30480"/>
                    <a:pt x="3671888" y="27623"/>
                  </a:cubicBezTo>
                  <a:cubicBezTo>
                    <a:pt x="3668078" y="25718"/>
                    <a:pt x="3662363" y="24765"/>
                    <a:pt x="3655695" y="22860"/>
                  </a:cubicBezTo>
                  <a:cubicBezTo>
                    <a:pt x="3649028" y="20955"/>
                    <a:pt x="3644265" y="20955"/>
                    <a:pt x="3640456" y="20003"/>
                  </a:cubicBezTo>
                  <a:close/>
                  <a:moveTo>
                    <a:pt x="2371725" y="4763"/>
                  </a:moveTo>
                  <a:lnTo>
                    <a:pt x="2505075" y="4763"/>
                  </a:lnTo>
                  <a:lnTo>
                    <a:pt x="2505075" y="20003"/>
                  </a:lnTo>
                  <a:cubicBezTo>
                    <a:pt x="2500312" y="20003"/>
                    <a:pt x="2495550" y="20955"/>
                    <a:pt x="2489835" y="21908"/>
                  </a:cubicBezTo>
                  <a:cubicBezTo>
                    <a:pt x="2484120" y="22860"/>
                    <a:pt x="2478405" y="23813"/>
                    <a:pt x="2474595" y="25718"/>
                  </a:cubicBezTo>
                  <a:cubicBezTo>
                    <a:pt x="2468880" y="27623"/>
                    <a:pt x="2466022" y="30480"/>
                    <a:pt x="2464117" y="33338"/>
                  </a:cubicBezTo>
                  <a:cubicBezTo>
                    <a:pt x="2462212" y="37148"/>
                    <a:pt x="2461260" y="40958"/>
                    <a:pt x="2461260" y="45720"/>
                  </a:cubicBezTo>
                  <a:lnTo>
                    <a:pt x="2461260" y="259080"/>
                  </a:lnTo>
                  <a:cubicBezTo>
                    <a:pt x="2461260" y="263843"/>
                    <a:pt x="2462212" y="267653"/>
                    <a:pt x="2464117" y="271463"/>
                  </a:cubicBezTo>
                  <a:cubicBezTo>
                    <a:pt x="2466022" y="275273"/>
                    <a:pt x="2469832" y="278130"/>
                    <a:pt x="2474595" y="280035"/>
                  </a:cubicBezTo>
                  <a:cubicBezTo>
                    <a:pt x="2477452" y="280988"/>
                    <a:pt x="2482215" y="281940"/>
                    <a:pt x="2488882" y="283845"/>
                  </a:cubicBezTo>
                  <a:cubicBezTo>
                    <a:pt x="2495550" y="284798"/>
                    <a:pt x="2501265" y="285750"/>
                    <a:pt x="2506027" y="285750"/>
                  </a:cubicBezTo>
                  <a:lnTo>
                    <a:pt x="2506027" y="302895"/>
                  </a:lnTo>
                  <a:lnTo>
                    <a:pt x="2503170" y="302895"/>
                  </a:lnTo>
                  <a:lnTo>
                    <a:pt x="2369820" y="302895"/>
                  </a:lnTo>
                  <a:lnTo>
                    <a:pt x="2369820" y="287655"/>
                  </a:lnTo>
                  <a:cubicBezTo>
                    <a:pt x="2373630" y="287655"/>
                    <a:pt x="2379345" y="286703"/>
                    <a:pt x="2386012" y="286703"/>
                  </a:cubicBezTo>
                  <a:cubicBezTo>
                    <a:pt x="2392680" y="285750"/>
                    <a:pt x="2398395" y="285750"/>
                    <a:pt x="2401252" y="283845"/>
                  </a:cubicBezTo>
                  <a:cubicBezTo>
                    <a:pt x="2406015" y="281940"/>
                    <a:pt x="2408872" y="280035"/>
                    <a:pt x="2411730" y="276225"/>
                  </a:cubicBezTo>
                  <a:cubicBezTo>
                    <a:pt x="2413635" y="273368"/>
                    <a:pt x="2414587" y="268605"/>
                    <a:pt x="2414587" y="262890"/>
                  </a:cubicBezTo>
                  <a:lnTo>
                    <a:pt x="2414587" y="48578"/>
                  </a:lnTo>
                  <a:cubicBezTo>
                    <a:pt x="2414587" y="43815"/>
                    <a:pt x="2413635" y="40005"/>
                    <a:pt x="2412682" y="36195"/>
                  </a:cubicBezTo>
                  <a:cubicBezTo>
                    <a:pt x="2410777" y="33338"/>
                    <a:pt x="2407920" y="30480"/>
                    <a:pt x="2402205" y="27623"/>
                  </a:cubicBezTo>
                  <a:cubicBezTo>
                    <a:pt x="2398395" y="25718"/>
                    <a:pt x="2392680" y="24765"/>
                    <a:pt x="2386965" y="22860"/>
                  </a:cubicBezTo>
                  <a:cubicBezTo>
                    <a:pt x="2380297" y="20955"/>
                    <a:pt x="2375535" y="20955"/>
                    <a:pt x="2371725" y="20003"/>
                  </a:cubicBezTo>
                  <a:close/>
                  <a:moveTo>
                    <a:pt x="827723" y="4763"/>
                  </a:moveTo>
                  <a:lnTo>
                    <a:pt x="961073" y="4763"/>
                  </a:lnTo>
                  <a:lnTo>
                    <a:pt x="961073" y="20003"/>
                  </a:lnTo>
                  <a:cubicBezTo>
                    <a:pt x="956310" y="20003"/>
                    <a:pt x="951548" y="20955"/>
                    <a:pt x="945833" y="21908"/>
                  </a:cubicBezTo>
                  <a:cubicBezTo>
                    <a:pt x="940118" y="22860"/>
                    <a:pt x="934403" y="23813"/>
                    <a:pt x="930593" y="25718"/>
                  </a:cubicBezTo>
                  <a:cubicBezTo>
                    <a:pt x="924878" y="27623"/>
                    <a:pt x="922020" y="30480"/>
                    <a:pt x="920115" y="33338"/>
                  </a:cubicBezTo>
                  <a:cubicBezTo>
                    <a:pt x="918210" y="37148"/>
                    <a:pt x="917258" y="40958"/>
                    <a:pt x="917258" y="45720"/>
                  </a:cubicBezTo>
                  <a:lnTo>
                    <a:pt x="917258" y="259080"/>
                  </a:lnTo>
                  <a:cubicBezTo>
                    <a:pt x="917258" y="263843"/>
                    <a:pt x="918210" y="267653"/>
                    <a:pt x="920115" y="271463"/>
                  </a:cubicBezTo>
                  <a:cubicBezTo>
                    <a:pt x="922020" y="275273"/>
                    <a:pt x="925830" y="278130"/>
                    <a:pt x="930593" y="280035"/>
                  </a:cubicBezTo>
                  <a:cubicBezTo>
                    <a:pt x="933450" y="280988"/>
                    <a:pt x="938213" y="281940"/>
                    <a:pt x="944880" y="283845"/>
                  </a:cubicBezTo>
                  <a:cubicBezTo>
                    <a:pt x="951548" y="284798"/>
                    <a:pt x="957263" y="285750"/>
                    <a:pt x="962025" y="285750"/>
                  </a:cubicBezTo>
                  <a:lnTo>
                    <a:pt x="962025" y="302895"/>
                  </a:lnTo>
                  <a:lnTo>
                    <a:pt x="961073" y="302895"/>
                  </a:lnTo>
                  <a:lnTo>
                    <a:pt x="827723" y="302895"/>
                  </a:lnTo>
                  <a:lnTo>
                    <a:pt x="827723" y="287655"/>
                  </a:lnTo>
                  <a:cubicBezTo>
                    <a:pt x="831533" y="287655"/>
                    <a:pt x="837248" y="286703"/>
                    <a:pt x="843915" y="286703"/>
                  </a:cubicBezTo>
                  <a:cubicBezTo>
                    <a:pt x="850583" y="285750"/>
                    <a:pt x="856298" y="285750"/>
                    <a:pt x="859155" y="283845"/>
                  </a:cubicBezTo>
                  <a:cubicBezTo>
                    <a:pt x="863918" y="281940"/>
                    <a:pt x="866775" y="280035"/>
                    <a:pt x="868680" y="276225"/>
                  </a:cubicBezTo>
                  <a:cubicBezTo>
                    <a:pt x="870585" y="273368"/>
                    <a:pt x="871538" y="268605"/>
                    <a:pt x="871538" y="262890"/>
                  </a:cubicBezTo>
                  <a:lnTo>
                    <a:pt x="871538" y="48578"/>
                  </a:lnTo>
                  <a:cubicBezTo>
                    <a:pt x="871538" y="43815"/>
                    <a:pt x="870585" y="40005"/>
                    <a:pt x="869633" y="36195"/>
                  </a:cubicBezTo>
                  <a:cubicBezTo>
                    <a:pt x="867728" y="33338"/>
                    <a:pt x="864870" y="30480"/>
                    <a:pt x="859155" y="27623"/>
                  </a:cubicBezTo>
                  <a:cubicBezTo>
                    <a:pt x="855345" y="25718"/>
                    <a:pt x="849630" y="24765"/>
                    <a:pt x="842963" y="22860"/>
                  </a:cubicBezTo>
                  <a:cubicBezTo>
                    <a:pt x="836295" y="20955"/>
                    <a:pt x="831533" y="20955"/>
                    <a:pt x="827723" y="20003"/>
                  </a:cubicBezTo>
                  <a:close/>
                  <a:moveTo>
                    <a:pt x="3500437" y="1905"/>
                  </a:moveTo>
                  <a:cubicBezTo>
                    <a:pt x="3513773" y="1905"/>
                    <a:pt x="3526155" y="3810"/>
                    <a:pt x="3536632" y="8572"/>
                  </a:cubicBezTo>
                  <a:cubicBezTo>
                    <a:pt x="3547110" y="12382"/>
                    <a:pt x="3556635" y="18097"/>
                    <a:pt x="3566160" y="22860"/>
                  </a:cubicBezTo>
                  <a:lnTo>
                    <a:pt x="3574732" y="8572"/>
                  </a:lnTo>
                  <a:lnTo>
                    <a:pt x="3590925" y="8572"/>
                  </a:lnTo>
                  <a:lnTo>
                    <a:pt x="3592830" y="106680"/>
                  </a:lnTo>
                  <a:lnTo>
                    <a:pt x="3575685" y="106680"/>
                  </a:lnTo>
                  <a:cubicBezTo>
                    <a:pt x="3572827" y="95250"/>
                    <a:pt x="3569018" y="84772"/>
                    <a:pt x="3565207" y="74295"/>
                  </a:cubicBezTo>
                  <a:cubicBezTo>
                    <a:pt x="3561398" y="63817"/>
                    <a:pt x="3556635" y="55245"/>
                    <a:pt x="3549968" y="46672"/>
                  </a:cubicBezTo>
                  <a:cubicBezTo>
                    <a:pt x="3544252" y="39052"/>
                    <a:pt x="3536632" y="32385"/>
                    <a:pt x="3528060" y="27622"/>
                  </a:cubicBezTo>
                  <a:cubicBezTo>
                    <a:pt x="3519487" y="22860"/>
                    <a:pt x="3509010" y="20002"/>
                    <a:pt x="3496627" y="20002"/>
                  </a:cubicBezTo>
                  <a:cubicBezTo>
                    <a:pt x="3483293" y="20002"/>
                    <a:pt x="3471862" y="23812"/>
                    <a:pt x="3463290" y="32385"/>
                  </a:cubicBezTo>
                  <a:cubicBezTo>
                    <a:pt x="3453765" y="40957"/>
                    <a:pt x="3449002" y="51435"/>
                    <a:pt x="3449002" y="63817"/>
                  </a:cubicBezTo>
                  <a:cubicBezTo>
                    <a:pt x="3449002" y="76200"/>
                    <a:pt x="3451860" y="87630"/>
                    <a:pt x="3457575" y="95250"/>
                  </a:cubicBezTo>
                  <a:cubicBezTo>
                    <a:pt x="3463290" y="103822"/>
                    <a:pt x="3471862" y="110490"/>
                    <a:pt x="3483293" y="116205"/>
                  </a:cubicBezTo>
                  <a:cubicBezTo>
                    <a:pt x="3493770" y="120967"/>
                    <a:pt x="3503295" y="125730"/>
                    <a:pt x="3512820" y="128587"/>
                  </a:cubicBezTo>
                  <a:cubicBezTo>
                    <a:pt x="3522345" y="132397"/>
                    <a:pt x="3531870" y="136207"/>
                    <a:pt x="3541395" y="140017"/>
                  </a:cubicBezTo>
                  <a:cubicBezTo>
                    <a:pt x="3549968" y="143827"/>
                    <a:pt x="3557587" y="147637"/>
                    <a:pt x="3565207" y="152400"/>
                  </a:cubicBezTo>
                  <a:cubicBezTo>
                    <a:pt x="3575685" y="156210"/>
                    <a:pt x="3582352" y="161925"/>
                    <a:pt x="3588068" y="167640"/>
                  </a:cubicBezTo>
                  <a:cubicBezTo>
                    <a:pt x="3593782" y="174307"/>
                    <a:pt x="3598545" y="181927"/>
                    <a:pt x="3602355" y="190500"/>
                  </a:cubicBezTo>
                  <a:cubicBezTo>
                    <a:pt x="3605212" y="199072"/>
                    <a:pt x="3607118" y="208597"/>
                    <a:pt x="3607118" y="219075"/>
                  </a:cubicBezTo>
                  <a:cubicBezTo>
                    <a:pt x="3607118" y="244792"/>
                    <a:pt x="3597593" y="266700"/>
                    <a:pt x="3578543" y="283845"/>
                  </a:cubicBezTo>
                  <a:cubicBezTo>
                    <a:pt x="3559493" y="300990"/>
                    <a:pt x="3535680" y="309562"/>
                    <a:pt x="3507105" y="309562"/>
                  </a:cubicBezTo>
                  <a:cubicBezTo>
                    <a:pt x="3493770" y="309562"/>
                    <a:pt x="3480435" y="307657"/>
                    <a:pt x="3468052" y="302895"/>
                  </a:cubicBezTo>
                  <a:cubicBezTo>
                    <a:pt x="3454718" y="298132"/>
                    <a:pt x="3443287" y="293370"/>
                    <a:pt x="3433762" y="287655"/>
                  </a:cubicBezTo>
                  <a:lnTo>
                    <a:pt x="3425190" y="302895"/>
                  </a:lnTo>
                  <a:lnTo>
                    <a:pt x="3408998" y="302895"/>
                  </a:lnTo>
                  <a:lnTo>
                    <a:pt x="3406140" y="201930"/>
                  </a:lnTo>
                  <a:lnTo>
                    <a:pt x="3422332" y="201930"/>
                  </a:lnTo>
                  <a:cubicBezTo>
                    <a:pt x="3426143" y="214312"/>
                    <a:pt x="3429952" y="225742"/>
                    <a:pt x="3434715" y="236220"/>
                  </a:cubicBezTo>
                  <a:cubicBezTo>
                    <a:pt x="3439477" y="246697"/>
                    <a:pt x="3445193" y="256222"/>
                    <a:pt x="3452812" y="264795"/>
                  </a:cubicBezTo>
                  <a:cubicBezTo>
                    <a:pt x="3460432" y="273367"/>
                    <a:pt x="3469005" y="280035"/>
                    <a:pt x="3478530" y="284797"/>
                  </a:cubicBezTo>
                  <a:cubicBezTo>
                    <a:pt x="3488055" y="289560"/>
                    <a:pt x="3499485" y="292417"/>
                    <a:pt x="3511868" y="292417"/>
                  </a:cubicBezTo>
                  <a:cubicBezTo>
                    <a:pt x="3521393" y="292417"/>
                    <a:pt x="3529965" y="291465"/>
                    <a:pt x="3536632" y="288607"/>
                  </a:cubicBezTo>
                  <a:cubicBezTo>
                    <a:pt x="3544252" y="285750"/>
                    <a:pt x="3549968" y="282892"/>
                    <a:pt x="3553777" y="278130"/>
                  </a:cubicBezTo>
                  <a:cubicBezTo>
                    <a:pt x="3558540" y="273367"/>
                    <a:pt x="3561398" y="268605"/>
                    <a:pt x="3563302" y="261937"/>
                  </a:cubicBezTo>
                  <a:cubicBezTo>
                    <a:pt x="3565207" y="256222"/>
                    <a:pt x="3566160" y="248602"/>
                    <a:pt x="3566160" y="240982"/>
                  </a:cubicBezTo>
                  <a:cubicBezTo>
                    <a:pt x="3566160" y="229552"/>
                    <a:pt x="3563302" y="218122"/>
                    <a:pt x="3556635" y="207645"/>
                  </a:cubicBezTo>
                  <a:cubicBezTo>
                    <a:pt x="3549968" y="197167"/>
                    <a:pt x="3540443" y="189547"/>
                    <a:pt x="3527107" y="184785"/>
                  </a:cubicBezTo>
                  <a:cubicBezTo>
                    <a:pt x="3518535" y="180975"/>
                    <a:pt x="3508057" y="177165"/>
                    <a:pt x="3495675" y="172402"/>
                  </a:cubicBezTo>
                  <a:cubicBezTo>
                    <a:pt x="3484245" y="167640"/>
                    <a:pt x="3473768" y="163830"/>
                    <a:pt x="3465195" y="160020"/>
                  </a:cubicBezTo>
                  <a:cubicBezTo>
                    <a:pt x="3448050" y="152400"/>
                    <a:pt x="3435668" y="142875"/>
                    <a:pt x="3426143" y="130492"/>
                  </a:cubicBezTo>
                  <a:cubicBezTo>
                    <a:pt x="3416618" y="118110"/>
                    <a:pt x="3411855" y="102870"/>
                    <a:pt x="3411855" y="82867"/>
                  </a:cubicBezTo>
                  <a:cubicBezTo>
                    <a:pt x="3411855" y="71437"/>
                    <a:pt x="3413760" y="60960"/>
                    <a:pt x="3418523" y="51435"/>
                  </a:cubicBezTo>
                  <a:cubicBezTo>
                    <a:pt x="3423285" y="41910"/>
                    <a:pt x="3429952" y="33337"/>
                    <a:pt x="3437573" y="25717"/>
                  </a:cubicBezTo>
                  <a:cubicBezTo>
                    <a:pt x="3445193" y="18097"/>
                    <a:pt x="3454718" y="12382"/>
                    <a:pt x="3466148" y="8572"/>
                  </a:cubicBezTo>
                  <a:cubicBezTo>
                    <a:pt x="3476625" y="4762"/>
                    <a:pt x="3488055" y="1905"/>
                    <a:pt x="3500437" y="1905"/>
                  </a:cubicBezTo>
                  <a:close/>
                  <a:moveTo>
                    <a:pt x="1459230" y="0"/>
                  </a:moveTo>
                  <a:cubicBezTo>
                    <a:pt x="1475423" y="0"/>
                    <a:pt x="1490663" y="1905"/>
                    <a:pt x="1503045" y="6667"/>
                  </a:cubicBezTo>
                  <a:cubicBezTo>
                    <a:pt x="1515428" y="10477"/>
                    <a:pt x="1525905" y="15240"/>
                    <a:pt x="1535430" y="20955"/>
                  </a:cubicBezTo>
                  <a:lnTo>
                    <a:pt x="1544003" y="6667"/>
                  </a:lnTo>
                  <a:lnTo>
                    <a:pt x="1560195" y="6667"/>
                  </a:lnTo>
                  <a:lnTo>
                    <a:pt x="1562100" y="109537"/>
                  </a:lnTo>
                  <a:lnTo>
                    <a:pt x="1544955" y="109537"/>
                  </a:lnTo>
                  <a:cubicBezTo>
                    <a:pt x="1542098" y="98107"/>
                    <a:pt x="1538288" y="86677"/>
                    <a:pt x="1534478" y="76200"/>
                  </a:cubicBezTo>
                  <a:cubicBezTo>
                    <a:pt x="1530668" y="64770"/>
                    <a:pt x="1524953" y="55245"/>
                    <a:pt x="1518285" y="46672"/>
                  </a:cubicBezTo>
                  <a:cubicBezTo>
                    <a:pt x="1511618" y="38100"/>
                    <a:pt x="1503045" y="30480"/>
                    <a:pt x="1493520" y="25717"/>
                  </a:cubicBezTo>
                  <a:cubicBezTo>
                    <a:pt x="1483995" y="20002"/>
                    <a:pt x="1472565" y="18097"/>
                    <a:pt x="1458278" y="18097"/>
                  </a:cubicBezTo>
                  <a:cubicBezTo>
                    <a:pt x="1443990" y="18097"/>
                    <a:pt x="1430655" y="20955"/>
                    <a:pt x="1418273" y="27622"/>
                  </a:cubicBezTo>
                  <a:cubicBezTo>
                    <a:pt x="1406843" y="33337"/>
                    <a:pt x="1396365" y="42862"/>
                    <a:pt x="1387793" y="54292"/>
                  </a:cubicBezTo>
                  <a:cubicBezTo>
                    <a:pt x="1379220" y="65722"/>
                    <a:pt x="1372553" y="80010"/>
                    <a:pt x="1368743" y="97155"/>
                  </a:cubicBezTo>
                  <a:cubicBezTo>
                    <a:pt x="1363980" y="114300"/>
                    <a:pt x="1362075" y="133350"/>
                    <a:pt x="1362075" y="155257"/>
                  </a:cubicBezTo>
                  <a:cubicBezTo>
                    <a:pt x="1362075" y="174307"/>
                    <a:pt x="1363980" y="191452"/>
                    <a:pt x="1368743" y="208597"/>
                  </a:cubicBezTo>
                  <a:cubicBezTo>
                    <a:pt x="1373505" y="224790"/>
                    <a:pt x="1380173" y="239077"/>
                    <a:pt x="1388745" y="251460"/>
                  </a:cubicBezTo>
                  <a:cubicBezTo>
                    <a:pt x="1397318" y="263842"/>
                    <a:pt x="1407795" y="273367"/>
                    <a:pt x="1421130" y="280987"/>
                  </a:cubicBezTo>
                  <a:cubicBezTo>
                    <a:pt x="1434465" y="287655"/>
                    <a:pt x="1448753" y="291465"/>
                    <a:pt x="1464945" y="291465"/>
                  </a:cubicBezTo>
                  <a:cubicBezTo>
                    <a:pt x="1477328" y="291465"/>
                    <a:pt x="1487805" y="289560"/>
                    <a:pt x="1498283" y="285750"/>
                  </a:cubicBezTo>
                  <a:cubicBezTo>
                    <a:pt x="1508760" y="281940"/>
                    <a:pt x="1515428" y="278130"/>
                    <a:pt x="1519238" y="274320"/>
                  </a:cubicBezTo>
                  <a:cubicBezTo>
                    <a:pt x="1520190" y="266700"/>
                    <a:pt x="1521143" y="260032"/>
                    <a:pt x="1521143" y="252412"/>
                  </a:cubicBezTo>
                  <a:cubicBezTo>
                    <a:pt x="1521143" y="244792"/>
                    <a:pt x="1521143" y="239077"/>
                    <a:pt x="1521143" y="233362"/>
                  </a:cubicBezTo>
                  <a:lnTo>
                    <a:pt x="1521143" y="217170"/>
                  </a:lnTo>
                  <a:cubicBezTo>
                    <a:pt x="1521143" y="211455"/>
                    <a:pt x="1520190" y="205740"/>
                    <a:pt x="1518285" y="201930"/>
                  </a:cubicBezTo>
                  <a:cubicBezTo>
                    <a:pt x="1516380" y="197167"/>
                    <a:pt x="1513523" y="194310"/>
                    <a:pt x="1508760" y="192405"/>
                  </a:cubicBezTo>
                  <a:cubicBezTo>
                    <a:pt x="1503998" y="190500"/>
                    <a:pt x="1498283" y="188595"/>
                    <a:pt x="1489710" y="187642"/>
                  </a:cubicBezTo>
                  <a:cubicBezTo>
                    <a:pt x="1482090" y="186690"/>
                    <a:pt x="1475423" y="185737"/>
                    <a:pt x="1471613" y="185737"/>
                  </a:cubicBezTo>
                  <a:lnTo>
                    <a:pt x="1471613" y="170497"/>
                  </a:lnTo>
                  <a:lnTo>
                    <a:pt x="1601153" y="170497"/>
                  </a:lnTo>
                  <a:lnTo>
                    <a:pt x="1601153" y="184785"/>
                  </a:lnTo>
                  <a:cubicBezTo>
                    <a:pt x="1597343" y="184785"/>
                    <a:pt x="1593533" y="185737"/>
                    <a:pt x="1587818" y="186690"/>
                  </a:cubicBezTo>
                  <a:cubicBezTo>
                    <a:pt x="1582103" y="187642"/>
                    <a:pt x="1577340" y="188595"/>
                    <a:pt x="1574483" y="190500"/>
                  </a:cubicBezTo>
                  <a:cubicBezTo>
                    <a:pt x="1570673" y="192405"/>
                    <a:pt x="1567815" y="195262"/>
                    <a:pt x="1565910" y="199072"/>
                  </a:cubicBezTo>
                  <a:cubicBezTo>
                    <a:pt x="1564005" y="202882"/>
                    <a:pt x="1563053" y="207645"/>
                    <a:pt x="1563053" y="212407"/>
                  </a:cubicBezTo>
                  <a:lnTo>
                    <a:pt x="1563053" y="235267"/>
                  </a:lnTo>
                  <a:cubicBezTo>
                    <a:pt x="1563053" y="252412"/>
                    <a:pt x="1563053" y="262890"/>
                    <a:pt x="1563053" y="268605"/>
                  </a:cubicBezTo>
                  <a:cubicBezTo>
                    <a:pt x="1563053" y="274320"/>
                    <a:pt x="1563053" y="279082"/>
                    <a:pt x="1564005" y="282892"/>
                  </a:cubicBezTo>
                  <a:cubicBezTo>
                    <a:pt x="1545908" y="291465"/>
                    <a:pt x="1526858" y="297180"/>
                    <a:pt x="1508760" y="301942"/>
                  </a:cubicBezTo>
                  <a:cubicBezTo>
                    <a:pt x="1490663" y="306705"/>
                    <a:pt x="1472565" y="308610"/>
                    <a:pt x="1454468" y="308610"/>
                  </a:cubicBezTo>
                  <a:cubicBezTo>
                    <a:pt x="1435418" y="308610"/>
                    <a:pt x="1417320" y="304800"/>
                    <a:pt x="1400175" y="298132"/>
                  </a:cubicBezTo>
                  <a:cubicBezTo>
                    <a:pt x="1383030" y="291465"/>
                    <a:pt x="1367790" y="280987"/>
                    <a:pt x="1354455" y="267652"/>
                  </a:cubicBezTo>
                  <a:cubicBezTo>
                    <a:pt x="1341120" y="254317"/>
                    <a:pt x="1330643" y="238125"/>
                    <a:pt x="1323023" y="220027"/>
                  </a:cubicBezTo>
                  <a:cubicBezTo>
                    <a:pt x="1315403" y="200977"/>
                    <a:pt x="1311593" y="180022"/>
                    <a:pt x="1311593" y="157162"/>
                  </a:cubicBezTo>
                  <a:cubicBezTo>
                    <a:pt x="1311593" y="134302"/>
                    <a:pt x="1315403" y="113347"/>
                    <a:pt x="1323023" y="94297"/>
                  </a:cubicBezTo>
                  <a:cubicBezTo>
                    <a:pt x="1330643" y="75247"/>
                    <a:pt x="1341120" y="58102"/>
                    <a:pt x="1354455" y="43815"/>
                  </a:cubicBezTo>
                  <a:cubicBezTo>
                    <a:pt x="1367790" y="29527"/>
                    <a:pt x="1383030" y="19050"/>
                    <a:pt x="1401128" y="11430"/>
                  </a:cubicBezTo>
                  <a:cubicBezTo>
                    <a:pt x="1419225" y="3810"/>
                    <a:pt x="1439228" y="0"/>
                    <a:pt x="14592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íṣlíḓé"/>
            <p:cNvSpPr/>
            <p:nvPr/>
          </p:nvSpPr>
          <p:spPr>
            <a:xfrm>
              <a:off x="5032507" y="2563067"/>
              <a:ext cx="4352940" cy="1239475"/>
            </a:xfrm>
            <a:custGeom>
              <a:avLst/>
              <a:gdLst>
                <a:gd name="connsiteX0" fmla="*/ 1911219 w 4352938"/>
                <a:gd name="connsiteY0" fmla="*/ 884984 h 1239475"/>
                <a:gd name="connsiteX1" fmla="*/ 2030282 w 4352938"/>
                <a:gd name="connsiteY1" fmla="*/ 953564 h 1239475"/>
                <a:gd name="connsiteX2" fmla="*/ 2055047 w 4352938"/>
                <a:gd name="connsiteY2" fmla="*/ 991664 h 1239475"/>
                <a:gd name="connsiteX3" fmla="*/ 2047427 w 4352938"/>
                <a:gd name="connsiteY3" fmla="*/ 1067864 h 1239475"/>
                <a:gd name="connsiteX4" fmla="*/ 1974085 w 4352938"/>
                <a:gd name="connsiteY4" fmla="*/ 1093581 h 1239475"/>
                <a:gd name="connsiteX5" fmla="*/ 1923602 w 4352938"/>
                <a:gd name="connsiteY5" fmla="*/ 1040241 h 1239475"/>
                <a:gd name="connsiteX6" fmla="*/ 1903600 w 4352938"/>
                <a:gd name="connsiteY6" fmla="*/ 1022144 h 1239475"/>
                <a:gd name="connsiteX7" fmla="*/ 1888359 w 4352938"/>
                <a:gd name="connsiteY7" fmla="*/ 887841 h 1239475"/>
                <a:gd name="connsiteX8" fmla="*/ 1911219 w 4352938"/>
                <a:gd name="connsiteY8" fmla="*/ 884984 h 1239475"/>
                <a:gd name="connsiteX9" fmla="*/ 3037075 w 4352938"/>
                <a:gd name="connsiteY9" fmla="*/ 831644 h 1239475"/>
                <a:gd name="connsiteX10" fmla="*/ 3118038 w 4352938"/>
                <a:gd name="connsiteY10" fmla="*/ 880221 h 1239475"/>
                <a:gd name="connsiteX11" fmla="*/ 3217097 w 4352938"/>
                <a:gd name="connsiteY11" fmla="*/ 1004046 h 1239475"/>
                <a:gd name="connsiteX12" fmla="*/ 3140897 w 4352938"/>
                <a:gd name="connsiteY12" fmla="*/ 1054529 h 1239475"/>
                <a:gd name="connsiteX13" fmla="*/ 3072318 w 4352938"/>
                <a:gd name="connsiteY13" fmla="*/ 1031669 h 1239475"/>
                <a:gd name="connsiteX14" fmla="*/ 3057077 w 4352938"/>
                <a:gd name="connsiteY14" fmla="*/ 970709 h 1239475"/>
                <a:gd name="connsiteX15" fmla="*/ 3052315 w 4352938"/>
                <a:gd name="connsiteY15" fmla="*/ 947849 h 1239475"/>
                <a:gd name="connsiteX16" fmla="*/ 3029455 w 4352938"/>
                <a:gd name="connsiteY16" fmla="*/ 836406 h 1239475"/>
                <a:gd name="connsiteX17" fmla="*/ 3037075 w 4352938"/>
                <a:gd name="connsiteY17" fmla="*/ 831644 h 1239475"/>
                <a:gd name="connsiteX18" fmla="*/ 4031485 w 4352938"/>
                <a:gd name="connsiteY18" fmla="*/ 816404 h 1239475"/>
                <a:gd name="connsiteX19" fmla="*/ 4124830 w 4352938"/>
                <a:gd name="connsiteY19" fmla="*/ 826881 h 1239475"/>
                <a:gd name="connsiteX20" fmla="*/ 4142927 w 4352938"/>
                <a:gd name="connsiteY20" fmla="*/ 867839 h 1239475"/>
                <a:gd name="connsiteX21" fmla="*/ 4130545 w 4352938"/>
                <a:gd name="connsiteY21" fmla="*/ 901176 h 1239475"/>
                <a:gd name="connsiteX22" fmla="*/ 4092445 w 4352938"/>
                <a:gd name="connsiteY22" fmla="*/ 936419 h 1239475"/>
                <a:gd name="connsiteX23" fmla="*/ 3998147 w 4352938"/>
                <a:gd name="connsiteY23" fmla="*/ 948801 h 1239475"/>
                <a:gd name="connsiteX24" fmla="*/ 3990527 w 4352938"/>
                <a:gd name="connsiteY24" fmla="*/ 959279 h 1239475"/>
                <a:gd name="connsiteX25" fmla="*/ 4016245 w 4352938"/>
                <a:gd name="connsiteY25" fmla="*/ 1030716 h 1239475"/>
                <a:gd name="connsiteX26" fmla="*/ 4021007 w 4352938"/>
                <a:gd name="connsiteY26" fmla="*/ 1061196 h 1239475"/>
                <a:gd name="connsiteX27" fmla="*/ 4028627 w 4352938"/>
                <a:gd name="connsiteY27" fmla="*/ 1104059 h 1239475"/>
                <a:gd name="connsiteX28" fmla="*/ 4010530 w 4352938"/>
                <a:gd name="connsiteY28" fmla="*/ 1142159 h 1239475"/>
                <a:gd name="connsiteX29" fmla="*/ 3990527 w 4352938"/>
                <a:gd name="connsiteY29" fmla="*/ 1175496 h 1239475"/>
                <a:gd name="connsiteX30" fmla="*/ 3940045 w 4352938"/>
                <a:gd name="connsiteY30" fmla="*/ 1183116 h 1239475"/>
                <a:gd name="connsiteX31" fmla="*/ 3917185 w 4352938"/>
                <a:gd name="connsiteY31" fmla="*/ 1203119 h 1239475"/>
                <a:gd name="connsiteX32" fmla="*/ 3828602 w 4352938"/>
                <a:gd name="connsiteY32" fmla="*/ 1185021 h 1239475"/>
                <a:gd name="connsiteX33" fmla="*/ 3782882 w 4352938"/>
                <a:gd name="connsiteY33" fmla="*/ 1162161 h 1239475"/>
                <a:gd name="connsiteX34" fmla="*/ 3778120 w 4352938"/>
                <a:gd name="connsiteY34" fmla="*/ 1144064 h 1239475"/>
                <a:gd name="connsiteX35" fmla="*/ 3782882 w 4352938"/>
                <a:gd name="connsiteY35" fmla="*/ 1144064 h 1239475"/>
                <a:gd name="connsiteX36" fmla="*/ 3843843 w 4352938"/>
                <a:gd name="connsiteY36" fmla="*/ 1141206 h 1239475"/>
                <a:gd name="connsiteX37" fmla="*/ 3930520 w 4352938"/>
                <a:gd name="connsiteY37" fmla="*/ 1110726 h 1239475"/>
                <a:gd name="connsiteX38" fmla="*/ 3945760 w 4352938"/>
                <a:gd name="connsiteY38" fmla="*/ 1087866 h 1239475"/>
                <a:gd name="connsiteX39" fmla="*/ 3938140 w 4352938"/>
                <a:gd name="connsiteY39" fmla="*/ 1049766 h 1239475"/>
                <a:gd name="connsiteX40" fmla="*/ 3940997 w 4352938"/>
                <a:gd name="connsiteY40" fmla="*/ 996426 h 1239475"/>
                <a:gd name="connsiteX41" fmla="*/ 3933377 w 4352938"/>
                <a:gd name="connsiteY41" fmla="*/ 978329 h 1239475"/>
                <a:gd name="connsiteX42" fmla="*/ 3872418 w 4352938"/>
                <a:gd name="connsiteY42" fmla="*/ 996426 h 1239475"/>
                <a:gd name="connsiteX43" fmla="*/ 3823840 w 4352938"/>
                <a:gd name="connsiteY43" fmla="*/ 1004046 h 1239475"/>
                <a:gd name="connsiteX44" fmla="*/ 3770500 w 4352938"/>
                <a:gd name="connsiteY44" fmla="*/ 1029764 h 1239475"/>
                <a:gd name="connsiteX45" fmla="*/ 3645722 w 4352938"/>
                <a:gd name="connsiteY45" fmla="*/ 1110726 h 1239475"/>
                <a:gd name="connsiteX46" fmla="*/ 3589525 w 4352938"/>
                <a:gd name="connsiteY46" fmla="*/ 1128824 h 1239475"/>
                <a:gd name="connsiteX47" fmla="*/ 3566665 w 4352938"/>
                <a:gd name="connsiteY47" fmla="*/ 1118346 h 1239475"/>
                <a:gd name="connsiteX48" fmla="*/ 3561902 w 4352938"/>
                <a:gd name="connsiteY48" fmla="*/ 1101201 h 1239475"/>
                <a:gd name="connsiteX49" fmla="*/ 3526660 w 4352938"/>
                <a:gd name="connsiteY49" fmla="*/ 1017381 h 1239475"/>
                <a:gd name="connsiteX50" fmla="*/ 3554282 w 4352938"/>
                <a:gd name="connsiteY50" fmla="*/ 989759 h 1239475"/>
                <a:gd name="connsiteX51" fmla="*/ 3589525 w 4352938"/>
                <a:gd name="connsiteY51" fmla="*/ 986901 h 1239475"/>
                <a:gd name="connsiteX52" fmla="*/ 3630482 w 4352938"/>
                <a:gd name="connsiteY52" fmla="*/ 961184 h 1239475"/>
                <a:gd name="connsiteX53" fmla="*/ 3656200 w 4352938"/>
                <a:gd name="connsiteY53" fmla="*/ 956421 h 1239475"/>
                <a:gd name="connsiteX54" fmla="*/ 3752402 w 4352938"/>
                <a:gd name="connsiteY54" fmla="*/ 910701 h 1239475"/>
                <a:gd name="connsiteX55" fmla="*/ 3897182 w 4352938"/>
                <a:gd name="connsiteY55" fmla="*/ 854504 h 1239475"/>
                <a:gd name="connsiteX56" fmla="*/ 4031485 w 4352938"/>
                <a:gd name="connsiteY56" fmla="*/ 816404 h 1239475"/>
                <a:gd name="connsiteX57" fmla="*/ 281492 w 4352938"/>
                <a:gd name="connsiteY57" fmla="*/ 738299 h 1239475"/>
                <a:gd name="connsiteX58" fmla="*/ 205292 w 4352938"/>
                <a:gd name="connsiteY58" fmla="*/ 794496 h 1239475"/>
                <a:gd name="connsiteX59" fmla="*/ 174812 w 4352938"/>
                <a:gd name="connsiteY59" fmla="*/ 832596 h 1239475"/>
                <a:gd name="connsiteX60" fmla="*/ 170049 w 4352938"/>
                <a:gd name="connsiteY60" fmla="*/ 850694 h 1239475"/>
                <a:gd name="connsiteX61" fmla="*/ 96707 w 4352938"/>
                <a:gd name="connsiteY61" fmla="*/ 951659 h 1239475"/>
                <a:gd name="connsiteX62" fmla="*/ 63369 w 4352938"/>
                <a:gd name="connsiteY62" fmla="*/ 1009761 h 1239475"/>
                <a:gd name="connsiteX63" fmla="*/ 70989 w 4352938"/>
                <a:gd name="connsiteY63" fmla="*/ 1012619 h 1239475"/>
                <a:gd name="connsiteX64" fmla="*/ 134807 w 4352938"/>
                <a:gd name="connsiteY64" fmla="*/ 1002141 h 1239475"/>
                <a:gd name="connsiteX65" fmla="*/ 177669 w 4352938"/>
                <a:gd name="connsiteY65" fmla="*/ 971661 h 1239475"/>
                <a:gd name="connsiteX66" fmla="*/ 226247 w 4352938"/>
                <a:gd name="connsiteY66" fmla="*/ 953564 h 1239475"/>
                <a:gd name="connsiteX67" fmla="*/ 253869 w 4352938"/>
                <a:gd name="connsiteY67" fmla="*/ 933561 h 1239475"/>
                <a:gd name="connsiteX68" fmla="*/ 291969 w 4352938"/>
                <a:gd name="connsiteY68" fmla="*/ 907844 h 1239475"/>
                <a:gd name="connsiteX69" fmla="*/ 291969 w 4352938"/>
                <a:gd name="connsiteY69" fmla="*/ 874506 h 1239475"/>
                <a:gd name="connsiteX70" fmla="*/ 293874 w 4352938"/>
                <a:gd name="connsiteY70" fmla="*/ 829739 h 1239475"/>
                <a:gd name="connsiteX71" fmla="*/ 293874 w 4352938"/>
                <a:gd name="connsiteY71" fmla="*/ 741156 h 1239475"/>
                <a:gd name="connsiteX72" fmla="*/ 281492 w 4352938"/>
                <a:gd name="connsiteY72" fmla="*/ 738299 h 1239475"/>
                <a:gd name="connsiteX73" fmla="*/ 1852924 w 4352938"/>
                <a:gd name="connsiteY73" fmla="*/ 577625 h 1239475"/>
                <a:gd name="connsiteX74" fmla="*/ 1952177 w 4352938"/>
                <a:gd name="connsiteY74" fmla="*/ 596377 h 1239475"/>
                <a:gd name="connsiteX75" fmla="*/ 1959798 w 4352938"/>
                <a:gd name="connsiteY75" fmla="*/ 616379 h 1239475"/>
                <a:gd name="connsiteX76" fmla="*/ 1903600 w 4352938"/>
                <a:gd name="connsiteY76" fmla="*/ 659242 h 1239475"/>
                <a:gd name="connsiteX77" fmla="*/ 1888360 w 4352938"/>
                <a:gd name="connsiteY77" fmla="*/ 682102 h 1239475"/>
                <a:gd name="connsiteX78" fmla="*/ 1875977 w 4352938"/>
                <a:gd name="connsiteY78" fmla="*/ 684959 h 1239475"/>
                <a:gd name="connsiteX79" fmla="*/ 1863595 w 4352938"/>
                <a:gd name="connsiteY79" fmla="*/ 704962 h 1239475"/>
                <a:gd name="connsiteX80" fmla="*/ 1835973 w 4352938"/>
                <a:gd name="connsiteY80" fmla="*/ 724964 h 1239475"/>
                <a:gd name="connsiteX81" fmla="*/ 1808350 w 4352938"/>
                <a:gd name="connsiteY81" fmla="*/ 755444 h 1239475"/>
                <a:gd name="connsiteX82" fmla="*/ 1762630 w 4352938"/>
                <a:gd name="connsiteY82" fmla="*/ 804022 h 1239475"/>
                <a:gd name="connsiteX83" fmla="*/ 1795967 w 4352938"/>
                <a:gd name="connsiteY83" fmla="*/ 785924 h 1239475"/>
                <a:gd name="connsiteX84" fmla="*/ 1882645 w 4352938"/>
                <a:gd name="connsiteY84" fmla="*/ 783067 h 1239475"/>
                <a:gd name="connsiteX85" fmla="*/ 1893123 w 4352938"/>
                <a:gd name="connsiteY85" fmla="*/ 809737 h 1239475"/>
                <a:gd name="connsiteX86" fmla="*/ 1867405 w 4352938"/>
                <a:gd name="connsiteY86" fmla="*/ 843074 h 1239475"/>
                <a:gd name="connsiteX87" fmla="*/ 1773107 w 4352938"/>
                <a:gd name="connsiteY87" fmla="*/ 901177 h 1239475"/>
                <a:gd name="connsiteX88" fmla="*/ 1724530 w 4352938"/>
                <a:gd name="connsiteY88" fmla="*/ 942134 h 1239475"/>
                <a:gd name="connsiteX89" fmla="*/ 1742627 w 4352938"/>
                <a:gd name="connsiteY89" fmla="*/ 1025954 h 1239475"/>
                <a:gd name="connsiteX90" fmla="*/ 1770250 w 4352938"/>
                <a:gd name="connsiteY90" fmla="*/ 1233599 h 1239475"/>
                <a:gd name="connsiteX91" fmla="*/ 1762630 w 4352938"/>
                <a:gd name="connsiteY91" fmla="*/ 1236457 h 1239475"/>
                <a:gd name="connsiteX92" fmla="*/ 1729292 w 4352938"/>
                <a:gd name="connsiteY92" fmla="*/ 1236457 h 1239475"/>
                <a:gd name="connsiteX93" fmla="*/ 1709290 w 4352938"/>
                <a:gd name="connsiteY93" fmla="*/ 1213597 h 1239475"/>
                <a:gd name="connsiteX94" fmla="*/ 1709290 w 4352938"/>
                <a:gd name="connsiteY94" fmla="*/ 1190737 h 1239475"/>
                <a:gd name="connsiteX95" fmla="*/ 1691192 w 4352938"/>
                <a:gd name="connsiteY95" fmla="*/ 1167877 h 1239475"/>
                <a:gd name="connsiteX96" fmla="*/ 1637852 w 4352938"/>
                <a:gd name="connsiteY96" fmla="*/ 1145017 h 1239475"/>
                <a:gd name="connsiteX97" fmla="*/ 1637852 w 4352938"/>
                <a:gd name="connsiteY97" fmla="*/ 1129777 h 1239475"/>
                <a:gd name="connsiteX98" fmla="*/ 1653092 w 4352938"/>
                <a:gd name="connsiteY98" fmla="*/ 1109774 h 1239475"/>
                <a:gd name="connsiteX99" fmla="*/ 1675952 w 4352938"/>
                <a:gd name="connsiteY99" fmla="*/ 1105012 h 1239475"/>
                <a:gd name="connsiteX100" fmla="*/ 1688335 w 4352938"/>
                <a:gd name="connsiteY100" fmla="*/ 1048814 h 1239475"/>
                <a:gd name="connsiteX101" fmla="*/ 1675952 w 4352938"/>
                <a:gd name="connsiteY101" fmla="*/ 1015477 h 1239475"/>
                <a:gd name="connsiteX102" fmla="*/ 1668332 w 4352938"/>
                <a:gd name="connsiteY102" fmla="*/ 1012619 h 1239475"/>
                <a:gd name="connsiteX103" fmla="*/ 1645473 w 4352938"/>
                <a:gd name="connsiteY103" fmla="*/ 1027859 h 1239475"/>
                <a:gd name="connsiteX104" fmla="*/ 1617850 w 4352938"/>
                <a:gd name="connsiteY104" fmla="*/ 1058339 h 1239475"/>
                <a:gd name="connsiteX105" fmla="*/ 1605467 w 4352938"/>
                <a:gd name="connsiteY105" fmla="*/ 1063102 h 1239475"/>
                <a:gd name="connsiteX106" fmla="*/ 1587370 w 4352938"/>
                <a:gd name="connsiteY106" fmla="*/ 1093582 h 1239475"/>
                <a:gd name="connsiteX107" fmla="*/ 1554032 w 4352938"/>
                <a:gd name="connsiteY107" fmla="*/ 1121204 h 1239475"/>
                <a:gd name="connsiteX108" fmla="*/ 1450210 w 4352938"/>
                <a:gd name="connsiteY108" fmla="*/ 1230742 h 1239475"/>
                <a:gd name="connsiteX109" fmla="*/ 1355913 w 4352938"/>
                <a:gd name="connsiteY109" fmla="*/ 1104059 h 1239475"/>
                <a:gd name="connsiteX110" fmla="*/ 1394013 w 4352938"/>
                <a:gd name="connsiteY110" fmla="*/ 1093582 h 1239475"/>
                <a:gd name="connsiteX111" fmla="*/ 1419730 w 4352938"/>
                <a:gd name="connsiteY111" fmla="*/ 1101202 h 1239475"/>
                <a:gd name="connsiteX112" fmla="*/ 1434970 w 4352938"/>
                <a:gd name="connsiteY112" fmla="*/ 1085962 h 1239475"/>
                <a:gd name="connsiteX113" fmla="*/ 1470213 w 4352938"/>
                <a:gd name="connsiteY113" fmla="*/ 1070722 h 1239475"/>
                <a:gd name="connsiteX114" fmla="*/ 1490215 w 4352938"/>
                <a:gd name="connsiteY114" fmla="*/ 1052624 h 1239475"/>
                <a:gd name="connsiteX115" fmla="*/ 1525457 w 4352938"/>
                <a:gd name="connsiteY115" fmla="*/ 1037384 h 1239475"/>
                <a:gd name="connsiteX116" fmla="*/ 1612135 w 4352938"/>
                <a:gd name="connsiteY116" fmla="*/ 979282 h 1239475"/>
                <a:gd name="connsiteX117" fmla="*/ 1677857 w 4352938"/>
                <a:gd name="connsiteY117" fmla="*/ 921179 h 1239475"/>
                <a:gd name="connsiteX118" fmla="*/ 1650235 w 4352938"/>
                <a:gd name="connsiteY118" fmla="*/ 893557 h 1239475"/>
                <a:gd name="connsiteX119" fmla="*/ 1683573 w 4352938"/>
                <a:gd name="connsiteY119" fmla="*/ 812594 h 1239475"/>
                <a:gd name="connsiteX120" fmla="*/ 1660713 w 4352938"/>
                <a:gd name="connsiteY120" fmla="*/ 807832 h 1239475"/>
                <a:gd name="connsiteX121" fmla="*/ 1627375 w 4352938"/>
                <a:gd name="connsiteY121" fmla="*/ 818309 h 1239475"/>
                <a:gd name="connsiteX122" fmla="*/ 1627375 w 4352938"/>
                <a:gd name="connsiteY122" fmla="*/ 881174 h 1239475"/>
                <a:gd name="connsiteX123" fmla="*/ 1627375 w 4352938"/>
                <a:gd name="connsiteY123" fmla="*/ 882127 h 1239475"/>
                <a:gd name="connsiteX124" fmla="*/ 1624517 w 4352938"/>
                <a:gd name="connsiteY124" fmla="*/ 897367 h 1239475"/>
                <a:gd name="connsiteX125" fmla="*/ 1546413 w 4352938"/>
                <a:gd name="connsiteY125" fmla="*/ 999284 h 1239475"/>
                <a:gd name="connsiteX126" fmla="*/ 1515932 w 4352938"/>
                <a:gd name="connsiteY126" fmla="*/ 965947 h 1239475"/>
                <a:gd name="connsiteX127" fmla="*/ 1508313 w 4352938"/>
                <a:gd name="connsiteY127" fmla="*/ 938324 h 1239475"/>
                <a:gd name="connsiteX128" fmla="*/ 1493073 w 4352938"/>
                <a:gd name="connsiteY128" fmla="*/ 912607 h 1239475"/>
                <a:gd name="connsiteX129" fmla="*/ 1505455 w 4352938"/>
                <a:gd name="connsiteY129" fmla="*/ 744967 h 1239475"/>
                <a:gd name="connsiteX130" fmla="*/ 1502598 w 4352938"/>
                <a:gd name="connsiteY130" fmla="*/ 686864 h 1239475"/>
                <a:gd name="connsiteX131" fmla="*/ 1513075 w 4352938"/>
                <a:gd name="connsiteY131" fmla="*/ 682102 h 1239475"/>
                <a:gd name="connsiteX132" fmla="*/ 1523552 w 4352938"/>
                <a:gd name="connsiteY132" fmla="*/ 679244 h 1239475"/>
                <a:gd name="connsiteX133" fmla="*/ 1543555 w 4352938"/>
                <a:gd name="connsiteY133" fmla="*/ 689722 h 1239475"/>
                <a:gd name="connsiteX134" fmla="*/ 1584513 w 4352938"/>
                <a:gd name="connsiteY134" fmla="*/ 723059 h 1239475"/>
                <a:gd name="connsiteX135" fmla="*/ 1680715 w 4352938"/>
                <a:gd name="connsiteY135" fmla="*/ 664957 h 1239475"/>
                <a:gd name="connsiteX136" fmla="*/ 1723577 w 4352938"/>
                <a:gd name="connsiteY136" fmla="*/ 626857 h 1239475"/>
                <a:gd name="connsiteX137" fmla="*/ 1761677 w 4352938"/>
                <a:gd name="connsiteY137" fmla="*/ 622094 h 1239475"/>
                <a:gd name="connsiteX138" fmla="*/ 1774060 w 4352938"/>
                <a:gd name="connsiteY138" fmla="*/ 603997 h 1239475"/>
                <a:gd name="connsiteX139" fmla="*/ 1822638 w 4352938"/>
                <a:gd name="connsiteY139" fmla="*/ 581137 h 1239475"/>
                <a:gd name="connsiteX140" fmla="*/ 1852924 w 4352938"/>
                <a:gd name="connsiteY140" fmla="*/ 577625 h 1239475"/>
                <a:gd name="connsiteX141" fmla="*/ 3579047 w 4352938"/>
                <a:gd name="connsiteY141" fmla="*/ 530654 h 1239475"/>
                <a:gd name="connsiteX142" fmla="*/ 3604764 w 4352938"/>
                <a:gd name="connsiteY142" fmla="*/ 533511 h 1239475"/>
                <a:gd name="connsiteX143" fmla="*/ 3680964 w 4352938"/>
                <a:gd name="connsiteY143" fmla="*/ 644954 h 1239475"/>
                <a:gd name="connsiteX144" fmla="*/ 3642864 w 4352938"/>
                <a:gd name="connsiteY144" fmla="*/ 718296 h 1239475"/>
                <a:gd name="connsiteX145" fmla="*/ 3615242 w 4352938"/>
                <a:gd name="connsiteY145" fmla="*/ 718296 h 1239475"/>
                <a:gd name="connsiteX146" fmla="*/ 3587619 w 4352938"/>
                <a:gd name="connsiteY146" fmla="*/ 669719 h 1239475"/>
                <a:gd name="connsiteX147" fmla="*/ 3586667 w 4352938"/>
                <a:gd name="connsiteY147" fmla="*/ 619236 h 1239475"/>
                <a:gd name="connsiteX148" fmla="*/ 3579047 w 4352938"/>
                <a:gd name="connsiteY148" fmla="*/ 530654 h 1239475"/>
                <a:gd name="connsiteX149" fmla="*/ 1938842 w 4352938"/>
                <a:gd name="connsiteY149" fmla="*/ 307769 h 1239475"/>
                <a:gd name="connsiteX150" fmla="*/ 1969322 w 4352938"/>
                <a:gd name="connsiteY150" fmla="*/ 307769 h 1239475"/>
                <a:gd name="connsiteX151" fmla="*/ 1979799 w 4352938"/>
                <a:gd name="connsiteY151" fmla="*/ 333486 h 1239475"/>
                <a:gd name="connsiteX152" fmla="*/ 1946462 w 4352938"/>
                <a:gd name="connsiteY152" fmla="*/ 368729 h 1239475"/>
                <a:gd name="connsiteX153" fmla="*/ 1913124 w 4352938"/>
                <a:gd name="connsiteY153" fmla="*/ 373491 h 1239475"/>
                <a:gd name="connsiteX154" fmla="*/ 1832162 w 4352938"/>
                <a:gd name="connsiteY154" fmla="*/ 429689 h 1239475"/>
                <a:gd name="connsiteX155" fmla="*/ 1708337 w 4352938"/>
                <a:gd name="connsiteY155" fmla="*/ 546846 h 1239475"/>
                <a:gd name="connsiteX156" fmla="*/ 1629279 w 4352938"/>
                <a:gd name="connsiteY156" fmla="*/ 557324 h 1239475"/>
                <a:gd name="connsiteX157" fmla="*/ 1519742 w 4352938"/>
                <a:gd name="connsiteY157" fmla="*/ 498269 h 1239475"/>
                <a:gd name="connsiteX158" fmla="*/ 1524504 w 4352938"/>
                <a:gd name="connsiteY158" fmla="*/ 452549 h 1239475"/>
                <a:gd name="connsiteX159" fmla="*/ 1775964 w 4352938"/>
                <a:gd name="connsiteY159" fmla="*/ 351584 h 1239475"/>
                <a:gd name="connsiteX160" fmla="*/ 1798824 w 4352938"/>
                <a:gd name="connsiteY160" fmla="*/ 348726 h 1239475"/>
                <a:gd name="connsiteX161" fmla="*/ 1885501 w 4352938"/>
                <a:gd name="connsiteY161" fmla="*/ 318246 h 1239475"/>
                <a:gd name="connsiteX162" fmla="*/ 1938842 w 4352938"/>
                <a:gd name="connsiteY162" fmla="*/ 307769 h 1239475"/>
                <a:gd name="connsiteX163" fmla="*/ 667255 w 4352938"/>
                <a:gd name="connsiteY163" fmla="*/ 301102 h 1239475"/>
                <a:gd name="connsiteX164" fmla="*/ 717738 w 4352938"/>
                <a:gd name="connsiteY164" fmla="*/ 346822 h 1239475"/>
                <a:gd name="connsiteX165" fmla="*/ 819655 w 4352938"/>
                <a:gd name="connsiteY165" fmla="*/ 587804 h 1239475"/>
                <a:gd name="connsiteX166" fmla="*/ 845372 w 4352938"/>
                <a:gd name="connsiteY166" fmla="*/ 600187 h 1239475"/>
                <a:gd name="connsiteX167" fmla="*/ 875852 w 4352938"/>
                <a:gd name="connsiteY167" fmla="*/ 566849 h 1239475"/>
                <a:gd name="connsiteX168" fmla="*/ 921572 w 4352938"/>
                <a:gd name="connsiteY168" fmla="*/ 536369 h 1239475"/>
                <a:gd name="connsiteX169" fmla="*/ 921572 w 4352938"/>
                <a:gd name="connsiteY169" fmla="*/ 474457 h 1239475"/>
                <a:gd name="connsiteX170" fmla="*/ 921572 w 4352938"/>
                <a:gd name="connsiteY170" fmla="*/ 467789 h 1239475"/>
                <a:gd name="connsiteX171" fmla="*/ 927288 w 4352938"/>
                <a:gd name="connsiteY171" fmla="*/ 463027 h 1239475"/>
                <a:gd name="connsiteX172" fmla="*/ 949195 w 4352938"/>
                <a:gd name="connsiteY172" fmla="*/ 452549 h 1239475"/>
                <a:gd name="connsiteX173" fmla="*/ 959672 w 4352938"/>
                <a:gd name="connsiteY173" fmla="*/ 463027 h 1239475"/>
                <a:gd name="connsiteX174" fmla="*/ 962530 w 4352938"/>
                <a:gd name="connsiteY174" fmla="*/ 481124 h 1239475"/>
                <a:gd name="connsiteX175" fmla="*/ 988247 w 4352938"/>
                <a:gd name="connsiteY175" fmla="*/ 506842 h 1239475"/>
                <a:gd name="connsiteX176" fmla="*/ 1061590 w 4352938"/>
                <a:gd name="connsiteY176" fmla="*/ 537322 h 1239475"/>
                <a:gd name="connsiteX177" fmla="*/ 1061590 w 4352938"/>
                <a:gd name="connsiteY177" fmla="*/ 557324 h 1239475"/>
                <a:gd name="connsiteX178" fmla="*/ 1056827 w 4352938"/>
                <a:gd name="connsiteY178" fmla="*/ 598282 h 1239475"/>
                <a:gd name="connsiteX179" fmla="*/ 1003488 w 4352938"/>
                <a:gd name="connsiteY179" fmla="*/ 666862 h 1239475"/>
                <a:gd name="connsiteX180" fmla="*/ 934907 w 4352938"/>
                <a:gd name="connsiteY180" fmla="*/ 692579 h 1239475"/>
                <a:gd name="connsiteX181" fmla="*/ 846325 w 4352938"/>
                <a:gd name="connsiteY181" fmla="*/ 723059 h 1239475"/>
                <a:gd name="connsiteX182" fmla="*/ 849182 w 4352938"/>
                <a:gd name="connsiteY182" fmla="*/ 802117 h 1239475"/>
                <a:gd name="connsiteX183" fmla="*/ 783460 w 4352938"/>
                <a:gd name="connsiteY183" fmla="*/ 865934 h 1239475"/>
                <a:gd name="connsiteX184" fmla="*/ 786317 w 4352938"/>
                <a:gd name="connsiteY184" fmla="*/ 870697 h 1239475"/>
                <a:gd name="connsiteX185" fmla="*/ 882520 w 4352938"/>
                <a:gd name="connsiteY185" fmla="*/ 867839 h 1239475"/>
                <a:gd name="connsiteX186" fmla="*/ 958720 w 4352938"/>
                <a:gd name="connsiteY186" fmla="*/ 842122 h 1239475"/>
                <a:gd name="connsiteX187" fmla="*/ 984438 w 4352938"/>
                <a:gd name="connsiteY187" fmla="*/ 839264 h 1239475"/>
                <a:gd name="connsiteX188" fmla="*/ 1088260 w 4352938"/>
                <a:gd name="connsiteY188" fmla="*/ 808784 h 1239475"/>
                <a:gd name="connsiteX189" fmla="*/ 1095880 w 4352938"/>
                <a:gd name="connsiteY189" fmla="*/ 844027 h 1239475"/>
                <a:gd name="connsiteX190" fmla="*/ 1065400 w 4352938"/>
                <a:gd name="connsiteY190" fmla="*/ 900224 h 1239475"/>
                <a:gd name="connsiteX191" fmla="*/ 1009202 w 4352938"/>
                <a:gd name="connsiteY191" fmla="*/ 933562 h 1239475"/>
                <a:gd name="connsiteX192" fmla="*/ 897760 w 4352938"/>
                <a:gd name="connsiteY192" fmla="*/ 964042 h 1239475"/>
                <a:gd name="connsiteX193" fmla="*/ 859660 w 4352938"/>
                <a:gd name="connsiteY193" fmla="*/ 964042 h 1239475"/>
                <a:gd name="connsiteX194" fmla="*/ 829180 w 4352938"/>
                <a:gd name="connsiteY194" fmla="*/ 989759 h 1239475"/>
                <a:gd name="connsiteX195" fmla="*/ 710117 w 4352938"/>
                <a:gd name="connsiteY195" fmla="*/ 977377 h 1239475"/>
                <a:gd name="connsiteX196" fmla="*/ 638680 w 4352938"/>
                <a:gd name="connsiteY196" fmla="*/ 827834 h 1239475"/>
                <a:gd name="connsiteX197" fmla="*/ 631060 w 4352938"/>
                <a:gd name="connsiteY197" fmla="*/ 769732 h 1239475"/>
                <a:gd name="connsiteX198" fmla="*/ 592960 w 4352938"/>
                <a:gd name="connsiteY198" fmla="*/ 607807 h 1239475"/>
                <a:gd name="connsiteX199" fmla="*/ 608200 w 4352938"/>
                <a:gd name="connsiteY199" fmla="*/ 521129 h 1239475"/>
                <a:gd name="connsiteX200" fmla="*/ 643442 w 4352938"/>
                <a:gd name="connsiteY200" fmla="*/ 376349 h 1239475"/>
                <a:gd name="connsiteX201" fmla="*/ 644395 w 4352938"/>
                <a:gd name="connsiteY201" fmla="*/ 363014 h 1239475"/>
                <a:gd name="connsiteX202" fmla="*/ 667255 w 4352938"/>
                <a:gd name="connsiteY202" fmla="*/ 301102 h 1239475"/>
                <a:gd name="connsiteX203" fmla="*/ 4077204 w 4352938"/>
                <a:gd name="connsiteY203" fmla="*/ 290624 h 1239475"/>
                <a:gd name="connsiteX204" fmla="*/ 3993384 w 4352938"/>
                <a:gd name="connsiteY204" fmla="*/ 420164 h 1239475"/>
                <a:gd name="connsiteX205" fmla="*/ 4026721 w 4352938"/>
                <a:gd name="connsiteY205" fmla="*/ 445881 h 1239475"/>
                <a:gd name="connsiteX206" fmla="*/ 4049582 w 4352938"/>
                <a:gd name="connsiteY206" fmla="*/ 384921 h 1239475"/>
                <a:gd name="connsiteX207" fmla="*/ 4069584 w 4352938"/>
                <a:gd name="connsiteY207" fmla="*/ 382064 h 1239475"/>
                <a:gd name="connsiteX208" fmla="*/ 4092444 w 4352938"/>
                <a:gd name="connsiteY208" fmla="*/ 476361 h 1239475"/>
                <a:gd name="connsiteX209" fmla="*/ 4104827 w 4352938"/>
                <a:gd name="connsiteY209" fmla="*/ 479219 h 1239475"/>
                <a:gd name="connsiteX210" fmla="*/ 4130544 w 4352938"/>
                <a:gd name="connsiteY210" fmla="*/ 436356 h 1239475"/>
                <a:gd name="connsiteX211" fmla="*/ 4206744 w 4352938"/>
                <a:gd name="connsiteY211" fmla="*/ 318246 h 1239475"/>
                <a:gd name="connsiteX212" fmla="*/ 4077204 w 4352938"/>
                <a:gd name="connsiteY212" fmla="*/ 290624 h 1239475"/>
                <a:gd name="connsiteX213" fmla="*/ 3600002 w 4352938"/>
                <a:gd name="connsiteY213" fmla="*/ 256334 h 1239475"/>
                <a:gd name="connsiteX214" fmla="*/ 3663820 w 4352938"/>
                <a:gd name="connsiteY214" fmla="*/ 304912 h 1239475"/>
                <a:gd name="connsiteX215" fmla="*/ 3732400 w 4352938"/>
                <a:gd name="connsiteY215" fmla="*/ 340154 h 1239475"/>
                <a:gd name="connsiteX216" fmla="*/ 3834317 w 4352938"/>
                <a:gd name="connsiteY216" fmla="*/ 524939 h 1239475"/>
                <a:gd name="connsiteX217" fmla="*/ 3747640 w 4352938"/>
                <a:gd name="connsiteY217" fmla="*/ 590662 h 1239475"/>
                <a:gd name="connsiteX218" fmla="*/ 3699062 w 4352938"/>
                <a:gd name="connsiteY218" fmla="*/ 428737 h 1239475"/>
                <a:gd name="connsiteX219" fmla="*/ 3668582 w 4352938"/>
                <a:gd name="connsiteY219" fmla="*/ 398257 h 1239475"/>
                <a:gd name="connsiteX220" fmla="*/ 3615242 w 4352938"/>
                <a:gd name="connsiteY220" fmla="*/ 330629 h 1239475"/>
                <a:gd name="connsiteX221" fmla="*/ 3587620 w 4352938"/>
                <a:gd name="connsiteY221" fmla="*/ 307769 h 1239475"/>
                <a:gd name="connsiteX222" fmla="*/ 3587620 w 4352938"/>
                <a:gd name="connsiteY222" fmla="*/ 266812 h 1239475"/>
                <a:gd name="connsiteX223" fmla="*/ 3600002 w 4352938"/>
                <a:gd name="connsiteY223" fmla="*/ 256334 h 1239475"/>
                <a:gd name="connsiteX224" fmla="*/ 189099 w 4352938"/>
                <a:gd name="connsiteY224" fmla="*/ 169656 h 1239475"/>
                <a:gd name="connsiteX225" fmla="*/ 239582 w 4352938"/>
                <a:gd name="connsiteY225" fmla="*/ 207756 h 1239475"/>
                <a:gd name="connsiteX226" fmla="*/ 416747 w 4352938"/>
                <a:gd name="connsiteY226" fmla="*/ 339201 h 1239475"/>
                <a:gd name="connsiteX227" fmla="*/ 419604 w 4352938"/>
                <a:gd name="connsiteY227" fmla="*/ 407781 h 1239475"/>
                <a:gd name="connsiteX228" fmla="*/ 424367 w 4352938"/>
                <a:gd name="connsiteY228" fmla="*/ 506841 h 1239475"/>
                <a:gd name="connsiteX229" fmla="*/ 429129 w 4352938"/>
                <a:gd name="connsiteY229" fmla="*/ 550656 h 1239475"/>
                <a:gd name="connsiteX230" fmla="*/ 426272 w 4352938"/>
                <a:gd name="connsiteY230" fmla="*/ 629714 h 1239475"/>
                <a:gd name="connsiteX231" fmla="*/ 415794 w 4352938"/>
                <a:gd name="connsiteY231" fmla="*/ 822119 h 1239475"/>
                <a:gd name="connsiteX232" fmla="*/ 412937 w 4352938"/>
                <a:gd name="connsiteY232" fmla="*/ 885936 h 1239475"/>
                <a:gd name="connsiteX233" fmla="*/ 371979 w 4352938"/>
                <a:gd name="connsiteY233" fmla="*/ 1058339 h 1239475"/>
                <a:gd name="connsiteX234" fmla="*/ 333879 w 4352938"/>
                <a:gd name="connsiteY234" fmla="*/ 1119299 h 1239475"/>
                <a:gd name="connsiteX235" fmla="*/ 303399 w 4352938"/>
                <a:gd name="connsiteY235" fmla="*/ 1122156 h 1239475"/>
                <a:gd name="connsiteX236" fmla="*/ 291017 w 4352938"/>
                <a:gd name="connsiteY236" fmla="*/ 1020239 h 1239475"/>
                <a:gd name="connsiteX237" fmla="*/ 291017 w 4352938"/>
                <a:gd name="connsiteY237" fmla="*/ 984996 h 1239475"/>
                <a:gd name="connsiteX238" fmla="*/ 283397 w 4352938"/>
                <a:gd name="connsiteY238" fmla="*/ 984996 h 1239475"/>
                <a:gd name="connsiteX239" fmla="*/ 217674 w 4352938"/>
                <a:gd name="connsiteY239" fmla="*/ 1041194 h 1239475"/>
                <a:gd name="connsiteX240" fmla="*/ 205292 w 4352938"/>
                <a:gd name="connsiteY240" fmla="*/ 1056434 h 1239475"/>
                <a:gd name="connsiteX241" fmla="*/ 133854 w 4352938"/>
                <a:gd name="connsiteY241" fmla="*/ 1099296 h 1239475"/>
                <a:gd name="connsiteX242" fmla="*/ 80514 w 4352938"/>
                <a:gd name="connsiteY242" fmla="*/ 1152636 h 1239475"/>
                <a:gd name="connsiteX243" fmla="*/ 35747 w 4352938"/>
                <a:gd name="connsiteY243" fmla="*/ 1152636 h 1239475"/>
                <a:gd name="connsiteX244" fmla="*/ 31937 w 4352938"/>
                <a:gd name="connsiteY244" fmla="*/ 1149779 h 1239475"/>
                <a:gd name="connsiteX245" fmla="*/ 1457 w 4352938"/>
                <a:gd name="connsiteY245" fmla="*/ 1013571 h 1239475"/>
                <a:gd name="connsiteX246" fmla="*/ 3362 w 4352938"/>
                <a:gd name="connsiteY246" fmla="*/ 1004046 h 1239475"/>
                <a:gd name="connsiteX247" fmla="*/ 9077 w 4352938"/>
                <a:gd name="connsiteY247" fmla="*/ 998331 h 1239475"/>
                <a:gd name="connsiteX248" fmla="*/ 101469 w 4352938"/>
                <a:gd name="connsiteY248" fmla="*/ 814499 h 1239475"/>
                <a:gd name="connsiteX249" fmla="*/ 119567 w 4352938"/>
                <a:gd name="connsiteY249" fmla="*/ 750681 h 1239475"/>
                <a:gd name="connsiteX250" fmla="*/ 107184 w 4352938"/>
                <a:gd name="connsiteY250" fmla="*/ 694484 h 1239475"/>
                <a:gd name="connsiteX251" fmla="*/ 107184 w 4352938"/>
                <a:gd name="connsiteY251" fmla="*/ 674481 h 1239475"/>
                <a:gd name="connsiteX252" fmla="*/ 79562 w 4352938"/>
                <a:gd name="connsiteY252" fmla="*/ 623999 h 1239475"/>
                <a:gd name="connsiteX253" fmla="*/ 94802 w 4352938"/>
                <a:gd name="connsiteY253" fmla="*/ 611616 h 1239475"/>
                <a:gd name="connsiteX254" fmla="*/ 145284 w 4352938"/>
                <a:gd name="connsiteY254" fmla="*/ 631619 h 1239475"/>
                <a:gd name="connsiteX255" fmla="*/ 191004 w 4352938"/>
                <a:gd name="connsiteY255" fmla="*/ 636381 h 1239475"/>
                <a:gd name="connsiteX256" fmla="*/ 221484 w 4352938"/>
                <a:gd name="connsiteY256" fmla="*/ 659241 h 1239475"/>
                <a:gd name="connsiteX257" fmla="*/ 254822 w 4352938"/>
                <a:gd name="connsiteY257" fmla="*/ 664004 h 1239475"/>
                <a:gd name="connsiteX258" fmla="*/ 292922 w 4352938"/>
                <a:gd name="connsiteY258" fmla="*/ 689721 h 1239475"/>
                <a:gd name="connsiteX259" fmla="*/ 297684 w 4352938"/>
                <a:gd name="connsiteY259" fmla="*/ 631619 h 1239475"/>
                <a:gd name="connsiteX260" fmla="*/ 297684 w 4352938"/>
                <a:gd name="connsiteY260" fmla="*/ 581136 h 1239475"/>
                <a:gd name="connsiteX261" fmla="*/ 292922 w 4352938"/>
                <a:gd name="connsiteY261" fmla="*/ 370634 h 1239475"/>
                <a:gd name="connsiteX262" fmla="*/ 239582 w 4352938"/>
                <a:gd name="connsiteY262" fmla="*/ 302054 h 1239475"/>
                <a:gd name="connsiteX263" fmla="*/ 211959 w 4352938"/>
                <a:gd name="connsiteY263" fmla="*/ 259191 h 1239475"/>
                <a:gd name="connsiteX264" fmla="*/ 169097 w 4352938"/>
                <a:gd name="connsiteY264" fmla="*/ 187754 h 1239475"/>
                <a:gd name="connsiteX265" fmla="*/ 189099 w 4352938"/>
                <a:gd name="connsiteY265" fmla="*/ 169656 h 1239475"/>
                <a:gd name="connsiteX266" fmla="*/ 2741800 w 4352938"/>
                <a:gd name="connsiteY266" fmla="*/ 161084 h 1239475"/>
                <a:gd name="connsiteX267" fmla="*/ 2802760 w 4352938"/>
                <a:gd name="connsiteY267" fmla="*/ 173466 h 1239475"/>
                <a:gd name="connsiteX268" fmla="*/ 2836097 w 4352938"/>
                <a:gd name="connsiteY268" fmla="*/ 201089 h 1239475"/>
                <a:gd name="connsiteX269" fmla="*/ 2899915 w 4352938"/>
                <a:gd name="connsiteY269" fmla="*/ 243951 h 1239475"/>
                <a:gd name="connsiteX270" fmla="*/ 2904677 w 4352938"/>
                <a:gd name="connsiteY270" fmla="*/ 312531 h 1239475"/>
                <a:gd name="connsiteX271" fmla="*/ 2892295 w 4352938"/>
                <a:gd name="connsiteY271" fmla="*/ 327771 h 1239475"/>
                <a:gd name="connsiteX272" fmla="*/ 2892295 w 4352938"/>
                <a:gd name="connsiteY272" fmla="*/ 393494 h 1239475"/>
                <a:gd name="connsiteX273" fmla="*/ 2895152 w 4352938"/>
                <a:gd name="connsiteY273" fmla="*/ 565896 h 1239475"/>
                <a:gd name="connsiteX274" fmla="*/ 2899915 w 4352938"/>
                <a:gd name="connsiteY274" fmla="*/ 565896 h 1239475"/>
                <a:gd name="connsiteX275" fmla="*/ 2971352 w 4352938"/>
                <a:gd name="connsiteY275" fmla="*/ 520176 h 1239475"/>
                <a:gd name="connsiteX276" fmla="*/ 3123752 w 4352938"/>
                <a:gd name="connsiteY276" fmla="*/ 433499 h 1239475"/>
                <a:gd name="connsiteX277" fmla="*/ 3131372 w 4352938"/>
                <a:gd name="connsiteY277" fmla="*/ 468741 h 1239475"/>
                <a:gd name="connsiteX278" fmla="*/ 3113275 w 4352938"/>
                <a:gd name="connsiteY278" fmla="*/ 496364 h 1239475"/>
                <a:gd name="connsiteX279" fmla="*/ 3068507 w 4352938"/>
                <a:gd name="connsiteY279" fmla="*/ 544941 h 1239475"/>
                <a:gd name="connsiteX280" fmla="*/ 2987545 w 4352938"/>
                <a:gd name="connsiteY280" fmla="*/ 603044 h 1239475"/>
                <a:gd name="connsiteX281" fmla="*/ 2949445 w 4352938"/>
                <a:gd name="connsiteY281" fmla="*/ 638286 h 1239475"/>
                <a:gd name="connsiteX282" fmla="*/ 2891342 w 4352938"/>
                <a:gd name="connsiteY282" fmla="*/ 681149 h 1239475"/>
                <a:gd name="connsiteX283" fmla="*/ 2883722 w 4352938"/>
                <a:gd name="connsiteY283" fmla="*/ 734489 h 1239475"/>
                <a:gd name="connsiteX284" fmla="*/ 2845622 w 4352938"/>
                <a:gd name="connsiteY284" fmla="*/ 873554 h 1239475"/>
                <a:gd name="connsiteX285" fmla="*/ 2766565 w 4352938"/>
                <a:gd name="connsiteY285" fmla="*/ 952611 h 1239475"/>
                <a:gd name="connsiteX286" fmla="*/ 2472242 w 4352938"/>
                <a:gd name="connsiteY286" fmla="*/ 1074531 h 1239475"/>
                <a:gd name="connsiteX287" fmla="*/ 2472242 w 4352938"/>
                <a:gd name="connsiteY287" fmla="*/ 1069769 h 1239475"/>
                <a:gd name="connsiteX288" fmla="*/ 2497960 w 4352938"/>
                <a:gd name="connsiteY288" fmla="*/ 1028811 h 1239475"/>
                <a:gd name="connsiteX289" fmla="*/ 2538917 w 4352938"/>
                <a:gd name="connsiteY289" fmla="*/ 1003094 h 1239475"/>
                <a:gd name="connsiteX290" fmla="*/ 2558920 w 4352938"/>
                <a:gd name="connsiteY290" fmla="*/ 1000236 h 1239475"/>
                <a:gd name="connsiteX291" fmla="*/ 2586542 w 4352938"/>
                <a:gd name="connsiteY291" fmla="*/ 987854 h 1239475"/>
                <a:gd name="connsiteX292" fmla="*/ 2612260 w 4352938"/>
                <a:gd name="connsiteY292" fmla="*/ 972614 h 1239475"/>
                <a:gd name="connsiteX293" fmla="*/ 2736085 w 4352938"/>
                <a:gd name="connsiteY293" fmla="*/ 769731 h 1239475"/>
                <a:gd name="connsiteX294" fmla="*/ 2624642 w 4352938"/>
                <a:gd name="connsiteY294" fmla="*/ 804974 h 1239475"/>
                <a:gd name="connsiteX295" fmla="*/ 2601782 w 4352938"/>
                <a:gd name="connsiteY295" fmla="*/ 809736 h 1239475"/>
                <a:gd name="connsiteX296" fmla="*/ 2556062 w 4352938"/>
                <a:gd name="connsiteY296" fmla="*/ 850694 h 1239475"/>
                <a:gd name="connsiteX297" fmla="*/ 2492245 w 4352938"/>
                <a:gd name="connsiteY297" fmla="*/ 888794 h 1239475"/>
                <a:gd name="connsiteX298" fmla="*/ 2316985 w 4352938"/>
                <a:gd name="connsiteY298" fmla="*/ 942134 h 1239475"/>
                <a:gd name="connsiteX299" fmla="*/ 2289362 w 4352938"/>
                <a:gd name="connsiteY299" fmla="*/ 792591 h 1239475"/>
                <a:gd name="connsiteX300" fmla="*/ 2294125 w 4352938"/>
                <a:gd name="connsiteY300" fmla="*/ 784971 h 1239475"/>
                <a:gd name="connsiteX301" fmla="*/ 2304602 w 4352938"/>
                <a:gd name="connsiteY301" fmla="*/ 790686 h 1239475"/>
                <a:gd name="connsiteX302" fmla="*/ 2332225 w 4352938"/>
                <a:gd name="connsiteY302" fmla="*/ 824024 h 1239475"/>
                <a:gd name="connsiteX303" fmla="*/ 2352227 w 4352938"/>
                <a:gd name="connsiteY303" fmla="*/ 821166 h 1239475"/>
                <a:gd name="connsiteX304" fmla="*/ 2395090 w 4352938"/>
                <a:gd name="connsiteY304" fmla="*/ 805926 h 1239475"/>
                <a:gd name="connsiteX305" fmla="*/ 2422712 w 4352938"/>
                <a:gd name="connsiteY305" fmla="*/ 803069 h 1239475"/>
                <a:gd name="connsiteX306" fmla="*/ 2526535 w 4352938"/>
                <a:gd name="connsiteY306" fmla="*/ 744966 h 1239475"/>
                <a:gd name="connsiteX307" fmla="*/ 2587495 w 4352938"/>
                <a:gd name="connsiteY307" fmla="*/ 724964 h 1239475"/>
                <a:gd name="connsiteX308" fmla="*/ 2645597 w 4352938"/>
                <a:gd name="connsiteY308" fmla="*/ 699246 h 1239475"/>
                <a:gd name="connsiteX309" fmla="*/ 2759897 w 4352938"/>
                <a:gd name="connsiteY309" fmla="*/ 648764 h 1239475"/>
                <a:gd name="connsiteX310" fmla="*/ 2772280 w 4352938"/>
                <a:gd name="connsiteY310" fmla="*/ 546846 h 1239475"/>
                <a:gd name="connsiteX311" fmla="*/ 2767517 w 4352938"/>
                <a:gd name="connsiteY311" fmla="*/ 354441 h 1239475"/>
                <a:gd name="connsiteX312" fmla="*/ 2718940 w 4352938"/>
                <a:gd name="connsiteY312" fmla="*/ 171561 h 1239475"/>
                <a:gd name="connsiteX313" fmla="*/ 2741800 w 4352938"/>
                <a:gd name="connsiteY313" fmla="*/ 161084 h 1239475"/>
                <a:gd name="connsiteX314" fmla="*/ 4109589 w 4352938"/>
                <a:gd name="connsiteY314" fmla="*/ 20114 h 1239475"/>
                <a:gd name="connsiteX315" fmla="*/ 4147689 w 4352938"/>
                <a:gd name="connsiteY315" fmla="*/ 70596 h 1239475"/>
                <a:gd name="connsiteX316" fmla="*/ 4137212 w 4352938"/>
                <a:gd name="connsiteY316" fmla="*/ 126794 h 1239475"/>
                <a:gd name="connsiteX317" fmla="*/ 4083871 w 4352938"/>
                <a:gd name="connsiteY317" fmla="*/ 243951 h 1239475"/>
                <a:gd name="connsiteX318" fmla="*/ 4091492 w 4352938"/>
                <a:gd name="connsiteY318" fmla="*/ 246809 h 1239475"/>
                <a:gd name="connsiteX319" fmla="*/ 4157214 w 4352938"/>
                <a:gd name="connsiteY319" fmla="*/ 228711 h 1239475"/>
                <a:gd name="connsiteX320" fmla="*/ 4245796 w 4352938"/>
                <a:gd name="connsiteY320" fmla="*/ 202994 h 1239475"/>
                <a:gd name="connsiteX321" fmla="*/ 4276277 w 4352938"/>
                <a:gd name="connsiteY321" fmla="*/ 195374 h 1239475"/>
                <a:gd name="connsiteX322" fmla="*/ 4296279 w 4352938"/>
                <a:gd name="connsiteY322" fmla="*/ 207756 h 1239475"/>
                <a:gd name="connsiteX323" fmla="*/ 4346762 w 4352938"/>
                <a:gd name="connsiteY323" fmla="*/ 218234 h 1239475"/>
                <a:gd name="connsiteX324" fmla="*/ 4328664 w 4352938"/>
                <a:gd name="connsiteY324" fmla="*/ 306816 h 1239475"/>
                <a:gd name="connsiteX325" fmla="*/ 4211507 w 4352938"/>
                <a:gd name="connsiteY325" fmla="*/ 468741 h 1239475"/>
                <a:gd name="connsiteX326" fmla="*/ 4157214 w 4352938"/>
                <a:gd name="connsiteY326" fmla="*/ 521129 h 1239475"/>
                <a:gd name="connsiteX327" fmla="*/ 4210554 w 4352938"/>
                <a:gd name="connsiteY327" fmla="*/ 521129 h 1239475"/>
                <a:gd name="connsiteX328" fmla="*/ 4251512 w 4352938"/>
                <a:gd name="connsiteY328" fmla="*/ 533511 h 1239475"/>
                <a:gd name="connsiteX329" fmla="*/ 4167692 w 4352938"/>
                <a:gd name="connsiteY329" fmla="*/ 688769 h 1239475"/>
                <a:gd name="connsiteX330" fmla="*/ 4140069 w 4352938"/>
                <a:gd name="connsiteY330" fmla="*/ 716391 h 1239475"/>
                <a:gd name="connsiteX331" fmla="*/ 4083871 w 4352938"/>
                <a:gd name="connsiteY331" fmla="*/ 736394 h 1239475"/>
                <a:gd name="connsiteX332" fmla="*/ 3989574 w 4352938"/>
                <a:gd name="connsiteY332" fmla="*/ 779256 h 1239475"/>
                <a:gd name="connsiteX333" fmla="*/ 3986717 w 4352938"/>
                <a:gd name="connsiteY333" fmla="*/ 753539 h 1239475"/>
                <a:gd name="connsiteX334" fmla="*/ 4044819 w 4352938"/>
                <a:gd name="connsiteY334" fmla="*/ 703056 h 1239475"/>
                <a:gd name="connsiteX335" fmla="*/ 4064821 w 4352938"/>
                <a:gd name="connsiteY335" fmla="*/ 675434 h 1239475"/>
                <a:gd name="connsiteX336" fmla="*/ 4105779 w 4352938"/>
                <a:gd name="connsiteY336" fmla="*/ 637334 h 1239475"/>
                <a:gd name="connsiteX337" fmla="*/ 4113399 w 4352938"/>
                <a:gd name="connsiteY337" fmla="*/ 617331 h 1239475"/>
                <a:gd name="connsiteX338" fmla="*/ 4136259 w 4352938"/>
                <a:gd name="connsiteY338" fmla="*/ 583994 h 1239475"/>
                <a:gd name="connsiteX339" fmla="*/ 4123877 w 4352938"/>
                <a:gd name="connsiteY339" fmla="*/ 583994 h 1239475"/>
                <a:gd name="connsiteX340" fmla="*/ 4081014 w 4352938"/>
                <a:gd name="connsiteY340" fmla="*/ 609711 h 1239475"/>
                <a:gd name="connsiteX341" fmla="*/ 4027674 w 4352938"/>
                <a:gd name="connsiteY341" fmla="*/ 660194 h 1239475"/>
                <a:gd name="connsiteX342" fmla="*/ 3827649 w 4352938"/>
                <a:gd name="connsiteY342" fmla="*/ 779256 h 1239475"/>
                <a:gd name="connsiteX343" fmla="*/ 3635244 w 4352938"/>
                <a:gd name="connsiteY343" fmla="*/ 820214 h 1239475"/>
                <a:gd name="connsiteX344" fmla="*/ 3632387 w 4352938"/>
                <a:gd name="connsiteY344" fmla="*/ 802116 h 1239475"/>
                <a:gd name="connsiteX345" fmla="*/ 3635244 w 4352938"/>
                <a:gd name="connsiteY345" fmla="*/ 797354 h 1239475"/>
                <a:gd name="connsiteX346" fmla="*/ 3815267 w 4352938"/>
                <a:gd name="connsiteY346" fmla="*/ 683054 h 1239475"/>
                <a:gd name="connsiteX347" fmla="*/ 3848604 w 4352938"/>
                <a:gd name="connsiteY347" fmla="*/ 672576 h 1239475"/>
                <a:gd name="connsiteX348" fmla="*/ 3970524 w 4352938"/>
                <a:gd name="connsiteY348" fmla="*/ 603996 h 1239475"/>
                <a:gd name="connsiteX349" fmla="*/ 4059107 w 4352938"/>
                <a:gd name="connsiteY349" fmla="*/ 561134 h 1239475"/>
                <a:gd name="connsiteX350" fmla="*/ 4094349 w 4352938"/>
                <a:gd name="connsiteY350" fmla="*/ 535416 h 1239475"/>
                <a:gd name="connsiteX351" fmla="*/ 4089587 w 4352938"/>
                <a:gd name="connsiteY351" fmla="*/ 535416 h 1239475"/>
                <a:gd name="connsiteX352" fmla="*/ 3993384 w 4352938"/>
                <a:gd name="connsiteY352" fmla="*/ 563039 h 1239475"/>
                <a:gd name="connsiteX353" fmla="*/ 3990527 w 4352938"/>
                <a:gd name="connsiteY353" fmla="*/ 537321 h 1239475"/>
                <a:gd name="connsiteX354" fmla="*/ 4005767 w 4352938"/>
                <a:gd name="connsiteY354" fmla="*/ 499221 h 1239475"/>
                <a:gd name="connsiteX355" fmla="*/ 3941949 w 4352938"/>
                <a:gd name="connsiteY355" fmla="*/ 471599 h 1239475"/>
                <a:gd name="connsiteX356" fmla="*/ 3860987 w 4352938"/>
                <a:gd name="connsiteY356" fmla="*/ 544941 h 1239475"/>
                <a:gd name="connsiteX357" fmla="*/ 3845746 w 4352938"/>
                <a:gd name="connsiteY357" fmla="*/ 537321 h 1239475"/>
                <a:gd name="connsiteX358" fmla="*/ 3858129 w 4352938"/>
                <a:gd name="connsiteY358" fmla="*/ 502079 h 1239475"/>
                <a:gd name="connsiteX359" fmla="*/ 3900992 w 4352938"/>
                <a:gd name="connsiteY359" fmla="*/ 436356 h 1239475"/>
                <a:gd name="connsiteX360" fmla="*/ 3880989 w 4352938"/>
                <a:gd name="connsiteY360" fmla="*/ 403019 h 1239475"/>
                <a:gd name="connsiteX361" fmla="*/ 3883846 w 4352938"/>
                <a:gd name="connsiteY361" fmla="*/ 400161 h 1239475"/>
                <a:gd name="connsiteX362" fmla="*/ 3941949 w 4352938"/>
                <a:gd name="connsiteY362" fmla="*/ 392541 h 1239475"/>
                <a:gd name="connsiteX363" fmla="*/ 3982907 w 4352938"/>
                <a:gd name="connsiteY363" fmla="*/ 328724 h 1239475"/>
                <a:gd name="connsiteX364" fmla="*/ 3924804 w 4352938"/>
                <a:gd name="connsiteY364" fmla="*/ 339201 h 1239475"/>
                <a:gd name="connsiteX365" fmla="*/ 3921946 w 4352938"/>
                <a:gd name="connsiteY365" fmla="*/ 319199 h 1239475"/>
                <a:gd name="connsiteX366" fmla="*/ 3949569 w 4352938"/>
                <a:gd name="connsiteY366" fmla="*/ 273479 h 1239475"/>
                <a:gd name="connsiteX367" fmla="*/ 3914327 w 4352938"/>
                <a:gd name="connsiteY367" fmla="*/ 273479 h 1239475"/>
                <a:gd name="connsiteX368" fmla="*/ 3876227 w 4352938"/>
                <a:gd name="connsiteY368" fmla="*/ 220139 h 1239475"/>
                <a:gd name="connsiteX369" fmla="*/ 3901944 w 4352938"/>
                <a:gd name="connsiteY369" fmla="*/ 212519 h 1239475"/>
                <a:gd name="connsiteX370" fmla="*/ 3982907 w 4352938"/>
                <a:gd name="connsiteY370" fmla="*/ 200136 h 1239475"/>
                <a:gd name="connsiteX371" fmla="*/ 4021007 w 4352938"/>
                <a:gd name="connsiteY371" fmla="*/ 189659 h 1239475"/>
                <a:gd name="connsiteX372" fmla="*/ 4086729 w 4352938"/>
                <a:gd name="connsiteY372" fmla="*/ 30591 h 1239475"/>
                <a:gd name="connsiteX373" fmla="*/ 4109589 w 4352938"/>
                <a:gd name="connsiteY373" fmla="*/ 20114 h 1239475"/>
                <a:gd name="connsiteX374" fmla="*/ 1675952 w 4352938"/>
                <a:gd name="connsiteY374" fmla="*/ 111 h 1239475"/>
                <a:gd name="connsiteX375" fmla="*/ 1800729 w 4352938"/>
                <a:gd name="connsiteY375" fmla="*/ 42974 h 1239475"/>
                <a:gd name="connsiteX376" fmla="*/ 1834067 w 4352938"/>
                <a:gd name="connsiteY376" fmla="*/ 55356 h 1239475"/>
                <a:gd name="connsiteX377" fmla="*/ 1899789 w 4352938"/>
                <a:gd name="connsiteY377" fmla="*/ 101076 h 1239475"/>
                <a:gd name="connsiteX378" fmla="*/ 1917887 w 4352938"/>
                <a:gd name="connsiteY378" fmla="*/ 126794 h 1239475"/>
                <a:gd name="connsiteX379" fmla="*/ 1814064 w 4352938"/>
                <a:gd name="connsiteY379" fmla="*/ 215376 h 1239475"/>
                <a:gd name="connsiteX380" fmla="*/ 1717862 w 4352938"/>
                <a:gd name="connsiteY380" fmla="*/ 279194 h 1239475"/>
                <a:gd name="connsiteX381" fmla="*/ 1710242 w 4352938"/>
                <a:gd name="connsiteY381" fmla="*/ 253476 h 1239475"/>
                <a:gd name="connsiteX382" fmla="*/ 1720719 w 4352938"/>
                <a:gd name="connsiteY382" fmla="*/ 151559 h 1239475"/>
                <a:gd name="connsiteX383" fmla="*/ 1695002 w 4352938"/>
                <a:gd name="connsiteY383" fmla="*/ 101076 h 1239475"/>
                <a:gd name="connsiteX384" fmla="*/ 1684524 w 4352938"/>
                <a:gd name="connsiteY384" fmla="*/ 93456 h 1239475"/>
                <a:gd name="connsiteX385" fmla="*/ 1678809 w 4352938"/>
                <a:gd name="connsiteY385" fmla="*/ 63929 h 1239475"/>
                <a:gd name="connsiteX386" fmla="*/ 1675952 w 4352938"/>
                <a:gd name="connsiteY386" fmla="*/ 111 h 12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</a:cxnLst>
              <a:rect l="l" t="t" r="r" b="b"/>
              <a:pathLst>
                <a:path w="4352938" h="1239475">
                  <a:moveTo>
                    <a:pt x="1911219" y="884984"/>
                  </a:moveTo>
                  <a:cubicBezTo>
                    <a:pt x="1975989" y="884031"/>
                    <a:pt x="2003612" y="917369"/>
                    <a:pt x="2030282" y="953564"/>
                  </a:cubicBezTo>
                  <a:cubicBezTo>
                    <a:pt x="2038854" y="965946"/>
                    <a:pt x="2054094" y="969756"/>
                    <a:pt x="2055047" y="991664"/>
                  </a:cubicBezTo>
                  <a:cubicBezTo>
                    <a:pt x="2063619" y="1004999"/>
                    <a:pt x="2051237" y="1052624"/>
                    <a:pt x="2047427" y="1067864"/>
                  </a:cubicBezTo>
                  <a:cubicBezTo>
                    <a:pt x="2035044" y="1076436"/>
                    <a:pt x="2001707" y="1111679"/>
                    <a:pt x="1974085" y="1093581"/>
                  </a:cubicBezTo>
                  <a:cubicBezTo>
                    <a:pt x="1947414" y="1084056"/>
                    <a:pt x="1938842" y="1062149"/>
                    <a:pt x="1923602" y="1040241"/>
                  </a:cubicBezTo>
                  <a:cubicBezTo>
                    <a:pt x="1916934" y="1033574"/>
                    <a:pt x="1910267" y="1027859"/>
                    <a:pt x="1903600" y="1022144"/>
                  </a:cubicBezTo>
                  <a:cubicBezTo>
                    <a:pt x="1876929" y="983091"/>
                    <a:pt x="1875977" y="940229"/>
                    <a:pt x="1888359" y="887841"/>
                  </a:cubicBezTo>
                  <a:cubicBezTo>
                    <a:pt x="1896932" y="887841"/>
                    <a:pt x="1906457" y="887841"/>
                    <a:pt x="1911219" y="884984"/>
                  </a:cubicBezTo>
                  <a:close/>
                  <a:moveTo>
                    <a:pt x="3037075" y="831644"/>
                  </a:moveTo>
                  <a:cubicBezTo>
                    <a:pt x="3082795" y="831644"/>
                    <a:pt x="3093272" y="860219"/>
                    <a:pt x="3118038" y="880221"/>
                  </a:cubicBezTo>
                  <a:cubicBezTo>
                    <a:pt x="3156138" y="909749"/>
                    <a:pt x="3217097" y="938324"/>
                    <a:pt x="3217097" y="1004046"/>
                  </a:cubicBezTo>
                  <a:cubicBezTo>
                    <a:pt x="3199000" y="1025001"/>
                    <a:pt x="3169472" y="1045004"/>
                    <a:pt x="3140897" y="1054529"/>
                  </a:cubicBezTo>
                  <a:cubicBezTo>
                    <a:pt x="3114227" y="1063101"/>
                    <a:pt x="3075175" y="1054529"/>
                    <a:pt x="3072318" y="1031669"/>
                  </a:cubicBezTo>
                  <a:cubicBezTo>
                    <a:pt x="3086605" y="1008809"/>
                    <a:pt x="3062793" y="982139"/>
                    <a:pt x="3057077" y="970709"/>
                  </a:cubicBezTo>
                  <a:cubicBezTo>
                    <a:pt x="3056125" y="963089"/>
                    <a:pt x="3054220" y="955469"/>
                    <a:pt x="3052315" y="947849"/>
                  </a:cubicBezTo>
                  <a:cubicBezTo>
                    <a:pt x="3036122" y="904986"/>
                    <a:pt x="3028502" y="896414"/>
                    <a:pt x="3029455" y="836406"/>
                  </a:cubicBezTo>
                  <a:cubicBezTo>
                    <a:pt x="3032313" y="835454"/>
                    <a:pt x="3035170" y="833549"/>
                    <a:pt x="3037075" y="831644"/>
                  </a:cubicBezTo>
                  <a:close/>
                  <a:moveTo>
                    <a:pt x="4031485" y="816404"/>
                  </a:moveTo>
                  <a:cubicBezTo>
                    <a:pt x="4066727" y="816404"/>
                    <a:pt x="4088635" y="825929"/>
                    <a:pt x="4124830" y="826881"/>
                  </a:cubicBezTo>
                  <a:cubicBezTo>
                    <a:pt x="4134355" y="841169"/>
                    <a:pt x="4142927" y="843074"/>
                    <a:pt x="4142927" y="867839"/>
                  </a:cubicBezTo>
                  <a:cubicBezTo>
                    <a:pt x="4136260" y="877364"/>
                    <a:pt x="4136260" y="891651"/>
                    <a:pt x="4130545" y="901176"/>
                  </a:cubicBezTo>
                  <a:cubicBezTo>
                    <a:pt x="4121020" y="915464"/>
                    <a:pt x="4104827" y="924036"/>
                    <a:pt x="4092445" y="936419"/>
                  </a:cubicBezTo>
                  <a:cubicBezTo>
                    <a:pt x="4054345" y="935466"/>
                    <a:pt x="4026722" y="942134"/>
                    <a:pt x="3998147" y="948801"/>
                  </a:cubicBezTo>
                  <a:cubicBezTo>
                    <a:pt x="3994338" y="950706"/>
                    <a:pt x="3990527" y="955469"/>
                    <a:pt x="3990527" y="959279"/>
                  </a:cubicBezTo>
                  <a:cubicBezTo>
                    <a:pt x="3991480" y="994521"/>
                    <a:pt x="4006720" y="1006904"/>
                    <a:pt x="4016245" y="1030716"/>
                  </a:cubicBezTo>
                  <a:cubicBezTo>
                    <a:pt x="4017197" y="1041194"/>
                    <a:pt x="4019102" y="1050719"/>
                    <a:pt x="4021007" y="1061196"/>
                  </a:cubicBezTo>
                  <a:cubicBezTo>
                    <a:pt x="4023865" y="1070721"/>
                    <a:pt x="4033390" y="1086914"/>
                    <a:pt x="4028627" y="1104059"/>
                  </a:cubicBezTo>
                  <a:cubicBezTo>
                    <a:pt x="4024818" y="1115489"/>
                    <a:pt x="4016245" y="1131681"/>
                    <a:pt x="4010530" y="1142159"/>
                  </a:cubicBezTo>
                  <a:cubicBezTo>
                    <a:pt x="4004815" y="1154541"/>
                    <a:pt x="4002910" y="1169781"/>
                    <a:pt x="3990527" y="1175496"/>
                  </a:cubicBezTo>
                  <a:cubicBezTo>
                    <a:pt x="3978145" y="1186926"/>
                    <a:pt x="3960047" y="1177401"/>
                    <a:pt x="3940045" y="1183116"/>
                  </a:cubicBezTo>
                  <a:cubicBezTo>
                    <a:pt x="3928615" y="1185974"/>
                    <a:pt x="3925757" y="1198356"/>
                    <a:pt x="3917185" y="1203119"/>
                  </a:cubicBezTo>
                  <a:cubicBezTo>
                    <a:pt x="3877180" y="1225979"/>
                    <a:pt x="3852415" y="1192641"/>
                    <a:pt x="3828602" y="1185021"/>
                  </a:cubicBezTo>
                  <a:cubicBezTo>
                    <a:pt x="3804790" y="1177401"/>
                    <a:pt x="3790502" y="1185021"/>
                    <a:pt x="3782882" y="1162161"/>
                  </a:cubicBezTo>
                  <a:cubicBezTo>
                    <a:pt x="3779072" y="1157399"/>
                    <a:pt x="3779072" y="1152636"/>
                    <a:pt x="3778120" y="1144064"/>
                  </a:cubicBezTo>
                  <a:cubicBezTo>
                    <a:pt x="3779072" y="1144064"/>
                    <a:pt x="3780977" y="1144064"/>
                    <a:pt x="3782882" y="1144064"/>
                  </a:cubicBezTo>
                  <a:cubicBezTo>
                    <a:pt x="3798122" y="1132634"/>
                    <a:pt x="3823840" y="1146921"/>
                    <a:pt x="3843843" y="1141206"/>
                  </a:cubicBezTo>
                  <a:cubicBezTo>
                    <a:pt x="3873370" y="1133586"/>
                    <a:pt x="3908613" y="1126919"/>
                    <a:pt x="3930520" y="1110726"/>
                  </a:cubicBezTo>
                  <a:cubicBezTo>
                    <a:pt x="3937188" y="1105011"/>
                    <a:pt x="3940045" y="1094534"/>
                    <a:pt x="3945760" y="1087866"/>
                  </a:cubicBezTo>
                  <a:cubicBezTo>
                    <a:pt x="3946713" y="1067864"/>
                    <a:pt x="3941950" y="1065006"/>
                    <a:pt x="3938140" y="1049766"/>
                  </a:cubicBezTo>
                  <a:cubicBezTo>
                    <a:pt x="3935282" y="1035479"/>
                    <a:pt x="3945760" y="1014524"/>
                    <a:pt x="3940997" y="996426"/>
                  </a:cubicBezTo>
                  <a:cubicBezTo>
                    <a:pt x="3939093" y="990711"/>
                    <a:pt x="3935282" y="984996"/>
                    <a:pt x="3933377" y="978329"/>
                  </a:cubicBezTo>
                  <a:cubicBezTo>
                    <a:pt x="3889563" y="964041"/>
                    <a:pt x="3901945" y="984044"/>
                    <a:pt x="3872418" y="996426"/>
                  </a:cubicBezTo>
                  <a:cubicBezTo>
                    <a:pt x="3856225" y="1003094"/>
                    <a:pt x="3841938" y="998331"/>
                    <a:pt x="3823840" y="1004046"/>
                  </a:cubicBezTo>
                  <a:cubicBezTo>
                    <a:pt x="3807647" y="1009761"/>
                    <a:pt x="3785740" y="1020239"/>
                    <a:pt x="3770500" y="1029764"/>
                  </a:cubicBezTo>
                  <a:cubicBezTo>
                    <a:pt x="3728590" y="1055481"/>
                    <a:pt x="3693347" y="1089771"/>
                    <a:pt x="3645722" y="1110726"/>
                  </a:cubicBezTo>
                  <a:cubicBezTo>
                    <a:pt x="3633340" y="1116441"/>
                    <a:pt x="3607622" y="1132634"/>
                    <a:pt x="3589525" y="1128824"/>
                  </a:cubicBezTo>
                  <a:cubicBezTo>
                    <a:pt x="3581905" y="1126919"/>
                    <a:pt x="3570475" y="1122156"/>
                    <a:pt x="3566665" y="1118346"/>
                  </a:cubicBezTo>
                  <a:cubicBezTo>
                    <a:pt x="3561902" y="1111679"/>
                    <a:pt x="3563807" y="1105964"/>
                    <a:pt x="3561902" y="1101201"/>
                  </a:cubicBezTo>
                  <a:cubicBezTo>
                    <a:pt x="3550472" y="1075484"/>
                    <a:pt x="3527613" y="1063101"/>
                    <a:pt x="3526660" y="1017381"/>
                  </a:cubicBezTo>
                  <a:cubicBezTo>
                    <a:pt x="3535232" y="1007856"/>
                    <a:pt x="3541900" y="995474"/>
                    <a:pt x="3554282" y="989759"/>
                  </a:cubicBezTo>
                  <a:cubicBezTo>
                    <a:pt x="3565713" y="988806"/>
                    <a:pt x="3578095" y="987854"/>
                    <a:pt x="3589525" y="986901"/>
                  </a:cubicBezTo>
                  <a:cubicBezTo>
                    <a:pt x="3601907" y="981186"/>
                    <a:pt x="3617147" y="966899"/>
                    <a:pt x="3630482" y="961184"/>
                  </a:cubicBezTo>
                  <a:cubicBezTo>
                    <a:pt x="3639055" y="960231"/>
                    <a:pt x="3647627" y="958326"/>
                    <a:pt x="3656200" y="956421"/>
                  </a:cubicBezTo>
                  <a:cubicBezTo>
                    <a:pt x="3687632" y="943086"/>
                    <a:pt x="3720970" y="924036"/>
                    <a:pt x="3752402" y="910701"/>
                  </a:cubicBezTo>
                  <a:cubicBezTo>
                    <a:pt x="3800027" y="889746"/>
                    <a:pt x="3850510" y="873554"/>
                    <a:pt x="3897182" y="854504"/>
                  </a:cubicBezTo>
                  <a:cubicBezTo>
                    <a:pt x="3931472" y="840216"/>
                    <a:pt x="4011482" y="842121"/>
                    <a:pt x="4031485" y="816404"/>
                  </a:cubicBezTo>
                  <a:close/>
                  <a:moveTo>
                    <a:pt x="281492" y="738299"/>
                  </a:moveTo>
                  <a:cubicBezTo>
                    <a:pt x="272919" y="772589"/>
                    <a:pt x="250059" y="795449"/>
                    <a:pt x="205292" y="794496"/>
                  </a:cubicBezTo>
                  <a:cubicBezTo>
                    <a:pt x="199577" y="809736"/>
                    <a:pt x="183384" y="820214"/>
                    <a:pt x="174812" y="832596"/>
                  </a:cubicBezTo>
                  <a:cubicBezTo>
                    <a:pt x="173859" y="839264"/>
                    <a:pt x="171954" y="844979"/>
                    <a:pt x="170049" y="850694"/>
                  </a:cubicBezTo>
                  <a:cubicBezTo>
                    <a:pt x="148142" y="884984"/>
                    <a:pt x="118614" y="915464"/>
                    <a:pt x="96707" y="951659"/>
                  </a:cubicBezTo>
                  <a:cubicBezTo>
                    <a:pt x="85277" y="969756"/>
                    <a:pt x="65274" y="982139"/>
                    <a:pt x="63369" y="1009761"/>
                  </a:cubicBezTo>
                  <a:cubicBezTo>
                    <a:pt x="66227" y="1010714"/>
                    <a:pt x="68132" y="1011666"/>
                    <a:pt x="70989" y="1012619"/>
                  </a:cubicBezTo>
                  <a:cubicBezTo>
                    <a:pt x="88134" y="1023096"/>
                    <a:pt x="124329" y="1008809"/>
                    <a:pt x="134807" y="1002141"/>
                  </a:cubicBezTo>
                  <a:cubicBezTo>
                    <a:pt x="148142" y="992616"/>
                    <a:pt x="164334" y="980234"/>
                    <a:pt x="177669" y="971661"/>
                  </a:cubicBezTo>
                  <a:cubicBezTo>
                    <a:pt x="192909" y="962136"/>
                    <a:pt x="208149" y="961184"/>
                    <a:pt x="226247" y="953564"/>
                  </a:cubicBezTo>
                  <a:cubicBezTo>
                    <a:pt x="235772" y="949754"/>
                    <a:pt x="245297" y="939276"/>
                    <a:pt x="253869" y="933561"/>
                  </a:cubicBezTo>
                  <a:cubicBezTo>
                    <a:pt x="263394" y="926894"/>
                    <a:pt x="287207" y="918321"/>
                    <a:pt x="291969" y="907844"/>
                  </a:cubicBezTo>
                  <a:cubicBezTo>
                    <a:pt x="291969" y="896414"/>
                    <a:pt x="291969" y="884984"/>
                    <a:pt x="291969" y="874506"/>
                  </a:cubicBezTo>
                  <a:cubicBezTo>
                    <a:pt x="297684" y="865934"/>
                    <a:pt x="293874" y="843074"/>
                    <a:pt x="293874" y="829739"/>
                  </a:cubicBezTo>
                  <a:cubicBezTo>
                    <a:pt x="294827" y="802116"/>
                    <a:pt x="294827" y="769731"/>
                    <a:pt x="293874" y="741156"/>
                  </a:cubicBezTo>
                  <a:cubicBezTo>
                    <a:pt x="290064" y="739251"/>
                    <a:pt x="288159" y="739251"/>
                    <a:pt x="281492" y="738299"/>
                  </a:cubicBezTo>
                  <a:close/>
                  <a:moveTo>
                    <a:pt x="1852924" y="577625"/>
                  </a:moveTo>
                  <a:cubicBezTo>
                    <a:pt x="1889491" y="577446"/>
                    <a:pt x="1939319" y="586376"/>
                    <a:pt x="1952177" y="596377"/>
                  </a:cubicBezTo>
                  <a:cubicBezTo>
                    <a:pt x="1956940" y="601139"/>
                    <a:pt x="1962655" y="611617"/>
                    <a:pt x="1959798" y="616379"/>
                  </a:cubicBezTo>
                  <a:cubicBezTo>
                    <a:pt x="1945510" y="639239"/>
                    <a:pt x="1924555" y="643049"/>
                    <a:pt x="1903600" y="659242"/>
                  </a:cubicBezTo>
                  <a:cubicBezTo>
                    <a:pt x="1895980" y="664957"/>
                    <a:pt x="1895027" y="676387"/>
                    <a:pt x="1888360" y="682102"/>
                  </a:cubicBezTo>
                  <a:cubicBezTo>
                    <a:pt x="1884550" y="683054"/>
                    <a:pt x="1879788" y="684007"/>
                    <a:pt x="1875977" y="684959"/>
                  </a:cubicBezTo>
                  <a:cubicBezTo>
                    <a:pt x="1871215" y="688769"/>
                    <a:pt x="1868357" y="699247"/>
                    <a:pt x="1863595" y="704962"/>
                  </a:cubicBezTo>
                  <a:cubicBezTo>
                    <a:pt x="1856927" y="713534"/>
                    <a:pt x="1844545" y="718297"/>
                    <a:pt x="1835973" y="724964"/>
                  </a:cubicBezTo>
                  <a:cubicBezTo>
                    <a:pt x="1825495" y="732584"/>
                    <a:pt x="1816923" y="745919"/>
                    <a:pt x="1808350" y="755444"/>
                  </a:cubicBezTo>
                  <a:cubicBezTo>
                    <a:pt x="1797873" y="767827"/>
                    <a:pt x="1765488" y="787829"/>
                    <a:pt x="1762630" y="804022"/>
                  </a:cubicBezTo>
                  <a:cubicBezTo>
                    <a:pt x="1776917" y="801164"/>
                    <a:pt x="1782632" y="789734"/>
                    <a:pt x="1795967" y="785924"/>
                  </a:cubicBezTo>
                  <a:cubicBezTo>
                    <a:pt x="1823590" y="776399"/>
                    <a:pt x="1851213" y="783067"/>
                    <a:pt x="1882645" y="783067"/>
                  </a:cubicBezTo>
                  <a:cubicBezTo>
                    <a:pt x="1885502" y="793544"/>
                    <a:pt x="1891217" y="799259"/>
                    <a:pt x="1893123" y="809737"/>
                  </a:cubicBezTo>
                  <a:cubicBezTo>
                    <a:pt x="1883598" y="820214"/>
                    <a:pt x="1878835" y="834502"/>
                    <a:pt x="1867405" y="843074"/>
                  </a:cubicBezTo>
                  <a:cubicBezTo>
                    <a:pt x="1837877" y="864029"/>
                    <a:pt x="1804540" y="882127"/>
                    <a:pt x="1773107" y="901177"/>
                  </a:cubicBezTo>
                  <a:cubicBezTo>
                    <a:pt x="1750248" y="915464"/>
                    <a:pt x="1724530" y="904987"/>
                    <a:pt x="1724530" y="942134"/>
                  </a:cubicBezTo>
                  <a:cubicBezTo>
                    <a:pt x="1707385" y="968804"/>
                    <a:pt x="1735007" y="1005952"/>
                    <a:pt x="1742627" y="1025954"/>
                  </a:cubicBezTo>
                  <a:cubicBezTo>
                    <a:pt x="1764535" y="1085009"/>
                    <a:pt x="1769298" y="1155494"/>
                    <a:pt x="1770250" y="1233599"/>
                  </a:cubicBezTo>
                  <a:cubicBezTo>
                    <a:pt x="1767392" y="1234552"/>
                    <a:pt x="1765488" y="1235504"/>
                    <a:pt x="1762630" y="1236457"/>
                  </a:cubicBezTo>
                  <a:cubicBezTo>
                    <a:pt x="1755010" y="1242172"/>
                    <a:pt x="1737865" y="1238362"/>
                    <a:pt x="1729292" y="1236457"/>
                  </a:cubicBezTo>
                  <a:cubicBezTo>
                    <a:pt x="1724530" y="1228837"/>
                    <a:pt x="1712148" y="1220264"/>
                    <a:pt x="1709290" y="1213597"/>
                  </a:cubicBezTo>
                  <a:cubicBezTo>
                    <a:pt x="1709290" y="1205977"/>
                    <a:pt x="1709290" y="1198357"/>
                    <a:pt x="1709290" y="1190737"/>
                  </a:cubicBezTo>
                  <a:cubicBezTo>
                    <a:pt x="1706432" y="1184069"/>
                    <a:pt x="1696907" y="1171687"/>
                    <a:pt x="1691192" y="1167877"/>
                  </a:cubicBezTo>
                  <a:cubicBezTo>
                    <a:pt x="1684525" y="1163114"/>
                    <a:pt x="1639757" y="1148827"/>
                    <a:pt x="1637852" y="1145017"/>
                  </a:cubicBezTo>
                  <a:cubicBezTo>
                    <a:pt x="1637852" y="1140254"/>
                    <a:pt x="1637852" y="1134539"/>
                    <a:pt x="1637852" y="1129777"/>
                  </a:cubicBezTo>
                  <a:cubicBezTo>
                    <a:pt x="1644520" y="1125014"/>
                    <a:pt x="1646425" y="1114537"/>
                    <a:pt x="1653092" y="1109774"/>
                  </a:cubicBezTo>
                  <a:cubicBezTo>
                    <a:pt x="1660713" y="1108822"/>
                    <a:pt x="1668332" y="1106917"/>
                    <a:pt x="1675952" y="1105012"/>
                  </a:cubicBezTo>
                  <a:cubicBezTo>
                    <a:pt x="1690240" y="1097392"/>
                    <a:pt x="1688335" y="1071674"/>
                    <a:pt x="1688335" y="1048814"/>
                  </a:cubicBezTo>
                  <a:cubicBezTo>
                    <a:pt x="1682620" y="1039289"/>
                    <a:pt x="1682620" y="1024049"/>
                    <a:pt x="1675952" y="1015477"/>
                  </a:cubicBezTo>
                  <a:cubicBezTo>
                    <a:pt x="1673095" y="1013572"/>
                    <a:pt x="1673095" y="1013572"/>
                    <a:pt x="1668332" y="1012619"/>
                  </a:cubicBezTo>
                  <a:cubicBezTo>
                    <a:pt x="1662617" y="1021192"/>
                    <a:pt x="1654045" y="1021192"/>
                    <a:pt x="1645473" y="1027859"/>
                  </a:cubicBezTo>
                  <a:cubicBezTo>
                    <a:pt x="1636900" y="1038337"/>
                    <a:pt x="1627375" y="1047862"/>
                    <a:pt x="1617850" y="1058339"/>
                  </a:cubicBezTo>
                  <a:cubicBezTo>
                    <a:pt x="1614040" y="1061197"/>
                    <a:pt x="1608325" y="1059292"/>
                    <a:pt x="1605467" y="1063102"/>
                  </a:cubicBezTo>
                  <a:cubicBezTo>
                    <a:pt x="1596895" y="1072627"/>
                    <a:pt x="1594990" y="1082152"/>
                    <a:pt x="1587370" y="1093582"/>
                  </a:cubicBezTo>
                  <a:cubicBezTo>
                    <a:pt x="1575940" y="1102154"/>
                    <a:pt x="1565463" y="1111679"/>
                    <a:pt x="1554032" y="1121204"/>
                  </a:cubicBezTo>
                  <a:cubicBezTo>
                    <a:pt x="1523552" y="1163114"/>
                    <a:pt x="1485452" y="1193594"/>
                    <a:pt x="1450210" y="1230742"/>
                  </a:cubicBezTo>
                  <a:cubicBezTo>
                    <a:pt x="1379725" y="1230742"/>
                    <a:pt x="1353055" y="1166924"/>
                    <a:pt x="1355913" y="1104059"/>
                  </a:cubicBezTo>
                  <a:cubicBezTo>
                    <a:pt x="1367342" y="1101202"/>
                    <a:pt x="1377820" y="1089772"/>
                    <a:pt x="1394013" y="1093582"/>
                  </a:cubicBezTo>
                  <a:cubicBezTo>
                    <a:pt x="1400680" y="1095487"/>
                    <a:pt x="1409252" y="1104059"/>
                    <a:pt x="1419730" y="1101202"/>
                  </a:cubicBezTo>
                  <a:cubicBezTo>
                    <a:pt x="1427350" y="1099297"/>
                    <a:pt x="1429255" y="1089772"/>
                    <a:pt x="1434970" y="1085962"/>
                  </a:cubicBezTo>
                  <a:cubicBezTo>
                    <a:pt x="1445448" y="1078342"/>
                    <a:pt x="1457830" y="1078342"/>
                    <a:pt x="1470213" y="1070722"/>
                  </a:cubicBezTo>
                  <a:cubicBezTo>
                    <a:pt x="1476880" y="1065959"/>
                    <a:pt x="1483548" y="1057387"/>
                    <a:pt x="1490215" y="1052624"/>
                  </a:cubicBezTo>
                  <a:cubicBezTo>
                    <a:pt x="1501645" y="1045957"/>
                    <a:pt x="1514027" y="1044052"/>
                    <a:pt x="1525457" y="1037384"/>
                  </a:cubicBezTo>
                  <a:cubicBezTo>
                    <a:pt x="1554985" y="1020239"/>
                    <a:pt x="1584513" y="998332"/>
                    <a:pt x="1612135" y="979282"/>
                  </a:cubicBezTo>
                  <a:cubicBezTo>
                    <a:pt x="1634995" y="963089"/>
                    <a:pt x="1673095" y="955469"/>
                    <a:pt x="1677857" y="921179"/>
                  </a:cubicBezTo>
                  <a:cubicBezTo>
                    <a:pt x="1663570" y="917369"/>
                    <a:pt x="1652140" y="911654"/>
                    <a:pt x="1650235" y="893557"/>
                  </a:cubicBezTo>
                  <a:cubicBezTo>
                    <a:pt x="1654998" y="889747"/>
                    <a:pt x="1682620" y="820214"/>
                    <a:pt x="1683573" y="812594"/>
                  </a:cubicBezTo>
                  <a:cubicBezTo>
                    <a:pt x="1676905" y="808784"/>
                    <a:pt x="1673095" y="807832"/>
                    <a:pt x="1660713" y="807832"/>
                  </a:cubicBezTo>
                  <a:cubicBezTo>
                    <a:pt x="1653092" y="812594"/>
                    <a:pt x="1635948" y="816404"/>
                    <a:pt x="1627375" y="818309"/>
                  </a:cubicBezTo>
                  <a:cubicBezTo>
                    <a:pt x="1627375" y="839264"/>
                    <a:pt x="1627375" y="860219"/>
                    <a:pt x="1627375" y="881174"/>
                  </a:cubicBezTo>
                  <a:lnTo>
                    <a:pt x="1627375" y="882127"/>
                  </a:lnTo>
                  <a:cubicBezTo>
                    <a:pt x="1627375" y="886889"/>
                    <a:pt x="1628327" y="890699"/>
                    <a:pt x="1624517" y="897367"/>
                  </a:cubicBezTo>
                  <a:cubicBezTo>
                    <a:pt x="1607373" y="924989"/>
                    <a:pt x="1568320" y="994522"/>
                    <a:pt x="1546413" y="999284"/>
                  </a:cubicBezTo>
                  <a:cubicBezTo>
                    <a:pt x="1540698" y="983092"/>
                    <a:pt x="1523552" y="979282"/>
                    <a:pt x="1515932" y="965947"/>
                  </a:cubicBezTo>
                  <a:cubicBezTo>
                    <a:pt x="1511170" y="957374"/>
                    <a:pt x="1512123" y="947849"/>
                    <a:pt x="1508313" y="938324"/>
                  </a:cubicBezTo>
                  <a:cubicBezTo>
                    <a:pt x="1505455" y="930704"/>
                    <a:pt x="1495930" y="920227"/>
                    <a:pt x="1493073" y="912607"/>
                  </a:cubicBezTo>
                  <a:cubicBezTo>
                    <a:pt x="1476880" y="863077"/>
                    <a:pt x="1495930" y="786877"/>
                    <a:pt x="1505455" y="744967"/>
                  </a:cubicBezTo>
                  <a:cubicBezTo>
                    <a:pt x="1509265" y="726869"/>
                    <a:pt x="1501645" y="704962"/>
                    <a:pt x="1502598" y="686864"/>
                  </a:cubicBezTo>
                  <a:cubicBezTo>
                    <a:pt x="1507360" y="684959"/>
                    <a:pt x="1507360" y="684007"/>
                    <a:pt x="1513075" y="682102"/>
                  </a:cubicBezTo>
                  <a:cubicBezTo>
                    <a:pt x="1516885" y="679244"/>
                    <a:pt x="1517838" y="680197"/>
                    <a:pt x="1523552" y="679244"/>
                  </a:cubicBezTo>
                  <a:cubicBezTo>
                    <a:pt x="1529267" y="684007"/>
                    <a:pt x="1536888" y="684959"/>
                    <a:pt x="1543555" y="689722"/>
                  </a:cubicBezTo>
                  <a:cubicBezTo>
                    <a:pt x="1553080" y="697342"/>
                    <a:pt x="1570225" y="731632"/>
                    <a:pt x="1584513" y="723059"/>
                  </a:cubicBezTo>
                  <a:cubicBezTo>
                    <a:pt x="1616898" y="704962"/>
                    <a:pt x="1650235" y="686864"/>
                    <a:pt x="1680715" y="664957"/>
                  </a:cubicBezTo>
                  <a:cubicBezTo>
                    <a:pt x="1695002" y="654479"/>
                    <a:pt x="1708338" y="636382"/>
                    <a:pt x="1723577" y="626857"/>
                  </a:cubicBezTo>
                  <a:cubicBezTo>
                    <a:pt x="1735960" y="625904"/>
                    <a:pt x="1749295" y="623999"/>
                    <a:pt x="1761677" y="622094"/>
                  </a:cubicBezTo>
                  <a:cubicBezTo>
                    <a:pt x="1765488" y="615427"/>
                    <a:pt x="1770250" y="609712"/>
                    <a:pt x="1774060" y="603997"/>
                  </a:cubicBezTo>
                  <a:cubicBezTo>
                    <a:pt x="1786442" y="594472"/>
                    <a:pt x="1807398" y="585899"/>
                    <a:pt x="1822638" y="581137"/>
                  </a:cubicBezTo>
                  <a:cubicBezTo>
                    <a:pt x="1830020" y="578756"/>
                    <a:pt x="1840735" y="577684"/>
                    <a:pt x="1852924" y="577625"/>
                  </a:cubicBezTo>
                  <a:close/>
                  <a:moveTo>
                    <a:pt x="3579047" y="530654"/>
                  </a:moveTo>
                  <a:cubicBezTo>
                    <a:pt x="3588572" y="530654"/>
                    <a:pt x="3600002" y="529701"/>
                    <a:pt x="3604764" y="533511"/>
                  </a:cubicBezTo>
                  <a:cubicBezTo>
                    <a:pt x="3624767" y="540179"/>
                    <a:pt x="3686680" y="615426"/>
                    <a:pt x="3680964" y="644954"/>
                  </a:cubicBezTo>
                  <a:cubicBezTo>
                    <a:pt x="3674297" y="679244"/>
                    <a:pt x="3662867" y="698294"/>
                    <a:pt x="3642864" y="718296"/>
                  </a:cubicBezTo>
                  <a:cubicBezTo>
                    <a:pt x="3631434" y="719249"/>
                    <a:pt x="3625719" y="720201"/>
                    <a:pt x="3615242" y="718296"/>
                  </a:cubicBezTo>
                  <a:cubicBezTo>
                    <a:pt x="3610480" y="702104"/>
                    <a:pt x="3594287" y="684959"/>
                    <a:pt x="3587619" y="669719"/>
                  </a:cubicBezTo>
                  <a:cubicBezTo>
                    <a:pt x="3587619" y="652574"/>
                    <a:pt x="3587619" y="635429"/>
                    <a:pt x="3586667" y="619236"/>
                  </a:cubicBezTo>
                  <a:cubicBezTo>
                    <a:pt x="3584762" y="601139"/>
                    <a:pt x="3575237" y="547799"/>
                    <a:pt x="3579047" y="530654"/>
                  </a:cubicBezTo>
                  <a:close/>
                  <a:moveTo>
                    <a:pt x="1938842" y="307769"/>
                  </a:moveTo>
                  <a:cubicBezTo>
                    <a:pt x="1949319" y="307769"/>
                    <a:pt x="1958844" y="307769"/>
                    <a:pt x="1969322" y="307769"/>
                  </a:cubicBezTo>
                  <a:cubicBezTo>
                    <a:pt x="1975989" y="307769"/>
                    <a:pt x="1978847" y="319199"/>
                    <a:pt x="1979799" y="333486"/>
                  </a:cubicBezTo>
                  <a:cubicBezTo>
                    <a:pt x="1968369" y="344916"/>
                    <a:pt x="1957892" y="357299"/>
                    <a:pt x="1946462" y="368729"/>
                  </a:cubicBezTo>
                  <a:cubicBezTo>
                    <a:pt x="1935032" y="369681"/>
                    <a:pt x="1924554" y="371586"/>
                    <a:pt x="1913124" y="373491"/>
                  </a:cubicBezTo>
                  <a:cubicBezTo>
                    <a:pt x="1884549" y="384921"/>
                    <a:pt x="1856926" y="411591"/>
                    <a:pt x="1832162" y="429689"/>
                  </a:cubicBezTo>
                  <a:cubicBezTo>
                    <a:pt x="1795967" y="457311"/>
                    <a:pt x="1751199" y="532559"/>
                    <a:pt x="1708337" y="546846"/>
                  </a:cubicBezTo>
                  <a:cubicBezTo>
                    <a:pt x="1693097" y="552561"/>
                    <a:pt x="1648329" y="562086"/>
                    <a:pt x="1629279" y="557324"/>
                  </a:cubicBezTo>
                  <a:cubicBezTo>
                    <a:pt x="1599751" y="550656"/>
                    <a:pt x="1529267" y="524939"/>
                    <a:pt x="1519742" y="498269"/>
                  </a:cubicBezTo>
                  <a:cubicBezTo>
                    <a:pt x="1508312" y="483981"/>
                    <a:pt x="1518789" y="464931"/>
                    <a:pt x="1524504" y="452549"/>
                  </a:cubicBezTo>
                  <a:cubicBezTo>
                    <a:pt x="1604514" y="419211"/>
                    <a:pt x="1692144" y="383016"/>
                    <a:pt x="1775964" y="351584"/>
                  </a:cubicBezTo>
                  <a:cubicBezTo>
                    <a:pt x="1783584" y="350631"/>
                    <a:pt x="1791204" y="349679"/>
                    <a:pt x="1798824" y="348726"/>
                  </a:cubicBezTo>
                  <a:cubicBezTo>
                    <a:pt x="1826447" y="340154"/>
                    <a:pt x="1856926" y="326819"/>
                    <a:pt x="1885501" y="318246"/>
                  </a:cubicBezTo>
                  <a:cubicBezTo>
                    <a:pt x="1901694" y="313484"/>
                    <a:pt x="1925507" y="316341"/>
                    <a:pt x="1938842" y="307769"/>
                  </a:cubicBezTo>
                  <a:close/>
                  <a:moveTo>
                    <a:pt x="667255" y="301102"/>
                  </a:moveTo>
                  <a:cubicBezTo>
                    <a:pt x="688210" y="308722"/>
                    <a:pt x="700592" y="334439"/>
                    <a:pt x="717738" y="346822"/>
                  </a:cubicBezTo>
                  <a:cubicBezTo>
                    <a:pt x="788222" y="399209"/>
                    <a:pt x="797747" y="484934"/>
                    <a:pt x="819655" y="587804"/>
                  </a:cubicBezTo>
                  <a:cubicBezTo>
                    <a:pt x="829180" y="593519"/>
                    <a:pt x="830132" y="599234"/>
                    <a:pt x="845372" y="600187"/>
                  </a:cubicBezTo>
                  <a:cubicBezTo>
                    <a:pt x="855850" y="588757"/>
                    <a:pt x="865375" y="578279"/>
                    <a:pt x="875852" y="566849"/>
                  </a:cubicBezTo>
                  <a:cubicBezTo>
                    <a:pt x="888235" y="558277"/>
                    <a:pt x="915857" y="549704"/>
                    <a:pt x="921572" y="536369"/>
                  </a:cubicBezTo>
                  <a:cubicBezTo>
                    <a:pt x="921572" y="515414"/>
                    <a:pt x="921572" y="495412"/>
                    <a:pt x="921572" y="474457"/>
                  </a:cubicBezTo>
                  <a:cubicBezTo>
                    <a:pt x="921572" y="471599"/>
                    <a:pt x="920620" y="469694"/>
                    <a:pt x="921572" y="467789"/>
                  </a:cubicBezTo>
                  <a:cubicBezTo>
                    <a:pt x="922525" y="465884"/>
                    <a:pt x="925382" y="464932"/>
                    <a:pt x="927288" y="463027"/>
                  </a:cubicBezTo>
                  <a:cubicBezTo>
                    <a:pt x="933002" y="458264"/>
                    <a:pt x="936813" y="453502"/>
                    <a:pt x="949195" y="452549"/>
                  </a:cubicBezTo>
                  <a:cubicBezTo>
                    <a:pt x="953957" y="457312"/>
                    <a:pt x="956815" y="456359"/>
                    <a:pt x="959672" y="463027"/>
                  </a:cubicBezTo>
                  <a:cubicBezTo>
                    <a:pt x="962530" y="467789"/>
                    <a:pt x="959672" y="474457"/>
                    <a:pt x="962530" y="481124"/>
                  </a:cubicBezTo>
                  <a:cubicBezTo>
                    <a:pt x="965388" y="488744"/>
                    <a:pt x="981580" y="502079"/>
                    <a:pt x="988247" y="506842"/>
                  </a:cubicBezTo>
                  <a:cubicBezTo>
                    <a:pt x="996820" y="512557"/>
                    <a:pt x="1059685" y="533512"/>
                    <a:pt x="1061590" y="537322"/>
                  </a:cubicBezTo>
                  <a:cubicBezTo>
                    <a:pt x="1061590" y="543989"/>
                    <a:pt x="1061590" y="550657"/>
                    <a:pt x="1061590" y="557324"/>
                  </a:cubicBezTo>
                  <a:cubicBezTo>
                    <a:pt x="1055875" y="566849"/>
                    <a:pt x="1060638" y="587804"/>
                    <a:pt x="1056827" y="598282"/>
                  </a:cubicBezTo>
                  <a:cubicBezTo>
                    <a:pt x="1047302" y="623999"/>
                    <a:pt x="1025395" y="653527"/>
                    <a:pt x="1003488" y="666862"/>
                  </a:cubicBezTo>
                  <a:cubicBezTo>
                    <a:pt x="985390" y="679244"/>
                    <a:pt x="957767" y="686864"/>
                    <a:pt x="934907" y="692579"/>
                  </a:cubicBezTo>
                  <a:cubicBezTo>
                    <a:pt x="898713" y="702104"/>
                    <a:pt x="849182" y="681149"/>
                    <a:pt x="846325" y="723059"/>
                  </a:cubicBezTo>
                  <a:cubicBezTo>
                    <a:pt x="860613" y="741157"/>
                    <a:pt x="850135" y="774494"/>
                    <a:pt x="849182" y="802117"/>
                  </a:cubicBezTo>
                  <a:cubicBezTo>
                    <a:pt x="809177" y="821167"/>
                    <a:pt x="810130" y="838312"/>
                    <a:pt x="783460" y="865934"/>
                  </a:cubicBezTo>
                  <a:cubicBezTo>
                    <a:pt x="785365" y="869744"/>
                    <a:pt x="784413" y="867839"/>
                    <a:pt x="786317" y="870697"/>
                  </a:cubicBezTo>
                  <a:cubicBezTo>
                    <a:pt x="815845" y="891652"/>
                    <a:pt x="854897" y="876412"/>
                    <a:pt x="882520" y="867839"/>
                  </a:cubicBezTo>
                  <a:cubicBezTo>
                    <a:pt x="909190" y="858314"/>
                    <a:pt x="934907" y="848789"/>
                    <a:pt x="958720" y="842122"/>
                  </a:cubicBezTo>
                  <a:cubicBezTo>
                    <a:pt x="967292" y="841169"/>
                    <a:pt x="975865" y="840217"/>
                    <a:pt x="984438" y="839264"/>
                  </a:cubicBezTo>
                  <a:cubicBezTo>
                    <a:pt x="1016822" y="826882"/>
                    <a:pt x="1044445" y="812594"/>
                    <a:pt x="1088260" y="808784"/>
                  </a:cubicBezTo>
                  <a:cubicBezTo>
                    <a:pt x="1093975" y="818309"/>
                    <a:pt x="1095880" y="825929"/>
                    <a:pt x="1095880" y="844027"/>
                  </a:cubicBezTo>
                  <a:cubicBezTo>
                    <a:pt x="1079688" y="859267"/>
                    <a:pt x="1078735" y="886889"/>
                    <a:pt x="1065400" y="900224"/>
                  </a:cubicBezTo>
                  <a:cubicBezTo>
                    <a:pt x="1055875" y="910702"/>
                    <a:pt x="1022538" y="927847"/>
                    <a:pt x="1009202" y="933562"/>
                  </a:cubicBezTo>
                  <a:cubicBezTo>
                    <a:pt x="972055" y="944039"/>
                    <a:pt x="934907" y="953564"/>
                    <a:pt x="897760" y="964042"/>
                  </a:cubicBezTo>
                  <a:cubicBezTo>
                    <a:pt x="885377" y="964042"/>
                    <a:pt x="872042" y="964042"/>
                    <a:pt x="859660" y="964042"/>
                  </a:cubicBezTo>
                  <a:cubicBezTo>
                    <a:pt x="852040" y="967852"/>
                    <a:pt x="841563" y="984997"/>
                    <a:pt x="829180" y="989759"/>
                  </a:cubicBezTo>
                  <a:cubicBezTo>
                    <a:pt x="790127" y="1006904"/>
                    <a:pt x="740597" y="997379"/>
                    <a:pt x="710117" y="977377"/>
                  </a:cubicBezTo>
                  <a:cubicBezTo>
                    <a:pt x="682495" y="960232"/>
                    <a:pt x="650110" y="864982"/>
                    <a:pt x="638680" y="827834"/>
                  </a:cubicBezTo>
                  <a:cubicBezTo>
                    <a:pt x="632013" y="807832"/>
                    <a:pt x="636775" y="791639"/>
                    <a:pt x="631060" y="769732"/>
                  </a:cubicBezTo>
                  <a:cubicBezTo>
                    <a:pt x="617725" y="723059"/>
                    <a:pt x="604390" y="658289"/>
                    <a:pt x="592960" y="607807"/>
                  </a:cubicBezTo>
                  <a:cubicBezTo>
                    <a:pt x="591055" y="597329"/>
                    <a:pt x="605342" y="532559"/>
                    <a:pt x="608200" y="521129"/>
                  </a:cubicBezTo>
                  <a:cubicBezTo>
                    <a:pt x="621535" y="471599"/>
                    <a:pt x="631060" y="423022"/>
                    <a:pt x="643442" y="376349"/>
                  </a:cubicBezTo>
                  <a:cubicBezTo>
                    <a:pt x="645347" y="371587"/>
                    <a:pt x="643442" y="367777"/>
                    <a:pt x="644395" y="363014"/>
                  </a:cubicBezTo>
                  <a:cubicBezTo>
                    <a:pt x="650110" y="342059"/>
                    <a:pt x="659635" y="321104"/>
                    <a:pt x="667255" y="301102"/>
                  </a:cubicBezTo>
                  <a:close/>
                  <a:moveTo>
                    <a:pt x="4077204" y="290624"/>
                  </a:moveTo>
                  <a:cubicBezTo>
                    <a:pt x="4050534" y="324914"/>
                    <a:pt x="3998146" y="365871"/>
                    <a:pt x="3993384" y="420164"/>
                  </a:cubicBezTo>
                  <a:cubicBezTo>
                    <a:pt x="4000052" y="424926"/>
                    <a:pt x="4019102" y="453501"/>
                    <a:pt x="4026721" y="445881"/>
                  </a:cubicBezTo>
                  <a:cubicBezTo>
                    <a:pt x="4045771" y="430641"/>
                    <a:pt x="4034342" y="397304"/>
                    <a:pt x="4049582" y="384921"/>
                  </a:cubicBezTo>
                  <a:cubicBezTo>
                    <a:pt x="4056249" y="379206"/>
                    <a:pt x="4061012" y="380159"/>
                    <a:pt x="4069584" y="382064"/>
                  </a:cubicBezTo>
                  <a:cubicBezTo>
                    <a:pt x="4081967" y="410639"/>
                    <a:pt x="4084824" y="439214"/>
                    <a:pt x="4092444" y="476361"/>
                  </a:cubicBezTo>
                  <a:cubicBezTo>
                    <a:pt x="4096254" y="478266"/>
                    <a:pt x="4098159" y="478266"/>
                    <a:pt x="4104827" y="479219"/>
                  </a:cubicBezTo>
                  <a:cubicBezTo>
                    <a:pt x="4113399" y="464931"/>
                    <a:pt x="4121019" y="449691"/>
                    <a:pt x="4130544" y="436356"/>
                  </a:cubicBezTo>
                  <a:cubicBezTo>
                    <a:pt x="4157214" y="400161"/>
                    <a:pt x="4204839" y="379206"/>
                    <a:pt x="4206744" y="318246"/>
                  </a:cubicBezTo>
                  <a:cubicBezTo>
                    <a:pt x="4161024" y="315389"/>
                    <a:pt x="4125782" y="291576"/>
                    <a:pt x="4077204" y="290624"/>
                  </a:cubicBezTo>
                  <a:close/>
                  <a:moveTo>
                    <a:pt x="3600002" y="256334"/>
                  </a:moveTo>
                  <a:cubicBezTo>
                    <a:pt x="3628577" y="267764"/>
                    <a:pt x="3640960" y="289672"/>
                    <a:pt x="3663820" y="304912"/>
                  </a:cubicBezTo>
                  <a:cubicBezTo>
                    <a:pt x="3685727" y="319199"/>
                    <a:pt x="3711445" y="325867"/>
                    <a:pt x="3732400" y="340154"/>
                  </a:cubicBezTo>
                  <a:cubicBezTo>
                    <a:pt x="3769547" y="364919"/>
                    <a:pt x="3834317" y="462074"/>
                    <a:pt x="3834317" y="524939"/>
                  </a:cubicBezTo>
                  <a:cubicBezTo>
                    <a:pt x="3812410" y="550657"/>
                    <a:pt x="3793360" y="590662"/>
                    <a:pt x="3747640" y="590662"/>
                  </a:cubicBezTo>
                  <a:cubicBezTo>
                    <a:pt x="3732400" y="542084"/>
                    <a:pt x="3725732" y="465884"/>
                    <a:pt x="3699062" y="428737"/>
                  </a:cubicBezTo>
                  <a:cubicBezTo>
                    <a:pt x="3691442" y="417307"/>
                    <a:pt x="3676202" y="408734"/>
                    <a:pt x="3668582" y="398257"/>
                  </a:cubicBezTo>
                  <a:cubicBezTo>
                    <a:pt x="3651437" y="374444"/>
                    <a:pt x="3633340" y="353489"/>
                    <a:pt x="3615242" y="330629"/>
                  </a:cubicBezTo>
                  <a:cubicBezTo>
                    <a:pt x="3606670" y="323009"/>
                    <a:pt x="3597145" y="315389"/>
                    <a:pt x="3587620" y="307769"/>
                  </a:cubicBezTo>
                  <a:cubicBezTo>
                    <a:pt x="3587620" y="293482"/>
                    <a:pt x="3587620" y="280147"/>
                    <a:pt x="3587620" y="266812"/>
                  </a:cubicBezTo>
                  <a:cubicBezTo>
                    <a:pt x="3587620" y="263954"/>
                    <a:pt x="3596192" y="255382"/>
                    <a:pt x="3600002" y="256334"/>
                  </a:cubicBezTo>
                  <a:close/>
                  <a:moveTo>
                    <a:pt x="189099" y="169656"/>
                  </a:moveTo>
                  <a:cubicBezTo>
                    <a:pt x="218627" y="175371"/>
                    <a:pt x="218627" y="196326"/>
                    <a:pt x="239582" y="207756"/>
                  </a:cubicBezTo>
                  <a:cubicBezTo>
                    <a:pt x="293874" y="235379"/>
                    <a:pt x="393887" y="283956"/>
                    <a:pt x="416747" y="339201"/>
                  </a:cubicBezTo>
                  <a:cubicBezTo>
                    <a:pt x="424367" y="357299"/>
                    <a:pt x="414842" y="385874"/>
                    <a:pt x="419604" y="407781"/>
                  </a:cubicBezTo>
                  <a:cubicBezTo>
                    <a:pt x="425319" y="434451"/>
                    <a:pt x="424367" y="472551"/>
                    <a:pt x="424367" y="506841"/>
                  </a:cubicBezTo>
                  <a:cubicBezTo>
                    <a:pt x="424367" y="522081"/>
                    <a:pt x="426272" y="537321"/>
                    <a:pt x="429129" y="550656"/>
                  </a:cubicBezTo>
                  <a:cubicBezTo>
                    <a:pt x="428177" y="577326"/>
                    <a:pt x="427224" y="603044"/>
                    <a:pt x="426272" y="629714"/>
                  </a:cubicBezTo>
                  <a:cubicBezTo>
                    <a:pt x="426272" y="694484"/>
                    <a:pt x="428177" y="764969"/>
                    <a:pt x="415794" y="822119"/>
                  </a:cubicBezTo>
                  <a:cubicBezTo>
                    <a:pt x="414842" y="844026"/>
                    <a:pt x="413889" y="864981"/>
                    <a:pt x="412937" y="885936"/>
                  </a:cubicBezTo>
                  <a:cubicBezTo>
                    <a:pt x="398649" y="946896"/>
                    <a:pt x="393887" y="1006904"/>
                    <a:pt x="371979" y="1058339"/>
                  </a:cubicBezTo>
                  <a:cubicBezTo>
                    <a:pt x="363407" y="1078341"/>
                    <a:pt x="353882" y="1111679"/>
                    <a:pt x="333879" y="1119299"/>
                  </a:cubicBezTo>
                  <a:cubicBezTo>
                    <a:pt x="328164" y="1123109"/>
                    <a:pt x="312924" y="1122156"/>
                    <a:pt x="303399" y="1122156"/>
                  </a:cubicBezTo>
                  <a:cubicBezTo>
                    <a:pt x="286254" y="1095486"/>
                    <a:pt x="290064" y="1064054"/>
                    <a:pt x="291017" y="1020239"/>
                  </a:cubicBezTo>
                  <a:cubicBezTo>
                    <a:pt x="296732" y="1012619"/>
                    <a:pt x="292922" y="993569"/>
                    <a:pt x="291017" y="984996"/>
                  </a:cubicBezTo>
                  <a:cubicBezTo>
                    <a:pt x="289112" y="983091"/>
                    <a:pt x="286254" y="984044"/>
                    <a:pt x="283397" y="984996"/>
                  </a:cubicBezTo>
                  <a:cubicBezTo>
                    <a:pt x="263394" y="1005951"/>
                    <a:pt x="240534" y="1024049"/>
                    <a:pt x="217674" y="1041194"/>
                  </a:cubicBezTo>
                  <a:cubicBezTo>
                    <a:pt x="213864" y="1045956"/>
                    <a:pt x="209102" y="1051671"/>
                    <a:pt x="205292" y="1056434"/>
                  </a:cubicBezTo>
                  <a:cubicBezTo>
                    <a:pt x="181479" y="1072626"/>
                    <a:pt x="156714" y="1083104"/>
                    <a:pt x="133854" y="1099296"/>
                  </a:cubicBezTo>
                  <a:cubicBezTo>
                    <a:pt x="118614" y="1110726"/>
                    <a:pt x="93849" y="1145969"/>
                    <a:pt x="80514" y="1152636"/>
                  </a:cubicBezTo>
                  <a:cubicBezTo>
                    <a:pt x="73847" y="1154541"/>
                    <a:pt x="39557" y="1154541"/>
                    <a:pt x="35747" y="1152636"/>
                  </a:cubicBezTo>
                  <a:cubicBezTo>
                    <a:pt x="35747" y="1152636"/>
                    <a:pt x="32889" y="1150731"/>
                    <a:pt x="31937" y="1149779"/>
                  </a:cubicBezTo>
                  <a:cubicBezTo>
                    <a:pt x="-6163" y="1136444"/>
                    <a:pt x="-448" y="1055481"/>
                    <a:pt x="1457" y="1013571"/>
                  </a:cubicBezTo>
                  <a:cubicBezTo>
                    <a:pt x="1457" y="1012619"/>
                    <a:pt x="2409" y="1005951"/>
                    <a:pt x="3362" y="1004046"/>
                  </a:cubicBezTo>
                  <a:cubicBezTo>
                    <a:pt x="5267" y="1001189"/>
                    <a:pt x="7172" y="1000236"/>
                    <a:pt x="9077" y="998331"/>
                  </a:cubicBezTo>
                  <a:cubicBezTo>
                    <a:pt x="66227" y="960231"/>
                    <a:pt x="79562" y="886889"/>
                    <a:pt x="101469" y="814499"/>
                  </a:cubicBezTo>
                  <a:cubicBezTo>
                    <a:pt x="107184" y="796401"/>
                    <a:pt x="126234" y="779256"/>
                    <a:pt x="119567" y="750681"/>
                  </a:cubicBezTo>
                  <a:cubicBezTo>
                    <a:pt x="115757" y="732584"/>
                    <a:pt x="110994" y="710676"/>
                    <a:pt x="107184" y="694484"/>
                  </a:cubicBezTo>
                  <a:cubicBezTo>
                    <a:pt x="107184" y="687816"/>
                    <a:pt x="107184" y="681149"/>
                    <a:pt x="107184" y="674481"/>
                  </a:cubicBezTo>
                  <a:cubicBezTo>
                    <a:pt x="101469" y="656384"/>
                    <a:pt x="83372" y="645906"/>
                    <a:pt x="79562" y="623999"/>
                  </a:cubicBezTo>
                  <a:cubicBezTo>
                    <a:pt x="78609" y="621141"/>
                    <a:pt x="89087" y="612569"/>
                    <a:pt x="94802" y="611616"/>
                  </a:cubicBezTo>
                  <a:cubicBezTo>
                    <a:pt x="122424" y="611616"/>
                    <a:pt x="128139" y="625904"/>
                    <a:pt x="145284" y="631619"/>
                  </a:cubicBezTo>
                  <a:cubicBezTo>
                    <a:pt x="161477" y="637334"/>
                    <a:pt x="175764" y="630666"/>
                    <a:pt x="191004" y="636381"/>
                  </a:cubicBezTo>
                  <a:cubicBezTo>
                    <a:pt x="204339" y="641144"/>
                    <a:pt x="211007" y="652574"/>
                    <a:pt x="221484" y="659241"/>
                  </a:cubicBezTo>
                  <a:cubicBezTo>
                    <a:pt x="232914" y="660194"/>
                    <a:pt x="243392" y="662099"/>
                    <a:pt x="254822" y="664004"/>
                  </a:cubicBezTo>
                  <a:cubicBezTo>
                    <a:pt x="269109" y="670671"/>
                    <a:pt x="278634" y="684006"/>
                    <a:pt x="292922" y="689721"/>
                  </a:cubicBezTo>
                  <a:cubicBezTo>
                    <a:pt x="293874" y="670671"/>
                    <a:pt x="295779" y="650669"/>
                    <a:pt x="297684" y="631619"/>
                  </a:cubicBezTo>
                  <a:cubicBezTo>
                    <a:pt x="297684" y="614474"/>
                    <a:pt x="297684" y="598281"/>
                    <a:pt x="297684" y="581136"/>
                  </a:cubicBezTo>
                  <a:cubicBezTo>
                    <a:pt x="309114" y="530654"/>
                    <a:pt x="308162" y="416354"/>
                    <a:pt x="292922" y="370634"/>
                  </a:cubicBezTo>
                  <a:cubicBezTo>
                    <a:pt x="283397" y="342059"/>
                    <a:pt x="255774" y="323961"/>
                    <a:pt x="239582" y="302054"/>
                  </a:cubicBezTo>
                  <a:cubicBezTo>
                    <a:pt x="229104" y="288719"/>
                    <a:pt x="222437" y="272526"/>
                    <a:pt x="211959" y="259191"/>
                  </a:cubicBezTo>
                  <a:cubicBezTo>
                    <a:pt x="193862" y="236331"/>
                    <a:pt x="168144" y="222996"/>
                    <a:pt x="169097" y="187754"/>
                  </a:cubicBezTo>
                  <a:cubicBezTo>
                    <a:pt x="169097" y="182991"/>
                    <a:pt x="182432" y="168704"/>
                    <a:pt x="189099" y="169656"/>
                  </a:cubicBezTo>
                  <a:close/>
                  <a:moveTo>
                    <a:pt x="2741800" y="161084"/>
                  </a:moveTo>
                  <a:cubicBezTo>
                    <a:pt x="2758945" y="173466"/>
                    <a:pt x="2781805" y="164894"/>
                    <a:pt x="2802760" y="173466"/>
                  </a:cubicBezTo>
                  <a:cubicBezTo>
                    <a:pt x="2816095" y="179181"/>
                    <a:pt x="2824667" y="193469"/>
                    <a:pt x="2836097" y="201089"/>
                  </a:cubicBezTo>
                  <a:cubicBezTo>
                    <a:pt x="2858005" y="215376"/>
                    <a:pt x="2886580" y="222044"/>
                    <a:pt x="2899915" y="243951"/>
                  </a:cubicBezTo>
                  <a:cubicBezTo>
                    <a:pt x="2909440" y="260144"/>
                    <a:pt x="2913250" y="292529"/>
                    <a:pt x="2904677" y="312531"/>
                  </a:cubicBezTo>
                  <a:cubicBezTo>
                    <a:pt x="2902772" y="317294"/>
                    <a:pt x="2894200" y="323009"/>
                    <a:pt x="2892295" y="327771"/>
                  </a:cubicBezTo>
                  <a:cubicBezTo>
                    <a:pt x="2892295" y="349679"/>
                    <a:pt x="2892295" y="371586"/>
                    <a:pt x="2892295" y="393494"/>
                  </a:cubicBezTo>
                  <a:cubicBezTo>
                    <a:pt x="2892295" y="448739"/>
                    <a:pt x="2885627" y="515414"/>
                    <a:pt x="2895152" y="565896"/>
                  </a:cubicBezTo>
                  <a:cubicBezTo>
                    <a:pt x="2896105" y="565896"/>
                    <a:pt x="2898010" y="565896"/>
                    <a:pt x="2899915" y="565896"/>
                  </a:cubicBezTo>
                  <a:cubicBezTo>
                    <a:pt x="2923727" y="548751"/>
                    <a:pt x="2948492" y="537321"/>
                    <a:pt x="2971352" y="520176"/>
                  </a:cubicBezTo>
                  <a:cubicBezTo>
                    <a:pt x="3020882" y="482076"/>
                    <a:pt x="3028502" y="412544"/>
                    <a:pt x="3123752" y="433499"/>
                  </a:cubicBezTo>
                  <a:cubicBezTo>
                    <a:pt x="3128515" y="435404"/>
                    <a:pt x="3138992" y="463026"/>
                    <a:pt x="3131372" y="468741"/>
                  </a:cubicBezTo>
                  <a:cubicBezTo>
                    <a:pt x="3120895" y="476361"/>
                    <a:pt x="3120895" y="485886"/>
                    <a:pt x="3113275" y="496364"/>
                  </a:cubicBezTo>
                  <a:cubicBezTo>
                    <a:pt x="3102797" y="511604"/>
                    <a:pt x="3081842" y="531606"/>
                    <a:pt x="3068507" y="544941"/>
                  </a:cubicBezTo>
                  <a:cubicBezTo>
                    <a:pt x="3041837" y="564944"/>
                    <a:pt x="3014215" y="583041"/>
                    <a:pt x="2987545" y="603044"/>
                  </a:cubicBezTo>
                  <a:cubicBezTo>
                    <a:pt x="2974210" y="612569"/>
                    <a:pt x="2962780" y="628761"/>
                    <a:pt x="2949445" y="638286"/>
                  </a:cubicBezTo>
                  <a:cubicBezTo>
                    <a:pt x="2936110" y="647811"/>
                    <a:pt x="2898962" y="667814"/>
                    <a:pt x="2891342" y="681149"/>
                  </a:cubicBezTo>
                  <a:cubicBezTo>
                    <a:pt x="2888485" y="699246"/>
                    <a:pt x="2886580" y="716391"/>
                    <a:pt x="2883722" y="734489"/>
                  </a:cubicBezTo>
                  <a:cubicBezTo>
                    <a:pt x="2871340" y="779256"/>
                    <a:pt x="2864672" y="831644"/>
                    <a:pt x="2845622" y="873554"/>
                  </a:cubicBezTo>
                  <a:cubicBezTo>
                    <a:pt x="2829430" y="908796"/>
                    <a:pt x="2795140" y="929751"/>
                    <a:pt x="2766565" y="952611"/>
                  </a:cubicBezTo>
                  <a:cubicBezTo>
                    <a:pt x="2691317" y="1014524"/>
                    <a:pt x="2607497" y="1073579"/>
                    <a:pt x="2472242" y="1074531"/>
                  </a:cubicBezTo>
                  <a:cubicBezTo>
                    <a:pt x="2472242" y="1073579"/>
                    <a:pt x="2472242" y="1071674"/>
                    <a:pt x="2472242" y="1069769"/>
                  </a:cubicBezTo>
                  <a:cubicBezTo>
                    <a:pt x="2482720" y="1053576"/>
                    <a:pt x="2480815" y="1041194"/>
                    <a:pt x="2497960" y="1028811"/>
                  </a:cubicBezTo>
                  <a:cubicBezTo>
                    <a:pt x="2510342" y="1020239"/>
                    <a:pt x="2526535" y="1008809"/>
                    <a:pt x="2538917" y="1003094"/>
                  </a:cubicBezTo>
                  <a:cubicBezTo>
                    <a:pt x="2545585" y="1002141"/>
                    <a:pt x="2552252" y="1001189"/>
                    <a:pt x="2558920" y="1000236"/>
                  </a:cubicBezTo>
                  <a:cubicBezTo>
                    <a:pt x="2567492" y="996426"/>
                    <a:pt x="2576065" y="992616"/>
                    <a:pt x="2586542" y="987854"/>
                  </a:cubicBezTo>
                  <a:cubicBezTo>
                    <a:pt x="2596067" y="984044"/>
                    <a:pt x="2604640" y="977376"/>
                    <a:pt x="2612260" y="972614"/>
                  </a:cubicBezTo>
                  <a:cubicBezTo>
                    <a:pt x="2663695" y="939276"/>
                    <a:pt x="2736085" y="853551"/>
                    <a:pt x="2736085" y="769731"/>
                  </a:cubicBezTo>
                  <a:cubicBezTo>
                    <a:pt x="2692270" y="771636"/>
                    <a:pt x="2657980" y="791639"/>
                    <a:pt x="2624642" y="804974"/>
                  </a:cubicBezTo>
                  <a:cubicBezTo>
                    <a:pt x="2617022" y="805926"/>
                    <a:pt x="2609402" y="807831"/>
                    <a:pt x="2601782" y="809736"/>
                  </a:cubicBezTo>
                  <a:cubicBezTo>
                    <a:pt x="2584637" y="820214"/>
                    <a:pt x="2572255" y="839264"/>
                    <a:pt x="2556062" y="850694"/>
                  </a:cubicBezTo>
                  <a:cubicBezTo>
                    <a:pt x="2534155" y="865934"/>
                    <a:pt x="2513200" y="874506"/>
                    <a:pt x="2492245" y="888794"/>
                  </a:cubicBezTo>
                  <a:cubicBezTo>
                    <a:pt x="2444620" y="921179"/>
                    <a:pt x="2391280" y="957374"/>
                    <a:pt x="2316985" y="942134"/>
                  </a:cubicBezTo>
                  <a:cubicBezTo>
                    <a:pt x="2281742" y="887841"/>
                    <a:pt x="2287457" y="871649"/>
                    <a:pt x="2289362" y="792591"/>
                  </a:cubicBezTo>
                  <a:cubicBezTo>
                    <a:pt x="2290315" y="786876"/>
                    <a:pt x="2292220" y="784971"/>
                    <a:pt x="2294125" y="784971"/>
                  </a:cubicBezTo>
                  <a:cubicBezTo>
                    <a:pt x="2296982" y="783066"/>
                    <a:pt x="2300792" y="785924"/>
                    <a:pt x="2304602" y="790686"/>
                  </a:cubicBezTo>
                  <a:cubicBezTo>
                    <a:pt x="2311270" y="802116"/>
                    <a:pt x="2322700" y="815451"/>
                    <a:pt x="2332225" y="824024"/>
                  </a:cubicBezTo>
                  <a:cubicBezTo>
                    <a:pt x="2334130" y="824024"/>
                    <a:pt x="2344607" y="823071"/>
                    <a:pt x="2352227" y="821166"/>
                  </a:cubicBezTo>
                  <a:cubicBezTo>
                    <a:pt x="2365562" y="817356"/>
                    <a:pt x="2381755" y="809736"/>
                    <a:pt x="2395090" y="805926"/>
                  </a:cubicBezTo>
                  <a:cubicBezTo>
                    <a:pt x="2403662" y="804974"/>
                    <a:pt x="2413187" y="804021"/>
                    <a:pt x="2422712" y="803069"/>
                  </a:cubicBezTo>
                  <a:cubicBezTo>
                    <a:pt x="2453192" y="792591"/>
                    <a:pt x="2497960" y="762111"/>
                    <a:pt x="2526535" y="744966"/>
                  </a:cubicBezTo>
                  <a:cubicBezTo>
                    <a:pt x="2544632" y="734489"/>
                    <a:pt x="2565587" y="732584"/>
                    <a:pt x="2587495" y="724964"/>
                  </a:cubicBezTo>
                  <a:cubicBezTo>
                    <a:pt x="2606545" y="718296"/>
                    <a:pt x="2627500" y="706866"/>
                    <a:pt x="2645597" y="699246"/>
                  </a:cubicBezTo>
                  <a:cubicBezTo>
                    <a:pt x="2667505" y="689721"/>
                    <a:pt x="2750372" y="662099"/>
                    <a:pt x="2759897" y="648764"/>
                  </a:cubicBezTo>
                  <a:cubicBezTo>
                    <a:pt x="2776090" y="625904"/>
                    <a:pt x="2765612" y="578279"/>
                    <a:pt x="2772280" y="546846"/>
                  </a:cubicBezTo>
                  <a:cubicBezTo>
                    <a:pt x="2781805" y="504936"/>
                    <a:pt x="2780852" y="390636"/>
                    <a:pt x="2767517" y="354441"/>
                  </a:cubicBezTo>
                  <a:cubicBezTo>
                    <a:pt x="2751325" y="311579"/>
                    <a:pt x="2697032" y="229664"/>
                    <a:pt x="2718940" y="171561"/>
                  </a:cubicBezTo>
                  <a:cubicBezTo>
                    <a:pt x="2726560" y="166799"/>
                    <a:pt x="2730370" y="162989"/>
                    <a:pt x="2741800" y="161084"/>
                  </a:cubicBezTo>
                  <a:close/>
                  <a:moveTo>
                    <a:pt x="4109589" y="20114"/>
                  </a:moveTo>
                  <a:cubicBezTo>
                    <a:pt x="4122924" y="32496"/>
                    <a:pt x="4146737" y="47736"/>
                    <a:pt x="4147689" y="70596"/>
                  </a:cubicBezTo>
                  <a:cubicBezTo>
                    <a:pt x="4156262" y="84884"/>
                    <a:pt x="4141974" y="115364"/>
                    <a:pt x="4137212" y="126794"/>
                  </a:cubicBezTo>
                  <a:cubicBezTo>
                    <a:pt x="4121019" y="166799"/>
                    <a:pt x="4086729" y="195374"/>
                    <a:pt x="4083871" y="243951"/>
                  </a:cubicBezTo>
                  <a:cubicBezTo>
                    <a:pt x="4086729" y="244904"/>
                    <a:pt x="4088634" y="245856"/>
                    <a:pt x="4091492" y="246809"/>
                  </a:cubicBezTo>
                  <a:cubicBezTo>
                    <a:pt x="4106732" y="256334"/>
                    <a:pt x="4143879" y="234426"/>
                    <a:pt x="4157214" y="228711"/>
                  </a:cubicBezTo>
                  <a:cubicBezTo>
                    <a:pt x="4185789" y="216329"/>
                    <a:pt x="4213412" y="213471"/>
                    <a:pt x="4245796" y="202994"/>
                  </a:cubicBezTo>
                  <a:cubicBezTo>
                    <a:pt x="4252464" y="201089"/>
                    <a:pt x="4264846" y="191564"/>
                    <a:pt x="4276277" y="195374"/>
                  </a:cubicBezTo>
                  <a:cubicBezTo>
                    <a:pt x="4282944" y="197279"/>
                    <a:pt x="4288659" y="205851"/>
                    <a:pt x="4296279" y="207756"/>
                  </a:cubicBezTo>
                  <a:cubicBezTo>
                    <a:pt x="4313424" y="212519"/>
                    <a:pt x="4338189" y="204899"/>
                    <a:pt x="4346762" y="218234"/>
                  </a:cubicBezTo>
                  <a:cubicBezTo>
                    <a:pt x="4365812" y="243951"/>
                    <a:pt x="4335332" y="288719"/>
                    <a:pt x="4328664" y="306816"/>
                  </a:cubicBezTo>
                  <a:cubicBezTo>
                    <a:pt x="4303899" y="370634"/>
                    <a:pt x="4250559" y="417306"/>
                    <a:pt x="4211507" y="468741"/>
                  </a:cubicBezTo>
                  <a:cubicBezTo>
                    <a:pt x="4195314" y="489696"/>
                    <a:pt x="4166739" y="489696"/>
                    <a:pt x="4157214" y="521129"/>
                  </a:cubicBezTo>
                  <a:cubicBezTo>
                    <a:pt x="4175312" y="521129"/>
                    <a:pt x="4192457" y="521129"/>
                    <a:pt x="4210554" y="521129"/>
                  </a:cubicBezTo>
                  <a:cubicBezTo>
                    <a:pt x="4221032" y="528749"/>
                    <a:pt x="4239129" y="528749"/>
                    <a:pt x="4251512" y="533511"/>
                  </a:cubicBezTo>
                  <a:cubicBezTo>
                    <a:pt x="4261989" y="623999"/>
                    <a:pt x="4217221" y="652574"/>
                    <a:pt x="4167692" y="688769"/>
                  </a:cubicBezTo>
                  <a:cubicBezTo>
                    <a:pt x="4158167" y="696389"/>
                    <a:pt x="4151499" y="709724"/>
                    <a:pt x="4140069" y="716391"/>
                  </a:cubicBezTo>
                  <a:cubicBezTo>
                    <a:pt x="4121971" y="725916"/>
                    <a:pt x="4101969" y="727821"/>
                    <a:pt x="4083871" y="736394"/>
                  </a:cubicBezTo>
                  <a:cubicBezTo>
                    <a:pt x="4053392" y="749729"/>
                    <a:pt x="4029579" y="776399"/>
                    <a:pt x="3989574" y="779256"/>
                  </a:cubicBezTo>
                  <a:cubicBezTo>
                    <a:pt x="3987669" y="770684"/>
                    <a:pt x="3984812" y="757349"/>
                    <a:pt x="3986717" y="753539"/>
                  </a:cubicBezTo>
                  <a:cubicBezTo>
                    <a:pt x="4001957" y="733536"/>
                    <a:pt x="4024817" y="718296"/>
                    <a:pt x="4044819" y="703056"/>
                  </a:cubicBezTo>
                  <a:cubicBezTo>
                    <a:pt x="4052439" y="697341"/>
                    <a:pt x="4058154" y="684006"/>
                    <a:pt x="4064821" y="675434"/>
                  </a:cubicBezTo>
                  <a:cubicBezTo>
                    <a:pt x="4079109" y="663051"/>
                    <a:pt x="4092444" y="649716"/>
                    <a:pt x="4105779" y="637334"/>
                  </a:cubicBezTo>
                  <a:cubicBezTo>
                    <a:pt x="4108637" y="630666"/>
                    <a:pt x="4110542" y="623999"/>
                    <a:pt x="4113399" y="617331"/>
                  </a:cubicBezTo>
                  <a:cubicBezTo>
                    <a:pt x="4121019" y="605901"/>
                    <a:pt x="4131496" y="599234"/>
                    <a:pt x="4136259" y="583994"/>
                  </a:cubicBezTo>
                  <a:cubicBezTo>
                    <a:pt x="4132449" y="583994"/>
                    <a:pt x="4127687" y="583994"/>
                    <a:pt x="4123877" y="583994"/>
                  </a:cubicBezTo>
                  <a:cubicBezTo>
                    <a:pt x="4110542" y="595424"/>
                    <a:pt x="4096254" y="599234"/>
                    <a:pt x="4081014" y="609711"/>
                  </a:cubicBezTo>
                  <a:cubicBezTo>
                    <a:pt x="4061012" y="622094"/>
                    <a:pt x="4046724" y="645906"/>
                    <a:pt x="4027674" y="660194"/>
                  </a:cubicBezTo>
                  <a:cubicBezTo>
                    <a:pt x="3968619" y="704009"/>
                    <a:pt x="3900039" y="750681"/>
                    <a:pt x="3827649" y="779256"/>
                  </a:cubicBezTo>
                  <a:cubicBezTo>
                    <a:pt x="3774309" y="801164"/>
                    <a:pt x="3712396" y="836406"/>
                    <a:pt x="3635244" y="820214"/>
                  </a:cubicBezTo>
                  <a:cubicBezTo>
                    <a:pt x="3633339" y="815451"/>
                    <a:pt x="3632387" y="809736"/>
                    <a:pt x="3632387" y="802116"/>
                  </a:cubicBezTo>
                  <a:cubicBezTo>
                    <a:pt x="3634292" y="800211"/>
                    <a:pt x="3633339" y="802116"/>
                    <a:pt x="3635244" y="797354"/>
                  </a:cubicBezTo>
                  <a:cubicBezTo>
                    <a:pt x="3697157" y="763064"/>
                    <a:pt x="3755259" y="719249"/>
                    <a:pt x="3815267" y="683054"/>
                  </a:cubicBezTo>
                  <a:cubicBezTo>
                    <a:pt x="3826696" y="679244"/>
                    <a:pt x="3837174" y="676386"/>
                    <a:pt x="3848604" y="672576"/>
                  </a:cubicBezTo>
                  <a:cubicBezTo>
                    <a:pt x="3885752" y="648764"/>
                    <a:pt x="3930519" y="624951"/>
                    <a:pt x="3970524" y="603996"/>
                  </a:cubicBezTo>
                  <a:cubicBezTo>
                    <a:pt x="4000052" y="588756"/>
                    <a:pt x="4032437" y="578279"/>
                    <a:pt x="4059107" y="561134"/>
                  </a:cubicBezTo>
                  <a:cubicBezTo>
                    <a:pt x="4071489" y="552561"/>
                    <a:pt x="4090539" y="552561"/>
                    <a:pt x="4094349" y="535416"/>
                  </a:cubicBezTo>
                  <a:cubicBezTo>
                    <a:pt x="4093396" y="535416"/>
                    <a:pt x="4091492" y="535416"/>
                    <a:pt x="4089587" y="535416"/>
                  </a:cubicBezTo>
                  <a:cubicBezTo>
                    <a:pt x="4068632" y="522081"/>
                    <a:pt x="4023864" y="562086"/>
                    <a:pt x="3993384" y="563039"/>
                  </a:cubicBezTo>
                  <a:cubicBezTo>
                    <a:pt x="3990527" y="556371"/>
                    <a:pt x="3990527" y="546846"/>
                    <a:pt x="3990527" y="537321"/>
                  </a:cubicBezTo>
                  <a:cubicBezTo>
                    <a:pt x="3998146" y="527796"/>
                    <a:pt x="4004814" y="513509"/>
                    <a:pt x="4005767" y="499221"/>
                  </a:cubicBezTo>
                  <a:cubicBezTo>
                    <a:pt x="3981954" y="483981"/>
                    <a:pt x="3981954" y="474456"/>
                    <a:pt x="3941949" y="471599"/>
                  </a:cubicBezTo>
                  <a:cubicBezTo>
                    <a:pt x="3929567" y="508746"/>
                    <a:pt x="3886704" y="520176"/>
                    <a:pt x="3860987" y="544941"/>
                  </a:cubicBezTo>
                  <a:cubicBezTo>
                    <a:pt x="3853367" y="543989"/>
                    <a:pt x="3849557" y="543036"/>
                    <a:pt x="3845746" y="537321"/>
                  </a:cubicBezTo>
                  <a:cubicBezTo>
                    <a:pt x="3835269" y="521129"/>
                    <a:pt x="3852414" y="510651"/>
                    <a:pt x="3858129" y="502079"/>
                  </a:cubicBezTo>
                  <a:cubicBezTo>
                    <a:pt x="3872417" y="481124"/>
                    <a:pt x="3894324" y="463026"/>
                    <a:pt x="3900992" y="436356"/>
                  </a:cubicBezTo>
                  <a:cubicBezTo>
                    <a:pt x="3888609" y="428736"/>
                    <a:pt x="3880989" y="422069"/>
                    <a:pt x="3880989" y="403019"/>
                  </a:cubicBezTo>
                  <a:cubicBezTo>
                    <a:pt x="3880989" y="402066"/>
                    <a:pt x="3882894" y="400161"/>
                    <a:pt x="3883846" y="400161"/>
                  </a:cubicBezTo>
                  <a:cubicBezTo>
                    <a:pt x="3899087" y="398256"/>
                    <a:pt x="3924804" y="396351"/>
                    <a:pt x="3941949" y="392541"/>
                  </a:cubicBezTo>
                  <a:cubicBezTo>
                    <a:pt x="3955284" y="371586"/>
                    <a:pt x="3979096" y="357299"/>
                    <a:pt x="3982907" y="328724"/>
                  </a:cubicBezTo>
                  <a:cubicBezTo>
                    <a:pt x="3957189" y="329676"/>
                    <a:pt x="3952427" y="343964"/>
                    <a:pt x="3924804" y="339201"/>
                  </a:cubicBezTo>
                  <a:cubicBezTo>
                    <a:pt x="3922899" y="334439"/>
                    <a:pt x="3921946" y="327771"/>
                    <a:pt x="3921946" y="319199"/>
                  </a:cubicBezTo>
                  <a:cubicBezTo>
                    <a:pt x="3933377" y="310626"/>
                    <a:pt x="3949569" y="293481"/>
                    <a:pt x="3949569" y="273479"/>
                  </a:cubicBezTo>
                  <a:cubicBezTo>
                    <a:pt x="3938139" y="273479"/>
                    <a:pt x="3919089" y="276336"/>
                    <a:pt x="3914327" y="273479"/>
                  </a:cubicBezTo>
                  <a:cubicBezTo>
                    <a:pt x="3893371" y="266811"/>
                    <a:pt x="3879084" y="245856"/>
                    <a:pt x="3876227" y="220139"/>
                  </a:cubicBezTo>
                  <a:cubicBezTo>
                    <a:pt x="3884799" y="215376"/>
                    <a:pt x="3886704" y="212519"/>
                    <a:pt x="3901944" y="212519"/>
                  </a:cubicBezTo>
                  <a:cubicBezTo>
                    <a:pt x="3931471" y="234426"/>
                    <a:pt x="3958142" y="208709"/>
                    <a:pt x="3982907" y="200136"/>
                  </a:cubicBezTo>
                  <a:cubicBezTo>
                    <a:pt x="3999099" y="194421"/>
                    <a:pt x="4009577" y="197279"/>
                    <a:pt x="4021007" y="189659"/>
                  </a:cubicBezTo>
                  <a:cubicBezTo>
                    <a:pt x="4059107" y="164894"/>
                    <a:pt x="4085777" y="94409"/>
                    <a:pt x="4086729" y="30591"/>
                  </a:cubicBezTo>
                  <a:cubicBezTo>
                    <a:pt x="4086729" y="22971"/>
                    <a:pt x="4105779" y="16304"/>
                    <a:pt x="4109589" y="20114"/>
                  </a:cubicBezTo>
                  <a:close/>
                  <a:moveTo>
                    <a:pt x="1675952" y="111"/>
                  </a:moveTo>
                  <a:cubicBezTo>
                    <a:pt x="1735959" y="-1794"/>
                    <a:pt x="1764534" y="21066"/>
                    <a:pt x="1800729" y="42974"/>
                  </a:cubicBezTo>
                  <a:cubicBezTo>
                    <a:pt x="1811207" y="48689"/>
                    <a:pt x="1824542" y="48689"/>
                    <a:pt x="1834067" y="55356"/>
                  </a:cubicBezTo>
                  <a:cubicBezTo>
                    <a:pt x="1855022" y="69644"/>
                    <a:pt x="1878834" y="84884"/>
                    <a:pt x="1899789" y="101076"/>
                  </a:cubicBezTo>
                  <a:cubicBezTo>
                    <a:pt x="1908362" y="107744"/>
                    <a:pt x="1911219" y="119174"/>
                    <a:pt x="1917887" y="126794"/>
                  </a:cubicBezTo>
                  <a:cubicBezTo>
                    <a:pt x="1922649" y="197279"/>
                    <a:pt x="1884549" y="217281"/>
                    <a:pt x="1814064" y="215376"/>
                  </a:cubicBezTo>
                  <a:cubicBezTo>
                    <a:pt x="1798824" y="245856"/>
                    <a:pt x="1757867" y="274431"/>
                    <a:pt x="1717862" y="279194"/>
                  </a:cubicBezTo>
                  <a:cubicBezTo>
                    <a:pt x="1709289" y="279194"/>
                    <a:pt x="1706432" y="255381"/>
                    <a:pt x="1710242" y="253476"/>
                  </a:cubicBezTo>
                  <a:cubicBezTo>
                    <a:pt x="1734054" y="237284"/>
                    <a:pt x="1731197" y="183944"/>
                    <a:pt x="1720719" y="151559"/>
                  </a:cubicBezTo>
                  <a:cubicBezTo>
                    <a:pt x="1715004" y="136319"/>
                    <a:pt x="1704527" y="114411"/>
                    <a:pt x="1695002" y="101076"/>
                  </a:cubicBezTo>
                  <a:cubicBezTo>
                    <a:pt x="1691192" y="98219"/>
                    <a:pt x="1688334" y="96314"/>
                    <a:pt x="1684524" y="93456"/>
                  </a:cubicBezTo>
                  <a:cubicBezTo>
                    <a:pt x="1683572" y="82979"/>
                    <a:pt x="1681667" y="73454"/>
                    <a:pt x="1678809" y="63929"/>
                  </a:cubicBezTo>
                  <a:cubicBezTo>
                    <a:pt x="1664522" y="34401"/>
                    <a:pt x="1646424" y="34401"/>
                    <a:pt x="1675952" y="1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6" cstate="screen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rot="11700000" flipH="1">
            <a:off x="9294259" y="-274893"/>
            <a:ext cx="3390499" cy="3382701"/>
          </a:xfrm>
          <a:custGeom>
            <a:avLst/>
            <a:gdLst>
              <a:gd name="connsiteX0" fmla="*/ 3346420 w 3346420"/>
              <a:gd name="connsiteY0" fmla="*/ 0 h 3338723"/>
              <a:gd name="connsiteX1" fmla="*/ 0 w 3346420"/>
              <a:gd name="connsiteY1" fmla="*/ 0 h 3338723"/>
              <a:gd name="connsiteX2" fmla="*/ 0 w 3346420"/>
              <a:gd name="connsiteY2" fmla="*/ 2675384 h 3338723"/>
              <a:gd name="connsiteX3" fmla="*/ 2438014 w 3346420"/>
              <a:gd name="connsiteY3" fmla="*/ 3338723 h 333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420" h="3338723">
                <a:moveTo>
                  <a:pt x="3346420" y="0"/>
                </a:moveTo>
                <a:lnTo>
                  <a:pt x="0" y="0"/>
                </a:lnTo>
                <a:lnTo>
                  <a:pt x="0" y="2675384"/>
                </a:lnTo>
                <a:lnTo>
                  <a:pt x="2438014" y="3338723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ŝľïď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s1iḋè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VECTOR" val="675965cf-ac6f-497e-b57c-73e50b9e96a7"/>
</p:tagLst>
</file>

<file path=ppt/tags/tag2.xml><?xml version="1.0" encoding="utf-8"?>
<p:tagLst xmlns:p="http://schemas.openxmlformats.org/presentationml/2006/main">
  <p:tag name="ISLIDE.VECTOR" val="675965cf-ac6f-497e-b57c-73e50b9e96a7"/>
</p:tagLst>
</file>

<file path=ppt/tags/tag3.xml><?xml version="1.0" encoding="utf-8"?>
<p:tagLst xmlns:p="http://schemas.openxmlformats.org/presentationml/2006/main">
  <p:tag name="ISLIDE.VECTOR" val="675965cf-ac6f-497e-b57c-73e50b9e96a7"/>
</p:tagLst>
</file>

<file path=ppt/tags/tag4.xml><?xml version="1.0" encoding="utf-8"?>
<p:tagLst xmlns:p="http://schemas.openxmlformats.org/presentationml/2006/main">
  <p:tag name="ISLIDE.DIAGRAM" val="#419193;"/>
</p:tagLst>
</file>

<file path=ppt/tags/tag5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  <p:tag name="ISLIDE.TEMPLATE" val="f987114c-1be9-4e0b-bfb8-1bc0c5f688db"/>
</p:tagLst>
</file>

<file path=ppt/theme/theme1.xml><?xml version="1.0" encoding="utf-8"?>
<a:theme xmlns:a="http://schemas.openxmlformats.org/drawingml/2006/main" name="北京大学">
  <a:themeElements>
    <a:clrScheme name="浦银安盛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9A0000"/>
      </a:accent1>
      <a:accent2>
        <a:srgbClr val="CF2236"/>
      </a:accent2>
      <a:accent3>
        <a:srgbClr val="D35151"/>
      </a:accent3>
      <a:accent4>
        <a:srgbClr val="E9BE5F"/>
      </a:accent4>
      <a:accent5>
        <a:srgbClr val="7D7D7D"/>
      </a:accent5>
      <a:accent6>
        <a:srgbClr val="BFBFBF"/>
      </a:accent6>
      <a:hlink>
        <a:srgbClr val="B40005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浦银安盛">
    <a:dk1>
      <a:srgbClr val="000000"/>
    </a:dk1>
    <a:lt1>
      <a:srgbClr val="FFFFFF"/>
    </a:lt1>
    <a:dk2>
      <a:srgbClr val="768394"/>
    </a:dk2>
    <a:lt2>
      <a:srgbClr val="F0F0F0"/>
    </a:lt2>
    <a:accent1>
      <a:srgbClr val="9A0000"/>
    </a:accent1>
    <a:accent2>
      <a:srgbClr val="CF2236"/>
    </a:accent2>
    <a:accent3>
      <a:srgbClr val="D35151"/>
    </a:accent3>
    <a:accent4>
      <a:srgbClr val="E9BE5F"/>
    </a:accent4>
    <a:accent5>
      <a:srgbClr val="7D7D7D"/>
    </a:accent5>
    <a:accent6>
      <a:srgbClr val="BFBFBF"/>
    </a:accent6>
    <a:hlink>
      <a:srgbClr val="B40005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菠萝煮茶</Template>
  <TotalTime>0</TotalTime>
  <Words>1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等线</vt:lpstr>
      <vt:lpstr>汉仪中等线KW</vt:lpstr>
      <vt:lpstr>北京大学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北京大学答辩汇报标准应用PPT模板</dc:title>
  <dc:creator>islide</dc:creator>
  <cp:keywords>51PPT模板网（www.51pptmoban.com）</cp:keywords>
  <dc:description>51PPT模板网，幻灯片演示模板及素材免费下载！
51PPT模板网 唯一访问网址：www.51pptmoban.com</dc:description>
  <cp:lastModifiedBy>孙宇</cp:lastModifiedBy>
  <cp:revision>4</cp:revision>
  <cp:lastPrinted>2026-10-29T16:54:26Z</cp:lastPrinted>
  <dcterms:created xsi:type="dcterms:W3CDTF">2026-10-29T16:54:26Z</dcterms:created>
  <dcterms:modified xsi:type="dcterms:W3CDTF">2026-10-29T16:54:26Z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Slide.TEMPLATE">
    <vt:lpwstr>f987114c-1be9-4e0b-bfb8-1bc0c5f688db</vt:lpwstr>
  </property>
  <property fmtid="{D5CDD505-2E9C-101B-9397-08002B2CF9AE}" pid="4" name="ICV">
    <vt:lpwstr>CB6422A35EEA98A8417AE36A423C99F7_42</vt:lpwstr>
  </property>
  <property fmtid="{D5CDD505-2E9C-101B-9397-08002B2CF9AE}" pid="5" name="KSOProductBuildVer">
    <vt:lpwstr>2052-7.4.1.8983</vt:lpwstr>
  </property>
</Properties>
</file>